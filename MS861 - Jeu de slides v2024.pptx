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3"/>
  </p:notesMasterIdLst>
  <p:sldIdLst>
    <p:sldId id="256" r:id="rId2"/>
    <p:sldId id="277" r:id="rId3"/>
    <p:sldId id="259" r:id="rId4"/>
    <p:sldId id="262" r:id="rId5"/>
    <p:sldId id="267" r:id="rId6"/>
    <p:sldId id="313" r:id="rId7"/>
    <p:sldId id="314" r:id="rId8"/>
    <p:sldId id="260" r:id="rId9"/>
    <p:sldId id="280" r:id="rId10"/>
    <p:sldId id="301" r:id="rId11"/>
    <p:sldId id="281" r:id="rId12"/>
    <p:sldId id="316" r:id="rId13"/>
    <p:sldId id="317" r:id="rId14"/>
    <p:sldId id="318" r:id="rId15"/>
    <p:sldId id="319" r:id="rId16"/>
    <p:sldId id="320" r:id="rId17"/>
    <p:sldId id="321" r:id="rId18"/>
    <p:sldId id="322" r:id="rId19"/>
    <p:sldId id="275" r:id="rId20"/>
    <p:sldId id="287" r:id="rId21"/>
    <p:sldId id="284" r:id="rId22"/>
    <p:sldId id="285" r:id="rId23"/>
    <p:sldId id="289" r:id="rId24"/>
    <p:sldId id="266" r:id="rId25"/>
    <p:sldId id="323" r:id="rId26"/>
    <p:sldId id="324" r:id="rId27"/>
    <p:sldId id="325" r:id="rId28"/>
    <p:sldId id="326" r:id="rId29"/>
    <p:sldId id="327" r:id="rId30"/>
    <p:sldId id="328" r:id="rId31"/>
    <p:sldId id="282" r:id="rId32"/>
    <p:sldId id="329" r:id="rId33"/>
    <p:sldId id="330" r:id="rId34"/>
    <p:sldId id="331" r:id="rId35"/>
    <p:sldId id="332" r:id="rId36"/>
    <p:sldId id="333" r:id="rId37"/>
    <p:sldId id="334" r:id="rId38"/>
    <p:sldId id="276" r:id="rId39"/>
    <p:sldId id="335" r:id="rId40"/>
    <p:sldId id="290" r:id="rId41"/>
    <p:sldId id="306" r:id="rId42"/>
    <p:sldId id="291" r:id="rId43"/>
    <p:sldId id="336" r:id="rId44"/>
    <p:sldId id="315" r:id="rId45"/>
    <p:sldId id="294" r:id="rId46"/>
    <p:sldId id="295" r:id="rId47"/>
    <p:sldId id="311" r:id="rId48"/>
    <p:sldId id="337" r:id="rId49"/>
    <p:sldId id="338" r:id="rId50"/>
    <p:sldId id="339" r:id="rId51"/>
    <p:sldId id="340" r:id="rId52"/>
    <p:sldId id="341" r:id="rId53"/>
    <p:sldId id="342" r:id="rId54"/>
    <p:sldId id="343" r:id="rId55"/>
    <p:sldId id="344" r:id="rId56"/>
    <p:sldId id="345" r:id="rId57"/>
    <p:sldId id="346" r:id="rId58"/>
    <p:sldId id="347" r:id="rId59"/>
    <p:sldId id="348" r:id="rId60"/>
    <p:sldId id="349" r:id="rId61"/>
    <p:sldId id="350" r:id="rId62"/>
    <p:sldId id="351" r:id="rId63"/>
    <p:sldId id="352" r:id="rId64"/>
    <p:sldId id="353" r:id="rId65"/>
    <p:sldId id="354" r:id="rId66"/>
    <p:sldId id="355" r:id="rId67"/>
    <p:sldId id="356" r:id="rId68"/>
    <p:sldId id="357" r:id="rId69"/>
    <p:sldId id="358" r:id="rId70"/>
    <p:sldId id="359" r:id="rId71"/>
    <p:sldId id="360" r:id="rId72"/>
    <p:sldId id="361" r:id="rId73"/>
    <p:sldId id="362" r:id="rId74"/>
    <p:sldId id="363" r:id="rId75"/>
    <p:sldId id="364" r:id="rId76"/>
    <p:sldId id="365" r:id="rId77"/>
    <p:sldId id="366" r:id="rId78"/>
    <p:sldId id="367" r:id="rId79"/>
    <p:sldId id="368" r:id="rId80"/>
    <p:sldId id="369" r:id="rId81"/>
    <p:sldId id="370" r:id="rId82"/>
    <p:sldId id="371" r:id="rId83"/>
    <p:sldId id="372" r:id="rId84"/>
    <p:sldId id="373" r:id="rId85"/>
    <p:sldId id="374" r:id="rId86"/>
    <p:sldId id="375" r:id="rId87"/>
    <p:sldId id="376" r:id="rId88"/>
    <p:sldId id="377" r:id="rId89"/>
    <p:sldId id="378" r:id="rId90"/>
    <p:sldId id="379" r:id="rId91"/>
    <p:sldId id="380" r:id="rId92"/>
    <p:sldId id="381" r:id="rId93"/>
    <p:sldId id="382" r:id="rId94"/>
    <p:sldId id="383" r:id="rId95"/>
    <p:sldId id="384" r:id="rId96"/>
    <p:sldId id="385" r:id="rId97"/>
    <p:sldId id="386" r:id="rId98"/>
    <p:sldId id="387" r:id="rId99"/>
    <p:sldId id="388" r:id="rId100"/>
    <p:sldId id="389" r:id="rId101"/>
    <p:sldId id="390" r:id="rId102"/>
    <p:sldId id="391" r:id="rId103"/>
    <p:sldId id="392" r:id="rId104"/>
    <p:sldId id="393" r:id="rId105"/>
    <p:sldId id="394" r:id="rId106"/>
    <p:sldId id="395" r:id="rId107"/>
    <p:sldId id="396" r:id="rId108"/>
    <p:sldId id="397" r:id="rId109"/>
    <p:sldId id="398" r:id="rId110"/>
    <p:sldId id="399" r:id="rId111"/>
    <p:sldId id="400" r:id="rId112"/>
    <p:sldId id="401" r:id="rId113"/>
    <p:sldId id="402" r:id="rId114"/>
    <p:sldId id="283" r:id="rId115"/>
    <p:sldId id="403" r:id="rId116"/>
    <p:sldId id="404" r:id="rId117"/>
    <p:sldId id="405" r:id="rId118"/>
    <p:sldId id="406" r:id="rId119"/>
    <p:sldId id="407" r:id="rId120"/>
    <p:sldId id="408" r:id="rId121"/>
    <p:sldId id="409" r:id="rId122"/>
    <p:sldId id="410" r:id="rId123"/>
    <p:sldId id="411" r:id="rId124"/>
    <p:sldId id="412" r:id="rId125"/>
    <p:sldId id="413" r:id="rId126"/>
    <p:sldId id="414" r:id="rId127"/>
    <p:sldId id="415" r:id="rId128"/>
    <p:sldId id="416" r:id="rId129"/>
    <p:sldId id="417" r:id="rId130"/>
    <p:sldId id="418" r:id="rId131"/>
    <p:sldId id="419" r:id="rId132"/>
    <p:sldId id="420" r:id="rId133"/>
    <p:sldId id="421" r:id="rId134"/>
    <p:sldId id="422" r:id="rId135"/>
    <p:sldId id="423" r:id="rId136"/>
    <p:sldId id="424" r:id="rId137"/>
    <p:sldId id="425" r:id="rId138"/>
    <p:sldId id="426" r:id="rId139"/>
    <p:sldId id="427" r:id="rId140"/>
    <p:sldId id="428" r:id="rId141"/>
    <p:sldId id="429" r:id="rId142"/>
    <p:sldId id="430" r:id="rId143"/>
    <p:sldId id="431" r:id="rId144"/>
    <p:sldId id="432" r:id="rId145"/>
    <p:sldId id="433" r:id="rId146"/>
    <p:sldId id="434" r:id="rId147"/>
    <p:sldId id="435" r:id="rId148"/>
    <p:sldId id="436" r:id="rId149"/>
    <p:sldId id="437" r:id="rId150"/>
    <p:sldId id="438" r:id="rId151"/>
    <p:sldId id="439" r:id="rId152"/>
    <p:sldId id="440" r:id="rId153"/>
    <p:sldId id="441" r:id="rId154"/>
    <p:sldId id="442" r:id="rId155"/>
    <p:sldId id="443" r:id="rId156"/>
    <p:sldId id="444" r:id="rId157"/>
    <p:sldId id="445" r:id="rId158"/>
    <p:sldId id="446" r:id="rId159"/>
    <p:sldId id="447" r:id="rId160"/>
    <p:sldId id="448" r:id="rId161"/>
    <p:sldId id="449" r:id="rId162"/>
  </p:sldIdLst>
  <p:sldSz cx="12192000" cy="6858000"/>
  <p:notesSz cx="6858000" cy="9144000"/>
  <p:defaultTextStyle>
    <a:defPPr>
      <a:defRPr lang="fr-FR"/>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93713" indent="-36513" algn="l" rtl="0" fontAlgn="base">
      <a:spcBef>
        <a:spcPct val="0"/>
      </a:spcBef>
      <a:spcAft>
        <a:spcPct val="0"/>
      </a:spcAft>
      <a:defRPr kern="1200">
        <a:solidFill>
          <a:schemeClr val="tx1"/>
        </a:solidFill>
        <a:latin typeface="Arial" pitchFamily="34" charset="0"/>
        <a:ea typeface="+mn-ea"/>
        <a:cs typeface="Arial" pitchFamily="34" charset="0"/>
      </a:defRPr>
    </a:lvl2pPr>
    <a:lvl3pPr marL="987425" indent="-73025" algn="l" rtl="0" fontAlgn="base">
      <a:spcBef>
        <a:spcPct val="0"/>
      </a:spcBef>
      <a:spcAft>
        <a:spcPct val="0"/>
      </a:spcAft>
      <a:defRPr kern="1200">
        <a:solidFill>
          <a:schemeClr val="tx1"/>
        </a:solidFill>
        <a:latin typeface="Arial" pitchFamily="34" charset="0"/>
        <a:ea typeface="+mn-ea"/>
        <a:cs typeface="Arial" pitchFamily="34" charset="0"/>
      </a:defRPr>
    </a:lvl3pPr>
    <a:lvl4pPr marL="1481138" indent="-109538" algn="l" rtl="0" fontAlgn="base">
      <a:spcBef>
        <a:spcPct val="0"/>
      </a:spcBef>
      <a:spcAft>
        <a:spcPct val="0"/>
      </a:spcAft>
      <a:defRPr kern="1200">
        <a:solidFill>
          <a:schemeClr val="tx1"/>
        </a:solidFill>
        <a:latin typeface="Arial" pitchFamily="34" charset="0"/>
        <a:ea typeface="+mn-ea"/>
        <a:cs typeface="Arial" pitchFamily="34" charset="0"/>
      </a:defRPr>
    </a:lvl4pPr>
    <a:lvl5pPr marL="1974850" indent="-14605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1F5A44-9163-4FC9-8C22-E10649995436}" v="53" dt="2024-11-07T14:19:00.6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7"/>
      </p:cViewPr>
      <p:guideLst/>
    </p:cSldViewPr>
  </p:slideViewPr>
  <p:notesTextViewPr>
    <p:cViewPr>
      <p:scale>
        <a:sx n="1" d="1"/>
        <a:sy n="1" d="1"/>
      </p:scale>
      <p:origin x="0" y="0"/>
    </p:cViewPr>
  </p:notesTextViewPr>
  <p:sorterViewPr>
    <p:cViewPr>
      <p:scale>
        <a:sx n="100" d="100"/>
        <a:sy n="100" d="100"/>
      </p:scale>
      <p:origin x="0" y="-3910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0" Type="http://schemas.microsoft.com/office/2015/10/relationships/revisionInfo" Target="revisionInfo.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presProps" Target="presProps.xml"/><Relationship Id="rId16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érémy  NICON" userId="94a6ae6d-3ccb-4b58-a804-76c2e74f6511" providerId="ADAL" clId="{931F5A44-9163-4FC9-8C22-E10649995436}"/>
    <pc:docChg chg="undo custSel modSld">
      <pc:chgData name="Jérémy  NICON" userId="94a6ae6d-3ccb-4b58-a804-76c2e74f6511" providerId="ADAL" clId="{931F5A44-9163-4FC9-8C22-E10649995436}" dt="2024-11-07T14:54:35.856" v="405" actId="1076"/>
      <pc:docMkLst>
        <pc:docMk/>
      </pc:docMkLst>
      <pc:sldChg chg="addSp delSp modSp mod modClrScheme chgLayout">
        <pc:chgData name="Jérémy  NICON" userId="94a6ae6d-3ccb-4b58-a804-76c2e74f6511" providerId="ADAL" clId="{931F5A44-9163-4FC9-8C22-E10649995436}" dt="2024-11-07T13:17:51.692" v="36" actId="1076"/>
        <pc:sldMkLst>
          <pc:docMk/>
          <pc:sldMk cId="0" sldId="266"/>
        </pc:sldMkLst>
        <pc:spChg chg="del">
          <ac:chgData name="Jérémy  NICON" userId="94a6ae6d-3ccb-4b58-a804-76c2e74f6511" providerId="ADAL" clId="{931F5A44-9163-4FC9-8C22-E10649995436}" dt="2024-11-07T13:15:48.608" v="17" actId="478"/>
          <ac:spMkLst>
            <pc:docMk/>
            <pc:sldMk cId="0" sldId="266"/>
            <ac:spMk id="2" creationId="{71DF04BF-18C9-0EA7-FE34-0F2CA13B9DBB}"/>
          </ac:spMkLst>
        </pc:spChg>
        <pc:spChg chg="add del mod ord">
          <ac:chgData name="Jérémy  NICON" userId="94a6ae6d-3ccb-4b58-a804-76c2e74f6511" providerId="ADAL" clId="{931F5A44-9163-4FC9-8C22-E10649995436}" dt="2024-11-07T13:17:47.051" v="34" actId="478"/>
          <ac:spMkLst>
            <pc:docMk/>
            <pc:sldMk cId="0" sldId="266"/>
            <ac:spMk id="3" creationId="{054F607B-FF54-3DB2-D25B-8D68D62EB3FA}"/>
          </ac:spMkLst>
        </pc:spChg>
        <pc:spChg chg="add mod ord">
          <ac:chgData name="Jérémy  NICON" userId="94a6ae6d-3ccb-4b58-a804-76c2e74f6511" providerId="ADAL" clId="{931F5A44-9163-4FC9-8C22-E10649995436}" dt="2024-11-07T13:17:35.677" v="32" actId="700"/>
          <ac:spMkLst>
            <pc:docMk/>
            <pc:sldMk cId="0" sldId="266"/>
            <ac:spMk id="4" creationId="{71F9AB3E-C8E4-0BF3-1A9D-D8AF30D641C8}"/>
          </ac:spMkLst>
        </pc:spChg>
        <pc:spChg chg="add mod ord">
          <ac:chgData name="Jérémy  NICON" userId="94a6ae6d-3ccb-4b58-a804-76c2e74f6511" providerId="ADAL" clId="{931F5A44-9163-4FC9-8C22-E10649995436}" dt="2024-11-07T13:17:35.677" v="32" actId="700"/>
          <ac:spMkLst>
            <pc:docMk/>
            <pc:sldMk cId="0" sldId="266"/>
            <ac:spMk id="5" creationId="{B0778B4B-457D-0BD6-C5C6-8EBB0F53DACA}"/>
          </ac:spMkLst>
        </pc:spChg>
        <pc:spChg chg="mod">
          <ac:chgData name="Jérémy  NICON" userId="94a6ae6d-3ccb-4b58-a804-76c2e74f6511" providerId="ADAL" clId="{931F5A44-9163-4FC9-8C22-E10649995436}" dt="2024-11-07T13:17:51.692" v="36" actId="1076"/>
          <ac:spMkLst>
            <pc:docMk/>
            <pc:sldMk cId="0" sldId="266"/>
            <ac:spMk id="8" creationId="{14E6C1D5-0353-76E1-3A0F-0525733F2662}"/>
          </ac:spMkLst>
        </pc:spChg>
        <pc:spChg chg="mod ord">
          <ac:chgData name="Jérémy  NICON" userId="94a6ae6d-3ccb-4b58-a804-76c2e74f6511" providerId="ADAL" clId="{931F5A44-9163-4FC9-8C22-E10649995436}" dt="2024-11-07T13:17:35.677" v="32" actId="700"/>
          <ac:spMkLst>
            <pc:docMk/>
            <pc:sldMk cId="0" sldId="266"/>
            <ac:spMk id="23555" creationId="{A82F3DD8-A7DA-9613-B440-2B40AB8F137A}"/>
          </ac:spMkLst>
        </pc:spChg>
      </pc:sldChg>
      <pc:sldChg chg="delSp modSp mod">
        <pc:chgData name="Jérémy  NICON" userId="94a6ae6d-3ccb-4b58-a804-76c2e74f6511" providerId="ADAL" clId="{931F5A44-9163-4FC9-8C22-E10649995436}" dt="2024-11-07T13:14:27.723" v="1" actId="1076"/>
        <pc:sldMkLst>
          <pc:docMk/>
          <pc:sldMk cId="0" sldId="280"/>
        </pc:sldMkLst>
        <pc:spChg chg="del">
          <ac:chgData name="Jérémy  NICON" userId="94a6ae6d-3ccb-4b58-a804-76c2e74f6511" providerId="ADAL" clId="{931F5A44-9163-4FC9-8C22-E10649995436}" dt="2024-11-07T13:14:19.059" v="0" actId="478"/>
          <ac:spMkLst>
            <pc:docMk/>
            <pc:sldMk cId="0" sldId="280"/>
            <ac:spMk id="2" creationId="{B52539DE-171F-EC8A-3498-209776484B57}"/>
          </ac:spMkLst>
        </pc:spChg>
        <pc:spChg chg="mod">
          <ac:chgData name="Jérémy  NICON" userId="94a6ae6d-3ccb-4b58-a804-76c2e74f6511" providerId="ADAL" clId="{931F5A44-9163-4FC9-8C22-E10649995436}" dt="2024-11-07T13:14:27.723" v="1" actId="1076"/>
          <ac:spMkLst>
            <pc:docMk/>
            <pc:sldMk cId="0" sldId="280"/>
            <ac:spMk id="8194" creationId="{B507A48D-03B2-B124-6A3A-E3B3447C24E3}"/>
          </ac:spMkLst>
        </pc:spChg>
        <pc:spChg chg="mod">
          <ac:chgData name="Jérémy  NICON" userId="94a6ae6d-3ccb-4b58-a804-76c2e74f6511" providerId="ADAL" clId="{931F5A44-9163-4FC9-8C22-E10649995436}" dt="2024-11-07T13:14:27.723" v="1" actId="1076"/>
          <ac:spMkLst>
            <pc:docMk/>
            <pc:sldMk cId="0" sldId="280"/>
            <ac:spMk id="8198" creationId="{BB06D2DD-6C11-279D-A590-7CB130500B94}"/>
          </ac:spMkLst>
        </pc:spChg>
        <pc:spChg chg="mod">
          <ac:chgData name="Jérémy  NICON" userId="94a6ae6d-3ccb-4b58-a804-76c2e74f6511" providerId="ADAL" clId="{931F5A44-9163-4FC9-8C22-E10649995436}" dt="2024-11-07T13:14:27.723" v="1" actId="1076"/>
          <ac:spMkLst>
            <pc:docMk/>
            <pc:sldMk cId="0" sldId="280"/>
            <ac:spMk id="8199" creationId="{A4788916-1C75-099D-4F67-8F88FF84296D}"/>
          </ac:spMkLst>
        </pc:spChg>
        <pc:spChg chg="mod">
          <ac:chgData name="Jérémy  NICON" userId="94a6ae6d-3ccb-4b58-a804-76c2e74f6511" providerId="ADAL" clId="{931F5A44-9163-4FC9-8C22-E10649995436}" dt="2024-11-07T13:14:27.723" v="1" actId="1076"/>
          <ac:spMkLst>
            <pc:docMk/>
            <pc:sldMk cId="0" sldId="280"/>
            <ac:spMk id="8200" creationId="{D680FBA6-34C0-9B47-FA68-E31E79CB1769}"/>
          </ac:spMkLst>
        </pc:spChg>
        <pc:spChg chg="mod">
          <ac:chgData name="Jérémy  NICON" userId="94a6ae6d-3ccb-4b58-a804-76c2e74f6511" providerId="ADAL" clId="{931F5A44-9163-4FC9-8C22-E10649995436}" dt="2024-11-07T13:14:27.723" v="1" actId="1076"/>
          <ac:spMkLst>
            <pc:docMk/>
            <pc:sldMk cId="0" sldId="280"/>
            <ac:spMk id="8201" creationId="{D7F1CC70-F085-FB9C-1235-A56BC7348110}"/>
          </ac:spMkLst>
        </pc:spChg>
        <pc:spChg chg="mod">
          <ac:chgData name="Jérémy  NICON" userId="94a6ae6d-3ccb-4b58-a804-76c2e74f6511" providerId="ADAL" clId="{931F5A44-9163-4FC9-8C22-E10649995436}" dt="2024-11-07T13:14:27.723" v="1" actId="1076"/>
          <ac:spMkLst>
            <pc:docMk/>
            <pc:sldMk cId="0" sldId="280"/>
            <ac:spMk id="8202" creationId="{AFEC0596-52D8-D248-01C0-8CB94B3F6C2F}"/>
          </ac:spMkLst>
        </pc:spChg>
        <pc:spChg chg="mod">
          <ac:chgData name="Jérémy  NICON" userId="94a6ae6d-3ccb-4b58-a804-76c2e74f6511" providerId="ADAL" clId="{931F5A44-9163-4FC9-8C22-E10649995436}" dt="2024-11-07T13:14:27.723" v="1" actId="1076"/>
          <ac:spMkLst>
            <pc:docMk/>
            <pc:sldMk cId="0" sldId="280"/>
            <ac:spMk id="8203" creationId="{189F15C4-06BC-9DE9-8B81-3467F741F67A}"/>
          </ac:spMkLst>
        </pc:spChg>
        <pc:picChg chg="mod">
          <ac:chgData name="Jérémy  NICON" userId="94a6ae6d-3ccb-4b58-a804-76c2e74f6511" providerId="ADAL" clId="{931F5A44-9163-4FC9-8C22-E10649995436}" dt="2024-11-07T13:14:27.723" v="1" actId="1076"/>
          <ac:picMkLst>
            <pc:docMk/>
            <pc:sldMk cId="0" sldId="280"/>
            <ac:picMk id="8196" creationId="{A945A78C-AFA6-A581-2C25-A9039599D108}"/>
          </ac:picMkLst>
        </pc:picChg>
        <pc:picChg chg="mod">
          <ac:chgData name="Jérémy  NICON" userId="94a6ae6d-3ccb-4b58-a804-76c2e74f6511" providerId="ADAL" clId="{931F5A44-9163-4FC9-8C22-E10649995436}" dt="2024-11-07T13:14:27.723" v="1" actId="1076"/>
          <ac:picMkLst>
            <pc:docMk/>
            <pc:sldMk cId="0" sldId="280"/>
            <ac:picMk id="8197" creationId="{C55C053B-32A6-3743-9532-753B00FF1C77}"/>
          </ac:picMkLst>
        </pc:picChg>
        <pc:picChg chg="mod">
          <ac:chgData name="Jérémy  NICON" userId="94a6ae6d-3ccb-4b58-a804-76c2e74f6511" providerId="ADAL" clId="{931F5A44-9163-4FC9-8C22-E10649995436}" dt="2024-11-07T13:14:27.723" v="1" actId="1076"/>
          <ac:picMkLst>
            <pc:docMk/>
            <pc:sldMk cId="0" sldId="280"/>
            <ac:picMk id="8204" creationId="{F940B78E-3519-D424-5264-7DA330628C0C}"/>
          </ac:picMkLst>
        </pc:picChg>
        <pc:picChg chg="mod">
          <ac:chgData name="Jérémy  NICON" userId="94a6ae6d-3ccb-4b58-a804-76c2e74f6511" providerId="ADAL" clId="{931F5A44-9163-4FC9-8C22-E10649995436}" dt="2024-11-07T13:14:27.723" v="1" actId="1076"/>
          <ac:picMkLst>
            <pc:docMk/>
            <pc:sldMk cId="0" sldId="280"/>
            <ac:picMk id="8205" creationId="{A1109C0A-8AC8-9658-C050-C0987896E364}"/>
          </ac:picMkLst>
        </pc:picChg>
      </pc:sldChg>
      <pc:sldChg chg="delSp modSp mod">
        <pc:chgData name="Jérémy  NICON" userId="94a6ae6d-3ccb-4b58-a804-76c2e74f6511" providerId="ADAL" clId="{931F5A44-9163-4FC9-8C22-E10649995436}" dt="2024-11-07T13:14:47.873" v="5" actId="1076"/>
        <pc:sldMkLst>
          <pc:docMk/>
          <pc:sldMk cId="0" sldId="281"/>
        </pc:sldMkLst>
        <pc:spChg chg="del">
          <ac:chgData name="Jérémy  NICON" userId="94a6ae6d-3ccb-4b58-a804-76c2e74f6511" providerId="ADAL" clId="{931F5A44-9163-4FC9-8C22-E10649995436}" dt="2024-11-07T13:14:44.946" v="4" actId="478"/>
          <ac:spMkLst>
            <pc:docMk/>
            <pc:sldMk cId="0" sldId="281"/>
            <ac:spMk id="2" creationId="{F5338576-08AD-D855-A06B-40C232FD95F5}"/>
          </ac:spMkLst>
        </pc:spChg>
        <pc:spChg chg="mod">
          <ac:chgData name="Jérémy  NICON" userId="94a6ae6d-3ccb-4b58-a804-76c2e74f6511" providerId="ADAL" clId="{931F5A44-9163-4FC9-8C22-E10649995436}" dt="2024-11-07T13:14:47.873" v="5" actId="1076"/>
          <ac:spMkLst>
            <pc:docMk/>
            <pc:sldMk cId="0" sldId="281"/>
            <ac:spMk id="10243" creationId="{3130BA79-8346-B736-203E-23D892EC8AB0}"/>
          </ac:spMkLst>
        </pc:spChg>
        <pc:spChg chg="mod">
          <ac:chgData name="Jérémy  NICON" userId="94a6ae6d-3ccb-4b58-a804-76c2e74f6511" providerId="ADAL" clId="{931F5A44-9163-4FC9-8C22-E10649995436}" dt="2024-11-07T13:14:47.873" v="5" actId="1076"/>
          <ac:spMkLst>
            <pc:docMk/>
            <pc:sldMk cId="0" sldId="281"/>
            <ac:spMk id="10244" creationId="{AC90A626-0A6A-5C20-405C-6F11D3EC3F96}"/>
          </ac:spMkLst>
        </pc:spChg>
        <pc:spChg chg="mod">
          <ac:chgData name="Jérémy  NICON" userId="94a6ae6d-3ccb-4b58-a804-76c2e74f6511" providerId="ADAL" clId="{931F5A44-9163-4FC9-8C22-E10649995436}" dt="2024-11-07T13:14:47.873" v="5" actId="1076"/>
          <ac:spMkLst>
            <pc:docMk/>
            <pc:sldMk cId="0" sldId="281"/>
            <ac:spMk id="10245" creationId="{A765B16D-615F-50AC-D1EA-E40D7B8CBB7F}"/>
          </ac:spMkLst>
        </pc:spChg>
        <pc:spChg chg="mod">
          <ac:chgData name="Jérémy  NICON" userId="94a6ae6d-3ccb-4b58-a804-76c2e74f6511" providerId="ADAL" clId="{931F5A44-9163-4FC9-8C22-E10649995436}" dt="2024-11-07T13:14:47.873" v="5" actId="1076"/>
          <ac:spMkLst>
            <pc:docMk/>
            <pc:sldMk cId="0" sldId="281"/>
            <ac:spMk id="10246" creationId="{5D970B7F-3E91-065C-2475-B31FEA1CBFCF}"/>
          </ac:spMkLst>
        </pc:spChg>
        <pc:spChg chg="mod">
          <ac:chgData name="Jérémy  NICON" userId="94a6ae6d-3ccb-4b58-a804-76c2e74f6511" providerId="ADAL" clId="{931F5A44-9163-4FC9-8C22-E10649995436}" dt="2024-11-07T13:14:47.873" v="5" actId="1076"/>
          <ac:spMkLst>
            <pc:docMk/>
            <pc:sldMk cId="0" sldId="281"/>
            <ac:spMk id="10247" creationId="{BED22B90-C409-4F89-59B3-AB7603719F76}"/>
          </ac:spMkLst>
        </pc:spChg>
        <pc:spChg chg="mod">
          <ac:chgData name="Jérémy  NICON" userId="94a6ae6d-3ccb-4b58-a804-76c2e74f6511" providerId="ADAL" clId="{931F5A44-9163-4FC9-8C22-E10649995436}" dt="2024-11-07T13:14:47.873" v="5" actId="1076"/>
          <ac:spMkLst>
            <pc:docMk/>
            <pc:sldMk cId="0" sldId="281"/>
            <ac:spMk id="10248" creationId="{05D756B0-6764-57C2-2238-BECA531A5E11}"/>
          </ac:spMkLst>
        </pc:spChg>
        <pc:spChg chg="mod">
          <ac:chgData name="Jérémy  NICON" userId="94a6ae6d-3ccb-4b58-a804-76c2e74f6511" providerId="ADAL" clId="{931F5A44-9163-4FC9-8C22-E10649995436}" dt="2024-11-07T13:14:47.873" v="5" actId="1076"/>
          <ac:spMkLst>
            <pc:docMk/>
            <pc:sldMk cId="0" sldId="281"/>
            <ac:spMk id="10249" creationId="{7F59F6F6-87D5-5548-F03F-C76E9DC2FFAC}"/>
          </ac:spMkLst>
        </pc:spChg>
        <pc:spChg chg="mod">
          <ac:chgData name="Jérémy  NICON" userId="94a6ae6d-3ccb-4b58-a804-76c2e74f6511" providerId="ADAL" clId="{931F5A44-9163-4FC9-8C22-E10649995436}" dt="2024-11-07T13:14:47.873" v="5" actId="1076"/>
          <ac:spMkLst>
            <pc:docMk/>
            <pc:sldMk cId="0" sldId="281"/>
            <ac:spMk id="10250" creationId="{4CC0FAB8-62A1-356D-6E83-0A39A0AE94AE}"/>
          </ac:spMkLst>
        </pc:spChg>
        <pc:spChg chg="mod">
          <ac:chgData name="Jérémy  NICON" userId="94a6ae6d-3ccb-4b58-a804-76c2e74f6511" providerId="ADAL" clId="{931F5A44-9163-4FC9-8C22-E10649995436}" dt="2024-11-07T13:14:47.873" v="5" actId="1076"/>
          <ac:spMkLst>
            <pc:docMk/>
            <pc:sldMk cId="0" sldId="281"/>
            <ac:spMk id="10251" creationId="{25C45091-31CB-8788-8BB1-AB7398BE5AFA}"/>
          </ac:spMkLst>
        </pc:spChg>
      </pc:sldChg>
      <pc:sldChg chg="delSp mod">
        <pc:chgData name="Jérémy  NICON" userId="94a6ae6d-3ccb-4b58-a804-76c2e74f6511" providerId="ADAL" clId="{931F5A44-9163-4FC9-8C22-E10649995436}" dt="2024-11-07T13:18:38.081" v="51" actId="478"/>
        <pc:sldMkLst>
          <pc:docMk/>
          <pc:sldMk cId="0" sldId="282"/>
        </pc:sldMkLst>
        <pc:spChg chg="del">
          <ac:chgData name="Jérémy  NICON" userId="94a6ae6d-3ccb-4b58-a804-76c2e74f6511" providerId="ADAL" clId="{931F5A44-9163-4FC9-8C22-E10649995436}" dt="2024-11-07T13:18:38.081" v="51" actId="478"/>
          <ac:spMkLst>
            <pc:docMk/>
            <pc:sldMk cId="0" sldId="282"/>
            <ac:spMk id="2" creationId="{1D93A6CE-C8ED-3E5E-011D-FD87D584A3F8}"/>
          </ac:spMkLst>
        </pc:spChg>
      </pc:sldChg>
      <pc:sldChg chg="delSp modSp mod">
        <pc:chgData name="Jérémy  NICON" userId="94a6ae6d-3ccb-4b58-a804-76c2e74f6511" providerId="ADAL" clId="{931F5A44-9163-4FC9-8C22-E10649995436}" dt="2024-11-07T14:11:07.556" v="286" actId="1076"/>
        <pc:sldMkLst>
          <pc:docMk/>
          <pc:sldMk cId="0" sldId="283"/>
        </pc:sldMkLst>
        <pc:spChg chg="del">
          <ac:chgData name="Jérémy  NICON" userId="94a6ae6d-3ccb-4b58-a804-76c2e74f6511" providerId="ADAL" clId="{931F5A44-9163-4FC9-8C22-E10649995436}" dt="2024-11-07T14:11:04.417" v="285" actId="478"/>
          <ac:spMkLst>
            <pc:docMk/>
            <pc:sldMk cId="0" sldId="283"/>
            <ac:spMk id="2" creationId="{D27229C0-3C1F-A6B6-2A17-3A68075D11EB}"/>
          </ac:spMkLst>
        </pc:spChg>
        <pc:spChg chg="mod">
          <ac:chgData name="Jérémy  NICON" userId="94a6ae6d-3ccb-4b58-a804-76c2e74f6511" providerId="ADAL" clId="{931F5A44-9163-4FC9-8C22-E10649995436}" dt="2024-11-07T14:11:07.556" v="286" actId="1076"/>
          <ac:spMkLst>
            <pc:docMk/>
            <pc:sldMk cId="0" sldId="283"/>
            <ac:spMk id="14339" creationId="{0255E195-FF59-450A-E723-23E39AA05155}"/>
          </ac:spMkLst>
        </pc:spChg>
        <pc:spChg chg="mod">
          <ac:chgData name="Jérémy  NICON" userId="94a6ae6d-3ccb-4b58-a804-76c2e74f6511" providerId="ADAL" clId="{931F5A44-9163-4FC9-8C22-E10649995436}" dt="2024-11-07T14:11:07.556" v="286" actId="1076"/>
          <ac:spMkLst>
            <pc:docMk/>
            <pc:sldMk cId="0" sldId="283"/>
            <ac:spMk id="14340" creationId="{4DEF1233-1B13-1B48-AB67-EFB47D656392}"/>
          </ac:spMkLst>
        </pc:spChg>
        <pc:spChg chg="mod">
          <ac:chgData name="Jérémy  NICON" userId="94a6ae6d-3ccb-4b58-a804-76c2e74f6511" providerId="ADAL" clId="{931F5A44-9163-4FC9-8C22-E10649995436}" dt="2024-11-07T14:11:07.556" v="286" actId="1076"/>
          <ac:spMkLst>
            <pc:docMk/>
            <pc:sldMk cId="0" sldId="283"/>
            <ac:spMk id="14341" creationId="{566F19F9-98D0-F8C6-4814-91FF1E315822}"/>
          </ac:spMkLst>
        </pc:spChg>
        <pc:spChg chg="mod">
          <ac:chgData name="Jérémy  NICON" userId="94a6ae6d-3ccb-4b58-a804-76c2e74f6511" providerId="ADAL" clId="{931F5A44-9163-4FC9-8C22-E10649995436}" dt="2024-11-07T14:11:07.556" v="286" actId="1076"/>
          <ac:spMkLst>
            <pc:docMk/>
            <pc:sldMk cId="0" sldId="283"/>
            <ac:spMk id="14342" creationId="{5D450951-F547-9295-8A73-C3A989D49AEE}"/>
          </ac:spMkLst>
        </pc:spChg>
        <pc:spChg chg="mod">
          <ac:chgData name="Jérémy  NICON" userId="94a6ae6d-3ccb-4b58-a804-76c2e74f6511" providerId="ADAL" clId="{931F5A44-9163-4FC9-8C22-E10649995436}" dt="2024-11-07T14:11:07.556" v="286" actId="1076"/>
          <ac:spMkLst>
            <pc:docMk/>
            <pc:sldMk cId="0" sldId="283"/>
            <ac:spMk id="14343" creationId="{497B20BD-7005-039C-FCEF-22C774043D09}"/>
          </ac:spMkLst>
        </pc:spChg>
      </pc:sldChg>
      <pc:sldChg chg="delSp mod">
        <pc:chgData name="Jérémy  NICON" userId="94a6ae6d-3ccb-4b58-a804-76c2e74f6511" providerId="ADAL" clId="{931F5A44-9163-4FC9-8C22-E10649995436}" dt="2024-11-07T13:15:34.552" v="14" actId="478"/>
        <pc:sldMkLst>
          <pc:docMk/>
          <pc:sldMk cId="0" sldId="284"/>
        </pc:sldMkLst>
        <pc:spChg chg="del">
          <ac:chgData name="Jérémy  NICON" userId="94a6ae6d-3ccb-4b58-a804-76c2e74f6511" providerId="ADAL" clId="{931F5A44-9163-4FC9-8C22-E10649995436}" dt="2024-11-07T13:15:34.552" v="14" actId="478"/>
          <ac:spMkLst>
            <pc:docMk/>
            <pc:sldMk cId="0" sldId="284"/>
            <ac:spMk id="2" creationId="{119C17C3-1AC2-62B8-9FB6-B8F47BD9057B}"/>
          </ac:spMkLst>
        </pc:spChg>
      </pc:sldChg>
      <pc:sldChg chg="delSp mod">
        <pc:chgData name="Jérémy  NICON" userId="94a6ae6d-3ccb-4b58-a804-76c2e74f6511" providerId="ADAL" clId="{931F5A44-9163-4FC9-8C22-E10649995436}" dt="2024-11-07T13:15:38.436" v="15" actId="478"/>
        <pc:sldMkLst>
          <pc:docMk/>
          <pc:sldMk cId="0" sldId="285"/>
        </pc:sldMkLst>
        <pc:spChg chg="del">
          <ac:chgData name="Jérémy  NICON" userId="94a6ae6d-3ccb-4b58-a804-76c2e74f6511" providerId="ADAL" clId="{931F5A44-9163-4FC9-8C22-E10649995436}" dt="2024-11-07T13:15:38.436" v="15" actId="478"/>
          <ac:spMkLst>
            <pc:docMk/>
            <pc:sldMk cId="0" sldId="285"/>
            <ac:spMk id="2" creationId="{C2B60B35-671A-BC77-2DA9-853588F7E942}"/>
          </ac:spMkLst>
        </pc:spChg>
      </pc:sldChg>
      <pc:sldChg chg="delSp modSp mod">
        <pc:chgData name="Jérémy  NICON" userId="94a6ae6d-3ccb-4b58-a804-76c2e74f6511" providerId="ADAL" clId="{931F5A44-9163-4FC9-8C22-E10649995436}" dt="2024-11-07T13:15:30.074" v="13" actId="478"/>
        <pc:sldMkLst>
          <pc:docMk/>
          <pc:sldMk cId="0" sldId="287"/>
        </pc:sldMkLst>
        <pc:spChg chg="del mod">
          <ac:chgData name="Jérémy  NICON" userId="94a6ae6d-3ccb-4b58-a804-76c2e74f6511" providerId="ADAL" clId="{931F5A44-9163-4FC9-8C22-E10649995436}" dt="2024-11-07T13:15:30.074" v="13" actId="478"/>
          <ac:spMkLst>
            <pc:docMk/>
            <pc:sldMk cId="0" sldId="287"/>
            <ac:spMk id="2" creationId="{DF90A856-2364-0E97-2571-551008490314}"/>
          </ac:spMkLst>
        </pc:spChg>
      </pc:sldChg>
      <pc:sldChg chg="delSp mod">
        <pc:chgData name="Jérémy  NICON" userId="94a6ae6d-3ccb-4b58-a804-76c2e74f6511" providerId="ADAL" clId="{931F5A44-9163-4FC9-8C22-E10649995436}" dt="2024-11-07T13:15:45.073" v="16" actId="478"/>
        <pc:sldMkLst>
          <pc:docMk/>
          <pc:sldMk cId="0" sldId="289"/>
        </pc:sldMkLst>
        <pc:spChg chg="del">
          <ac:chgData name="Jérémy  NICON" userId="94a6ae6d-3ccb-4b58-a804-76c2e74f6511" providerId="ADAL" clId="{931F5A44-9163-4FC9-8C22-E10649995436}" dt="2024-11-07T13:15:45.073" v="16" actId="478"/>
          <ac:spMkLst>
            <pc:docMk/>
            <pc:sldMk cId="0" sldId="289"/>
            <ac:spMk id="2" creationId="{E6AC2392-8594-344E-8717-CF5C20122C33}"/>
          </ac:spMkLst>
        </pc:spChg>
      </pc:sldChg>
      <pc:sldChg chg="delSp modSp mod">
        <pc:chgData name="Jérémy  NICON" userId="94a6ae6d-3ccb-4b58-a804-76c2e74f6511" providerId="ADAL" clId="{931F5A44-9163-4FC9-8C22-E10649995436}" dt="2024-11-07T13:24:25.776" v="69" actId="1076"/>
        <pc:sldMkLst>
          <pc:docMk/>
          <pc:sldMk cId="0" sldId="290"/>
        </pc:sldMkLst>
        <pc:spChg chg="del">
          <ac:chgData name="Jérémy  NICON" userId="94a6ae6d-3ccb-4b58-a804-76c2e74f6511" providerId="ADAL" clId="{931F5A44-9163-4FC9-8C22-E10649995436}" dt="2024-11-07T13:24:21.823" v="68" actId="478"/>
          <ac:spMkLst>
            <pc:docMk/>
            <pc:sldMk cId="0" sldId="290"/>
            <ac:spMk id="2" creationId="{81359324-4255-FC35-7314-BFA0CED19F7F}"/>
          </ac:spMkLst>
        </pc:spChg>
        <pc:spChg chg="mod">
          <ac:chgData name="Jérémy  NICON" userId="94a6ae6d-3ccb-4b58-a804-76c2e74f6511" providerId="ADAL" clId="{931F5A44-9163-4FC9-8C22-E10649995436}" dt="2024-11-07T13:24:25.776" v="69" actId="1076"/>
          <ac:spMkLst>
            <pc:docMk/>
            <pc:sldMk cId="0" sldId="290"/>
            <ac:spMk id="22531" creationId="{F0BCD3F7-2BAB-02FD-D5D9-D073A3AFDF9E}"/>
          </ac:spMkLst>
        </pc:spChg>
        <pc:spChg chg="mod">
          <ac:chgData name="Jérémy  NICON" userId="94a6ae6d-3ccb-4b58-a804-76c2e74f6511" providerId="ADAL" clId="{931F5A44-9163-4FC9-8C22-E10649995436}" dt="2024-11-07T13:24:25.776" v="69" actId="1076"/>
          <ac:spMkLst>
            <pc:docMk/>
            <pc:sldMk cId="0" sldId="290"/>
            <ac:spMk id="22532" creationId="{3C0CDEB6-8946-BD64-40A9-515A2EDC332D}"/>
          </ac:spMkLst>
        </pc:spChg>
        <pc:spChg chg="mod">
          <ac:chgData name="Jérémy  NICON" userId="94a6ae6d-3ccb-4b58-a804-76c2e74f6511" providerId="ADAL" clId="{931F5A44-9163-4FC9-8C22-E10649995436}" dt="2024-11-07T13:24:25.776" v="69" actId="1076"/>
          <ac:spMkLst>
            <pc:docMk/>
            <pc:sldMk cId="0" sldId="290"/>
            <ac:spMk id="22533" creationId="{847BD53B-23F4-F1DF-644A-B8F1976E232E}"/>
          </ac:spMkLst>
        </pc:spChg>
        <pc:spChg chg="mod">
          <ac:chgData name="Jérémy  NICON" userId="94a6ae6d-3ccb-4b58-a804-76c2e74f6511" providerId="ADAL" clId="{931F5A44-9163-4FC9-8C22-E10649995436}" dt="2024-11-07T13:24:25.776" v="69" actId="1076"/>
          <ac:spMkLst>
            <pc:docMk/>
            <pc:sldMk cId="0" sldId="290"/>
            <ac:spMk id="22534" creationId="{CC9901A5-D8B6-C23E-BCD7-F34131C8C17A}"/>
          </ac:spMkLst>
        </pc:spChg>
      </pc:sldChg>
      <pc:sldChg chg="delSp modSp mod">
        <pc:chgData name="Jérémy  NICON" userId="94a6ae6d-3ccb-4b58-a804-76c2e74f6511" providerId="ADAL" clId="{931F5A44-9163-4FC9-8C22-E10649995436}" dt="2024-11-07T13:24:48.542" v="73" actId="1076"/>
        <pc:sldMkLst>
          <pc:docMk/>
          <pc:sldMk cId="0" sldId="291"/>
        </pc:sldMkLst>
        <pc:spChg chg="del">
          <ac:chgData name="Jérémy  NICON" userId="94a6ae6d-3ccb-4b58-a804-76c2e74f6511" providerId="ADAL" clId="{931F5A44-9163-4FC9-8C22-E10649995436}" dt="2024-11-07T13:24:42.088" v="72" actId="478"/>
          <ac:spMkLst>
            <pc:docMk/>
            <pc:sldMk cId="0" sldId="291"/>
            <ac:spMk id="2" creationId="{9F13A975-7669-D483-E017-779C594F4AB8}"/>
          </ac:spMkLst>
        </pc:spChg>
        <pc:spChg chg="mod">
          <ac:chgData name="Jérémy  NICON" userId="94a6ae6d-3ccb-4b58-a804-76c2e74f6511" providerId="ADAL" clId="{931F5A44-9163-4FC9-8C22-E10649995436}" dt="2024-11-07T13:24:48.542" v="73" actId="1076"/>
          <ac:spMkLst>
            <pc:docMk/>
            <pc:sldMk cId="0" sldId="291"/>
            <ac:spMk id="24578" creationId="{2E5ECF1E-8902-2C73-8E6F-1962C8B9754B}"/>
          </ac:spMkLst>
        </pc:spChg>
      </pc:sldChg>
      <pc:sldChg chg="delSp modSp mod">
        <pc:chgData name="Jérémy  NICON" userId="94a6ae6d-3ccb-4b58-a804-76c2e74f6511" providerId="ADAL" clId="{931F5A44-9163-4FC9-8C22-E10649995436}" dt="2024-11-07T13:25:10.726" v="78" actId="1076"/>
        <pc:sldMkLst>
          <pc:docMk/>
          <pc:sldMk cId="0" sldId="294"/>
        </pc:sldMkLst>
        <pc:spChg chg="del">
          <ac:chgData name="Jérémy  NICON" userId="94a6ae6d-3ccb-4b58-a804-76c2e74f6511" providerId="ADAL" clId="{931F5A44-9163-4FC9-8C22-E10649995436}" dt="2024-11-07T13:25:05.088" v="76" actId="478"/>
          <ac:spMkLst>
            <pc:docMk/>
            <pc:sldMk cId="0" sldId="294"/>
            <ac:spMk id="2" creationId="{9A445697-19C4-1C65-DFB4-5EFF3CCDE420}"/>
          </ac:spMkLst>
        </pc:spChg>
        <pc:spChg chg="mod">
          <ac:chgData name="Jérémy  NICON" userId="94a6ae6d-3ccb-4b58-a804-76c2e74f6511" providerId="ADAL" clId="{931F5A44-9163-4FC9-8C22-E10649995436}" dt="2024-11-07T13:25:10.726" v="78" actId="1076"/>
          <ac:spMkLst>
            <pc:docMk/>
            <pc:sldMk cId="0" sldId="294"/>
            <ac:spMk id="8" creationId="{8D07215C-4D6E-BAEE-5CA3-BB3CC19EBB8C}"/>
          </ac:spMkLst>
        </pc:spChg>
        <pc:spChg chg="mod">
          <ac:chgData name="Jérémy  NICON" userId="94a6ae6d-3ccb-4b58-a804-76c2e74f6511" providerId="ADAL" clId="{931F5A44-9163-4FC9-8C22-E10649995436}" dt="2024-11-07T13:25:10.726" v="78" actId="1076"/>
          <ac:spMkLst>
            <pc:docMk/>
            <pc:sldMk cId="0" sldId="294"/>
            <ac:spMk id="27651" creationId="{B81770FC-85F3-D046-8081-8D89F277D3CA}"/>
          </ac:spMkLst>
        </pc:spChg>
        <pc:spChg chg="mod">
          <ac:chgData name="Jérémy  NICON" userId="94a6ae6d-3ccb-4b58-a804-76c2e74f6511" providerId="ADAL" clId="{931F5A44-9163-4FC9-8C22-E10649995436}" dt="2024-11-07T13:25:10.726" v="78" actId="1076"/>
          <ac:spMkLst>
            <pc:docMk/>
            <pc:sldMk cId="0" sldId="294"/>
            <ac:spMk id="27652" creationId="{0DD04EA4-ECCB-FCA0-317F-6B41C1D2314E}"/>
          </ac:spMkLst>
        </pc:spChg>
        <pc:spChg chg="mod">
          <ac:chgData name="Jérémy  NICON" userId="94a6ae6d-3ccb-4b58-a804-76c2e74f6511" providerId="ADAL" clId="{931F5A44-9163-4FC9-8C22-E10649995436}" dt="2024-11-07T13:25:10.726" v="78" actId="1076"/>
          <ac:spMkLst>
            <pc:docMk/>
            <pc:sldMk cId="0" sldId="294"/>
            <ac:spMk id="27653" creationId="{11126D4F-45CA-E3EE-97E8-FA35E1578C9D}"/>
          </ac:spMkLst>
        </pc:spChg>
      </pc:sldChg>
      <pc:sldChg chg="delSp modSp mod">
        <pc:chgData name="Jérémy  NICON" userId="94a6ae6d-3ccb-4b58-a804-76c2e74f6511" providerId="ADAL" clId="{931F5A44-9163-4FC9-8C22-E10649995436}" dt="2024-11-07T13:25:23.041" v="81" actId="1076"/>
        <pc:sldMkLst>
          <pc:docMk/>
          <pc:sldMk cId="0" sldId="295"/>
        </pc:sldMkLst>
        <pc:spChg chg="del">
          <ac:chgData name="Jérémy  NICON" userId="94a6ae6d-3ccb-4b58-a804-76c2e74f6511" providerId="ADAL" clId="{931F5A44-9163-4FC9-8C22-E10649995436}" dt="2024-11-07T13:25:16.207" v="79" actId="478"/>
          <ac:spMkLst>
            <pc:docMk/>
            <pc:sldMk cId="0" sldId="295"/>
            <ac:spMk id="2" creationId="{E2ECB478-C434-B732-18A2-AED740A2C44A}"/>
          </ac:spMkLst>
        </pc:spChg>
        <pc:spChg chg="mod">
          <ac:chgData name="Jérémy  NICON" userId="94a6ae6d-3ccb-4b58-a804-76c2e74f6511" providerId="ADAL" clId="{931F5A44-9163-4FC9-8C22-E10649995436}" dt="2024-11-07T13:25:23.041" v="81" actId="1076"/>
          <ac:spMkLst>
            <pc:docMk/>
            <pc:sldMk cId="0" sldId="295"/>
            <ac:spMk id="28674" creationId="{10131F8F-749B-3FB9-0432-002200C085E9}"/>
          </ac:spMkLst>
        </pc:spChg>
        <pc:spChg chg="mod">
          <ac:chgData name="Jérémy  NICON" userId="94a6ae6d-3ccb-4b58-a804-76c2e74f6511" providerId="ADAL" clId="{931F5A44-9163-4FC9-8C22-E10649995436}" dt="2024-11-07T13:25:21.133" v="80" actId="1076"/>
          <ac:spMkLst>
            <pc:docMk/>
            <pc:sldMk cId="0" sldId="295"/>
            <ac:spMk id="28675" creationId="{97BCD075-0968-33FE-9567-42BED1A401BB}"/>
          </ac:spMkLst>
        </pc:spChg>
        <pc:spChg chg="mod">
          <ac:chgData name="Jérémy  NICON" userId="94a6ae6d-3ccb-4b58-a804-76c2e74f6511" providerId="ADAL" clId="{931F5A44-9163-4FC9-8C22-E10649995436}" dt="2024-11-07T13:25:21.133" v="80" actId="1076"/>
          <ac:spMkLst>
            <pc:docMk/>
            <pc:sldMk cId="0" sldId="295"/>
            <ac:spMk id="28676" creationId="{23C18625-DAF6-155E-454C-AC0B443D330A}"/>
          </ac:spMkLst>
        </pc:spChg>
        <pc:spChg chg="mod">
          <ac:chgData name="Jérémy  NICON" userId="94a6ae6d-3ccb-4b58-a804-76c2e74f6511" providerId="ADAL" clId="{931F5A44-9163-4FC9-8C22-E10649995436}" dt="2024-11-07T13:25:21.133" v="80" actId="1076"/>
          <ac:spMkLst>
            <pc:docMk/>
            <pc:sldMk cId="0" sldId="295"/>
            <ac:spMk id="28677" creationId="{5D977C39-3F14-D035-D470-384F7C7011E6}"/>
          </ac:spMkLst>
        </pc:spChg>
        <pc:spChg chg="mod">
          <ac:chgData name="Jérémy  NICON" userId="94a6ae6d-3ccb-4b58-a804-76c2e74f6511" providerId="ADAL" clId="{931F5A44-9163-4FC9-8C22-E10649995436}" dt="2024-11-07T13:25:21.133" v="80" actId="1076"/>
          <ac:spMkLst>
            <pc:docMk/>
            <pc:sldMk cId="0" sldId="295"/>
            <ac:spMk id="28678" creationId="{EC4ABF8F-17D1-0CEC-15B1-854BE3E72A4C}"/>
          </ac:spMkLst>
        </pc:spChg>
        <pc:spChg chg="mod">
          <ac:chgData name="Jérémy  NICON" userId="94a6ae6d-3ccb-4b58-a804-76c2e74f6511" providerId="ADAL" clId="{931F5A44-9163-4FC9-8C22-E10649995436}" dt="2024-11-07T13:25:21.133" v="80" actId="1076"/>
          <ac:spMkLst>
            <pc:docMk/>
            <pc:sldMk cId="0" sldId="295"/>
            <ac:spMk id="28679" creationId="{B36B116E-FC7E-EE49-2AD3-F983F2F486EA}"/>
          </ac:spMkLst>
        </pc:spChg>
        <pc:spChg chg="mod">
          <ac:chgData name="Jérémy  NICON" userId="94a6ae6d-3ccb-4b58-a804-76c2e74f6511" providerId="ADAL" clId="{931F5A44-9163-4FC9-8C22-E10649995436}" dt="2024-11-07T13:25:21.133" v="80" actId="1076"/>
          <ac:spMkLst>
            <pc:docMk/>
            <pc:sldMk cId="0" sldId="295"/>
            <ac:spMk id="28680" creationId="{E6BFF877-75E2-20A2-F5E9-E6AD364BD696}"/>
          </ac:spMkLst>
        </pc:spChg>
        <pc:spChg chg="mod">
          <ac:chgData name="Jérémy  NICON" userId="94a6ae6d-3ccb-4b58-a804-76c2e74f6511" providerId="ADAL" clId="{931F5A44-9163-4FC9-8C22-E10649995436}" dt="2024-11-07T13:25:21.133" v="80" actId="1076"/>
          <ac:spMkLst>
            <pc:docMk/>
            <pc:sldMk cId="0" sldId="295"/>
            <ac:spMk id="28681" creationId="{6D96C18B-04FC-7838-4651-F3D5AB8FD90C}"/>
          </ac:spMkLst>
        </pc:spChg>
        <pc:spChg chg="mod">
          <ac:chgData name="Jérémy  NICON" userId="94a6ae6d-3ccb-4b58-a804-76c2e74f6511" providerId="ADAL" clId="{931F5A44-9163-4FC9-8C22-E10649995436}" dt="2024-11-07T13:25:21.133" v="80" actId="1076"/>
          <ac:spMkLst>
            <pc:docMk/>
            <pc:sldMk cId="0" sldId="295"/>
            <ac:spMk id="28682" creationId="{9A732056-D148-5345-9857-2C456ABF079E}"/>
          </ac:spMkLst>
        </pc:spChg>
        <pc:spChg chg="mod">
          <ac:chgData name="Jérémy  NICON" userId="94a6ae6d-3ccb-4b58-a804-76c2e74f6511" providerId="ADAL" clId="{931F5A44-9163-4FC9-8C22-E10649995436}" dt="2024-11-07T13:25:21.133" v="80" actId="1076"/>
          <ac:spMkLst>
            <pc:docMk/>
            <pc:sldMk cId="0" sldId="295"/>
            <ac:spMk id="28683" creationId="{8C14B4F8-2FA9-E241-2834-F069E1298960}"/>
          </ac:spMkLst>
        </pc:spChg>
        <pc:spChg chg="mod">
          <ac:chgData name="Jérémy  NICON" userId="94a6ae6d-3ccb-4b58-a804-76c2e74f6511" providerId="ADAL" clId="{931F5A44-9163-4FC9-8C22-E10649995436}" dt="2024-11-07T13:25:21.133" v="80" actId="1076"/>
          <ac:spMkLst>
            <pc:docMk/>
            <pc:sldMk cId="0" sldId="295"/>
            <ac:spMk id="28684" creationId="{D4131583-3449-8465-26EC-BFA0C14F657A}"/>
          </ac:spMkLst>
        </pc:spChg>
        <pc:spChg chg="mod">
          <ac:chgData name="Jérémy  NICON" userId="94a6ae6d-3ccb-4b58-a804-76c2e74f6511" providerId="ADAL" clId="{931F5A44-9163-4FC9-8C22-E10649995436}" dt="2024-11-07T13:25:21.133" v="80" actId="1076"/>
          <ac:spMkLst>
            <pc:docMk/>
            <pc:sldMk cId="0" sldId="295"/>
            <ac:spMk id="28685" creationId="{91459763-7302-D2DB-5C59-91D11BFF19E3}"/>
          </ac:spMkLst>
        </pc:spChg>
        <pc:spChg chg="mod">
          <ac:chgData name="Jérémy  NICON" userId="94a6ae6d-3ccb-4b58-a804-76c2e74f6511" providerId="ADAL" clId="{931F5A44-9163-4FC9-8C22-E10649995436}" dt="2024-11-07T13:25:21.133" v="80" actId="1076"/>
          <ac:spMkLst>
            <pc:docMk/>
            <pc:sldMk cId="0" sldId="295"/>
            <ac:spMk id="28686" creationId="{6C830950-637D-4047-AB94-769E82F6C7BA}"/>
          </ac:spMkLst>
        </pc:spChg>
        <pc:spChg chg="mod">
          <ac:chgData name="Jérémy  NICON" userId="94a6ae6d-3ccb-4b58-a804-76c2e74f6511" providerId="ADAL" clId="{931F5A44-9163-4FC9-8C22-E10649995436}" dt="2024-11-07T13:25:21.133" v="80" actId="1076"/>
          <ac:spMkLst>
            <pc:docMk/>
            <pc:sldMk cId="0" sldId="295"/>
            <ac:spMk id="28687" creationId="{071EB823-66B9-53D2-49B0-C232240DEF5D}"/>
          </ac:spMkLst>
        </pc:spChg>
        <pc:spChg chg="mod">
          <ac:chgData name="Jérémy  NICON" userId="94a6ae6d-3ccb-4b58-a804-76c2e74f6511" providerId="ADAL" clId="{931F5A44-9163-4FC9-8C22-E10649995436}" dt="2024-11-07T13:25:21.133" v="80" actId="1076"/>
          <ac:spMkLst>
            <pc:docMk/>
            <pc:sldMk cId="0" sldId="295"/>
            <ac:spMk id="28688" creationId="{679B5A55-2237-1FF0-CD76-B1C10DD3C6DB}"/>
          </ac:spMkLst>
        </pc:spChg>
        <pc:spChg chg="mod">
          <ac:chgData name="Jérémy  NICON" userId="94a6ae6d-3ccb-4b58-a804-76c2e74f6511" providerId="ADAL" clId="{931F5A44-9163-4FC9-8C22-E10649995436}" dt="2024-11-07T13:25:21.133" v="80" actId="1076"/>
          <ac:spMkLst>
            <pc:docMk/>
            <pc:sldMk cId="0" sldId="295"/>
            <ac:spMk id="28689" creationId="{017A881F-465A-CBEE-B3A4-6C386A8F6BE2}"/>
          </ac:spMkLst>
        </pc:spChg>
        <pc:spChg chg="mod">
          <ac:chgData name="Jérémy  NICON" userId="94a6ae6d-3ccb-4b58-a804-76c2e74f6511" providerId="ADAL" clId="{931F5A44-9163-4FC9-8C22-E10649995436}" dt="2024-11-07T13:25:21.133" v="80" actId="1076"/>
          <ac:spMkLst>
            <pc:docMk/>
            <pc:sldMk cId="0" sldId="295"/>
            <ac:spMk id="28690" creationId="{9FE489E4-6EF0-E33B-A929-0338791B688F}"/>
          </ac:spMkLst>
        </pc:spChg>
        <pc:spChg chg="mod">
          <ac:chgData name="Jérémy  NICON" userId="94a6ae6d-3ccb-4b58-a804-76c2e74f6511" providerId="ADAL" clId="{931F5A44-9163-4FC9-8C22-E10649995436}" dt="2024-11-07T13:25:21.133" v="80" actId="1076"/>
          <ac:spMkLst>
            <pc:docMk/>
            <pc:sldMk cId="0" sldId="295"/>
            <ac:spMk id="28691" creationId="{BC80B3FB-B4B2-7337-5D31-AC0D581F6640}"/>
          </ac:spMkLst>
        </pc:spChg>
        <pc:spChg chg="mod">
          <ac:chgData name="Jérémy  NICON" userId="94a6ae6d-3ccb-4b58-a804-76c2e74f6511" providerId="ADAL" clId="{931F5A44-9163-4FC9-8C22-E10649995436}" dt="2024-11-07T13:25:21.133" v="80" actId="1076"/>
          <ac:spMkLst>
            <pc:docMk/>
            <pc:sldMk cId="0" sldId="295"/>
            <ac:spMk id="28692" creationId="{0CD695A7-9EF2-7DDE-76FF-FBC45652E923}"/>
          </ac:spMkLst>
        </pc:spChg>
      </pc:sldChg>
      <pc:sldChg chg="delSp modSp mod">
        <pc:chgData name="Jérémy  NICON" userId="94a6ae6d-3ccb-4b58-a804-76c2e74f6511" providerId="ADAL" clId="{931F5A44-9163-4FC9-8C22-E10649995436}" dt="2024-11-07T13:14:39.456" v="3" actId="1076"/>
        <pc:sldMkLst>
          <pc:docMk/>
          <pc:sldMk cId="0" sldId="301"/>
        </pc:sldMkLst>
        <pc:spChg chg="del">
          <ac:chgData name="Jérémy  NICON" userId="94a6ae6d-3ccb-4b58-a804-76c2e74f6511" providerId="ADAL" clId="{931F5A44-9163-4FC9-8C22-E10649995436}" dt="2024-11-07T13:14:34.438" v="2" actId="478"/>
          <ac:spMkLst>
            <pc:docMk/>
            <pc:sldMk cId="0" sldId="301"/>
            <ac:spMk id="2" creationId="{6B0E07F2-D88C-A03C-BB47-F3EC6909AD2C}"/>
          </ac:spMkLst>
        </pc:spChg>
        <pc:spChg chg="mod">
          <ac:chgData name="Jérémy  NICON" userId="94a6ae6d-3ccb-4b58-a804-76c2e74f6511" providerId="ADAL" clId="{931F5A44-9163-4FC9-8C22-E10649995436}" dt="2024-11-07T13:14:39.456" v="3" actId="1076"/>
          <ac:spMkLst>
            <pc:docMk/>
            <pc:sldMk cId="0" sldId="301"/>
            <ac:spMk id="9218" creationId="{DD6CEF85-C4B9-A0D9-CB8E-95D6F7B25FCA}"/>
          </ac:spMkLst>
        </pc:spChg>
        <pc:spChg chg="mod">
          <ac:chgData name="Jérémy  NICON" userId="94a6ae6d-3ccb-4b58-a804-76c2e74f6511" providerId="ADAL" clId="{931F5A44-9163-4FC9-8C22-E10649995436}" dt="2024-11-07T13:14:39.456" v="3" actId="1076"/>
          <ac:spMkLst>
            <pc:docMk/>
            <pc:sldMk cId="0" sldId="301"/>
            <ac:spMk id="9220" creationId="{7C41386D-15F8-BB53-4A65-BCFC056F13AB}"/>
          </ac:spMkLst>
        </pc:spChg>
        <pc:spChg chg="mod">
          <ac:chgData name="Jérémy  NICON" userId="94a6ae6d-3ccb-4b58-a804-76c2e74f6511" providerId="ADAL" clId="{931F5A44-9163-4FC9-8C22-E10649995436}" dt="2024-11-07T13:14:39.456" v="3" actId="1076"/>
          <ac:spMkLst>
            <pc:docMk/>
            <pc:sldMk cId="0" sldId="301"/>
            <ac:spMk id="9221" creationId="{28540840-2574-FE03-543A-DE7EB986ABB7}"/>
          </ac:spMkLst>
        </pc:spChg>
        <pc:spChg chg="mod">
          <ac:chgData name="Jérémy  NICON" userId="94a6ae6d-3ccb-4b58-a804-76c2e74f6511" providerId="ADAL" clId="{931F5A44-9163-4FC9-8C22-E10649995436}" dt="2024-11-07T13:14:39.456" v="3" actId="1076"/>
          <ac:spMkLst>
            <pc:docMk/>
            <pc:sldMk cId="0" sldId="301"/>
            <ac:spMk id="9222" creationId="{A7ACA8AF-AE96-2E8A-4C34-746E9BBE960B}"/>
          </ac:spMkLst>
        </pc:spChg>
        <pc:spChg chg="mod">
          <ac:chgData name="Jérémy  NICON" userId="94a6ae6d-3ccb-4b58-a804-76c2e74f6511" providerId="ADAL" clId="{931F5A44-9163-4FC9-8C22-E10649995436}" dt="2024-11-07T13:14:39.456" v="3" actId="1076"/>
          <ac:spMkLst>
            <pc:docMk/>
            <pc:sldMk cId="0" sldId="301"/>
            <ac:spMk id="9223" creationId="{40A11747-F5EF-4D4C-52FB-8C56E35B90F5}"/>
          </ac:spMkLst>
        </pc:spChg>
        <pc:spChg chg="mod">
          <ac:chgData name="Jérémy  NICON" userId="94a6ae6d-3ccb-4b58-a804-76c2e74f6511" providerId="ADAL" clId="{931F5A44-9163-4FC9-8C22-E10649995436}" dt="2024-11-07T13:14:39.456" v="3" actId="1076"/>
          <ac:spMkLst>
            <pc:docMk/>
            <pc:sldMk cId="0" sldId="301"/>
            <ac:spMk id="9224" creationId="{FAA65866-76A0-B8E3-E6C0-5AEED969E570}"/>
          </ac:spMkLst>
        </pc:spChg>
        <pc:spChg chg="mod">
          <ac:chgData name="Jérémy  NICON" userId="94a6ae6d-3ccb-4b58-a804-76c2e74f6511" providerId="ADAL" clId="{931F5A44-9163-4FC9-8C22-E10649995436}" dt="2024-11-07T13:14:39.456" v="3" actId="1076"/>
          <ac:spMkLst>
            <pc:docMk/>
            <pc:sldMk cId="0" sldId="301"/>
            <ac:spMk id="9225" creationId="{2D18A1C7-C517-6D20-C08E-C56D1EEEDEC9}"/>
          </ac:spMkLst>
        </pc:spChg>
        <pc:spChg chg="mod">
          <ac:chgData name="Jérémy  NICON" userId="94a6ae6d-3ccb-4b58-a804-76c2e74f6511" providerId="ADAL" clId="{931F5A44-9163-4FC9-8C22-E10649995436}" dt="2024-11-07T13:14:39.456" v="3" actId="1076"/>
          <ac:spMkLst>
            <pc:docMk/>
            <pc:sldMk cId="0" sldId="301"/>
            <ac:spMk id="9226" creationId="{BE22A11C-D57A-4B8B-26FF-F8023E893BB1}"/>
          </ac:spMkLst>
        </pc:spChg>
        <pc:spChg chg="mod">
          <ac:chgData name="Jérémy  NICON" userId="94a6ae6d-3ccb-4b58-a804-76c2e74f6511" providerId="ADAL" clId="{931F5A44-9163-4FC9-8C22-E10649995436}" dt="2024-11-07T13:14:39.456" v="3" actId="1076"/>
          <ac:spMkLst>
            <pc:docMk/>
            <pc:sldMk cId="0" sldId="301"/>
            <ac:spMk id="9227" creationId="{BE39B316-2D6E-BE38-021F-855F48FAA196}"/>
          </ac:spMkLst>
        </pc:spChg>
      </pc:sldChg>
      <pc:sldChg chg="delSp modSp mod">
        <pc:chgData name="Jérémy  NICON" userId="94a6ae6d-3ccb-4b58-a804-76c2e74f6511" providerId="ADAL" clId="{931F5A44-9163-4FC9-8C22-E10649995436}" dt="2024-11-07T13:24:37.241" v="71" actId="1076"/>
        <pc:sldMkLst>
          <pc:docMk/>
          <pc:sldMk cId="0" sldId="306"/>
        </pc:sldMkLst>
        <pc:spChg chg="del">
          <ac:chgData name="Jérémy  NICON" userId="94a6ae6d-3ccb-4b58-a804-76c2e74f6511" providerId="ADAL" clId="{931F5A44-9163-4FC9-8C22-E10649995436}" dt="2024-11-07T13:24:31.932" v="70" actId="478"/>
          <ac:spMkLst>
            <pc:docMk/>
            <pc:sldMk cId="0" sldId="306"/>
            <ac:spMk id="2" creationId="{27D901DF-DCC4-A592-385C-66F6D274FFA4}"/>
          </ac:spMkLst>
        </pc:spChg>
        <pc:spChg chg="mod">
          <ac:chgData name="Jérémy  NICON" userId="94a6ae6d-3ccb-4b58-a804-76c2e74f6511" providerId="ADAL" clId="{931F5A44-9163-4FC9-8C22-E10649995436}" dt="2024-11-07T13:24:37.241" v="71" actId="1076"/>
          <ac:spMkLst>
            <pc:docMk/>
            <pc:sldMk cId="0" sldId="306"/>
            <ac:spMk id="23555" creationId="{92A3324A-75D6-F55F-1E26-27977C3DBA7D}"/>
          </ac:spMkLst>
        </pc:spChg>
        <pc:spChg chg="mod">
          <ac:chgData name="Jérémy  NICON" userId="94a6ae6d-3ccb-4b58-a804-76c2e74f6511" providerId="ADAL" clId="{931F5A44-9163-4FC9-8C22-E10649995436}" dt="2024-11-07T13:24:37.241" v="71" actId="1076"/>
          <ac:spMkLst>
            <pc:docMk/>
            <pc:sldMk cId="0" sldId="306"/>
            <ac:spMk id="23556" creationId="{3192EDE7-F3ED-40B8-9B3C-07C3FB041EB6}"/>
          </ac:spMkLst>
        </pc:spChg>
        <pc:spChg chg="mod">
          <ac:chgData name="Jérémy  NICON" userId="94a6ae6d-3ccb-4b58-a804-76c2e74f6511" providerId="ADAL" clId="{931F5A44-9163-4FC9-8C22-E10649995436}" dt="2024-11-07T13:24:37.241" v="71" actId="1076"/>
          <ac:spMkLst>
            <pc:docMk/>
            <pc:sldMk cId="0" sldId="306"/>
            <ac:spMk id="23557" creationId="{B028563B-3806-BBB2-EA34-1D5CA9312911}"/>
          </ac:spMkLst>
        </pc:spChg>
        <pc:spChg chg="mod">
          <ac:chgData name="Jérémy  NICON" userId="94a6ae6d-3ccb-4b58-a804-76c2e74f6511" providerId="ADAL" clId="{931F5A44-9163-4FC9-8C22-E10649995436}" dt="2024-11-07T13:24:37.241" v="71" actId="1076"/>
          <ac:spMkLst>
            <pc:docMk/>
            <pc:sldMk cId="0" sldId="306"/>
            <ac:spMk id="23558" creationId="{ECE1FBAA-985F-803A-C180-2A86462E2854}"/>
          </ac:spMkLst>
        </pc:spChg>
        <pc:spChg chg="mod">
          <ac:chgData name="Jérémy  NICON" userId="94a6ae6d-3ccb-4b58-a804-76c2e74f6511" providerId="ADAL" clId="{931F5A44-9163-4FC9-8C22-E10649995436}" dt="2024-11-07T13:24:37.241" v="71" actId="1076"/>
          <ac:spMkLst>
            <pc:docMk/>
            <pc:sldMk cId="0" sldId="306"/>
            <ac:spMk id="23559" creationId="{8EF0BF12-8882-EA6B-8990-E3B979F8C219}"/>
          </ac:spMkLst>
        </pc:spChg>
      </pc:sldChg>
      <pc:sldChg chg="delSp modSp mod">
        <pc:chgData name="Jérémy  NICON" userId="94a6ae6d-3ccb-4b58-a804-76c2e74f6511" providerId="ADAL" clId="{931F5A44-9163-4FC9-8C22-E10649995436}" dt="2024-11-07T13:25:37.379" v="84" actId="1076"/>
        <pc:sldMkLst>
          <pc:docMk/>
          <pc:sldMk cId="0" sldId="311"/>
        </pc:sldMkLst>
        <pc:spChg chg="del">
          <ac:chgData name="Jérémy  NICON" userId="94a6ae6d-3ccb-4b58-a804-76c2e74f6511" providerId="ADAL" clId="{931F5A44-9163-4FC9-8C22-E10649995436}" dt="2024-11-07T13:25:31.360" v="82" actId="478"/>
          <ac:spMkLst>
            <pc:docMk/>
            <pc:sldMk cId="0" sldId="311"/>
            <ac:spMk id="2" creationId="{12C0E2C6-9178-65FD-0667-D74529FA16BE}"/>
          </ac:spMkLst>
        </pc:spChg>
        <pc:spChg chg="mod">
          <ac:chgData name="Jérémy  NICON" userId="94a6ae6d-3ccb-4b58-a804-76c2e74f6511" providerId="ADAL" clId="{931F5A44-9163-4FC9-8C22-E10649995436}" dt="2024-11-07T13:25:37.379" v="84" actId="1076"/>
          <ac:spMkLst>
            <pc:docMk/>
            <pc:sldMk cId="0" sldId="311"/>
            <ac:spMk id="29698" creationId="{583E0937-0DE4-581C-1ABA-F9FF33315DDA}"/>
          </ac:spMkLst>
        </pc:spChg>
        <pc:spChg chg="mod">
          <ac:chgData name="Jérémy  NICON" userId="94a6ae6d-3ccb-4b58-a804-76c2e74f6511" providerId="ADAL" clId="{931F5A44-9163-4FC9-8C22-E10649995436}" dt="2024-11-07T13:25:35.687" v="83" actId="1076"/>
          <ac:spMkLst>
            <pc:docMk/>
            <pc:sldMk cId="0" sldId="311"/>
            <ac:spMk id="29699" creationId="{A82C3E24-2C54-6427-C09E-39C83AE18D79}"/>
          </ac:spMkLst>
        </pc:spChg>
        <pc:spChg chg="mod">
          <ac:chgData name="Jérémy  NICON" userId="94a6ae6d-3ccb-4b58-a804-76c2e74f6511" providerId="ADAL" clId="{931F5A44-9163-4FC9-8C22-E10649995436}" dt="2024-11-07T13:25:35.687" v="83" actId="1076"/>
          <ac:spMkLst>
            <pc:docMk/>
            <pc:sldMk cId="0" sldId="311"/>
            <ac:spMk id="29700" creationId="{F561C3AA-D677-CF84-47A0-95490994A64F}"/>
          </ac:spMkLst>
        </pc:spChg>
        <pc:spChg chg="mod">
          <ac:chgData name="Jérémy  NICON" userId="94a6ae6d-3ccb-4b58-a804-76c2e74f6511" providerId="ADAL" clId="{931F5A44-9163-4FC9-8C22-E10649995436}" dt="2024-11-07T13:25:35.687" v="83" actId="1076"/>
          <ac:spMkLst>
            <pc:docMk/>
            <pc:sldMk cId="0" sldId="311"/>
            <ac:spMk id="29701" creationId="{404521CB-4863-5DB1-FF4F-DD5B89777B53}"/>
          </ac:spMkLst>
        </pc:spChg>
        <pc:spChg chg="mod">
          <ac:chgData name="Jérémy  NICON" userId="94a6ae6d-3ccb-4b58-a804-76c2e74f6511" providerId="ADAL" clId="{931F5A44-9163-4FC9-8C22-E10649995436}" dt="2024-11-07T13:25:35.687" v="83" actId="1076"/>
          <ac:spMkLst>
            <pc:docMk/>
            <pc:sldMk cId="0" sldId="311"/>
            <ac:spMk id="29702" creationId="{917618ED-5B46-8FF2-A021-82DB5A0D4B4A}"/>
          </ac:spMkLst>
        </pc:spChg>
        <pc:picChg chg="mod">
          <ac:chgData name="Jérémy  NICON" userId="94a6ae6d-3ccb-4b58-a804-76c2e74f6511" providerId="ADAL" clId="{931F5A44-9163-4FC9-8C22-E10649995436}" dt="2024-11-07T13:25:35.687" v="83" actId="1076"/>
          <ac:picMkLst>
            <pc:docMk/>
            <pc:sldMk cId="0" sldId="311"/>
            <ac:picMk id="29703" creationId="{BC4BC660-041D-CE3C-3DE7-E87CC52C8B2D}"/>
          </ac:picMkLst>
        </pc:picChg>
      </pc:sldChg>
      <pc:sldChg chg="delSp modSp mod">
        <pc:chgData name="Jérémy  NICON" userId="94a6ae6d-3ccb-4b58-a804-76c2e74f6511" providerId="ADAL" clId="{931F5A44-9163-4FC9-8C22-E10649995436}" dt="2024-11-07T13:24:59.366" v="75" actId="1076"/>
        <pc:sldMkLst>
          <pc:docMk/>
          <pc:sldMk cId="0" sldId="315"/>
        </pc:sldMkLst>
        <pc:spChg chg="del">
          <ac:chgData name="Jérémy  NICON" userId="94a6ae6d-3ccb-4b58-a804-76c2e74f6511" providerId="ADAL" clId="{931F5A44-9163-4FC9-8C22-E10649995436}" dt="2024-11-07T13:24:54.258" v="74" actId="478"/>
          <ac:spMkLst>
            <pc:docMk/>
            <pc:sldMk cId="0" sldId="315"/>
            <ac:spMk id="2" creationId="{E4C3A0E0-DF2C-3EEA-EB00-2BDE96CBEEF3}"/>
          </ac:spMkLst>
        </pc:spChg>
        <pc:spChg chg="mod">
          <ac:chgData name="Jérémy  NICON" userId="94a6ae6d-3ccb-4b58-a804-76c2e74f6511" providerId="ADAL" clId="{931F5A44-9163-4FC9-8C22-E10649995436}" dt="2024-11-07T13:24:59.366" v="75" actId="1076"/>
          <ac:spMkLst>
            <pc:docMk/>
            <pc:sldMk cId="0" sldId="315"/>
            <ac:spMk id="26627" creationId="{D94CF27D-AB6C-9881-BB69-29281BF76EE4}"/>
          </ac:spMkLst>
        </pc:spChg>
        <pc:spChg chg="mod">
          <ac:chgData name="Jérémy  NICON" userId="94a6ae6d-3ccb-4b58-a804-76c2e74f6511" providerId="ADAL" clId="{931F5A44-9163-4FC9-8C22-E10649995436}" dt="2024-11-07T13:24:59.366" v="75" actId="1076"/>
          <ac:spMkLst>
            <pc:docMk/>
            <pc:sldMk cId="0" sldId="315"/>
            <ac:spMk id="26628" creationId="{E5832572-FEC4-920A-4E4F-F1EACEA0307C}"/>
          </ac:spMkLst>
        </pc:spChg>
        <pc:spChg chg="mod">
          <ac:chgData name="Jérémy  NICON" userId="94a6ae6d-3ccb-4b58-a804-76c2e74f6511" providerId="ADAL" clId="{931F5A44-9163-4FC9-8C22-E10649995436}" dt="2024-11-07T13:24:59.366" v="75" actId="1076"/>
          <ac:spMkLst>
            <pc:docMk/>
            <pc:sldMk cId="0" sldId="315"/>
            <ac:spMk id="26629" creationId="{E0B1AF28-9E62-E3ED-2873-CA16CF62A897}"/>
          </ac:spMkLst>
        </pc:spChg>
        <pc:spChg chg="mod">
          <ac:chgData name="Jérémy  NICON" userId="94a6ae6d-3ccb-4b58-a804-76c2e74f6511" providerId="ADAL" clId="{931F5A44-9163-4FC9-8C22-E10649995436}" dt="2024-11-07T13:24:59.366" v="75" actId="1076"/>
          <ac:spMkLst>
            <pc:docMk/>
            <pc:sldMk cId="0" sldId="315"/>
            <ac:spMk id="26630" creationId="{B23B461E-4E86-A2C7-ECC1-B104E261EE13}"/>
          </ac:spMkLst>
        </pc:spChg>
        <pc:spChg chg="mod">
          <ac:chgData name="Jérémy  NICON" userId="94a6ae6d-3ccb-4b58-a804-76c2e74f6511" providerId="ADAL" clId="{931F5A44-9163-4FC9-8C22-E10649995436}" dt="2024-11-07T13:24:59.366" v="75" actId="1076"/>
          <ac:spMkLst>
            <pc:docMk/>
            <pc:sldMk cId="0" sldId="315"/>
            <ac:spMk id="26631" creationId="{8B85A506-3468-5347-00C6-C3BF9F99256E}"/>
          </ac:spMkLst>
        </pc:spChg>
        <pc:spChg chg="mod">
          <ac:chgData name="Jérémy  NICON" userId="94a6ae6d-3ccb-4b58-a804-76c2e74f6511" providerId="ADAL" clId="{931F5A44-9163-4FC9-8C22-E10649995436}" dt="2024-11-07T13:24:59.366" v="75" actId="1076"/>
          <ac:spMkLst>
            <pc:docMk/>
            <pc:sldMk cId="0" sldId="315"/>
            <ac:spMk id="26632" creationId="{DEB64800-A13C-8C1B-5910-90BD57BC7EC9}"/>
          </ac:spMkLst>
        </pc:spChg>
        <pc:spChg chg="mod">
          <ac:chgData name="Jérémy  NICON" userId="94a6ae6d-3ccb-4b58-a804-76c2e74f6511" providerId="ADAL" clId="{931F5A44-9163-4FC9-8C22-E10649995436}" dt="2024-11-07T13:24:59.366" v="75" actId="1076"/>
          <ac:spMkLst>
            <pc:docMk/>
            <pc:sldMk cId="0" sldId="315"/>
            <ac:spMk id="26633" creationId="{2992CC99-EF49-5CE4-CB2C-E0EBCE08E720}"/>
          </ac:spMkLst>
        </pc:spChg>
        <pc:spChg chg="mod">
          <ac:chgData name="Jérémy  NICON" userId="94a6ae6d-3ccb-4b58-a804-76c2e74f6511" providerId="ADAL" clId="{931F5A44-9163-4FC9-8C22-E10649995436}" dt="2024-11-07T13:24:59.366" v="75" actId="1076"/>
          <ac:spMkLst>
            <pc:docMk/>
            <pc:sldMk cId="0" sldId="315"/>
            <ac:spMk id="26634" creationId="{AA247D46-6C93-F029-1B4C-95531B069D0E}"/>
          </ac:spMkLst>
        </pc:spChg>
        <pc:spChg chg="mod">
          <ac:chgData name="Jérémy  NICON" userId="94a6ae6d-3ccb-4b58-a804-76c2e74f6511" providerId="ADAL" clId="{931F5A44-9163-4FC9-8C22-E10649995436}" dt="2024-11-07T13:24:59.366" v="75" actId="1076"/>
          <ac:spMkLst>
            <pc:docMk/>
            <pc:sldMk cId="0" sldId="315"/>
            <ac:spMk id="26635" creationId="{D26A26BD-6527-FDF5-0E35-D40F510BF8D9}"/>
          </ac:spMkLst>
        </pc:spChg>
        <pc:spChg chg="mod">
          <ac:chgData name="Jérémy  NICON" userId="94a6ae6d-3ccb-4b58-a804-76c2e74f6511" providerId="ADAL" clId="{931F5A44-9163-4FC9-8C22-E10649995436}" dt="2024-11-07T13:24:59.366" v="75" actId="1076"/>
          <ac:spMkLst>
            <pc:docMk/>
            <pc:sldMk cId="0" sldId="315"/>
            <ac:spMk id="26636" creationId="{EE50F00F-4BD2-72AF-69CA-A3AC203D5562}"/>
          </ac:spMkLst>
        </pc:spChg>
        <pc:spChg chg="mod">
          <ac:chgData name="Jérémy  NICON" userId="94a6ae6d-3ccb-4b58-a804-76c2e74f6511" providerId="ADAL" clId="{931F5A44-9163-4FC9-8C22-E10649995436}" dt="2024-11-07T13:24:59.366" v="75" actId="1076"/>
          <ac:spMkLst>
            <pc:docMk/>
            <pc:sldMk cId="0" sldId="315"/>
            <ac:spMk id="26637" creationId="{00E69872-02C1-48C4-9273-E1394714E8BF}"/>
          </ac:spMkLst>
        </pc:spChg>
        <pc:spChg chg="mod">
          <ac:chgData name="Jérémy  NICON" userId="94a6ae6d-3ccb-4b58-a804-76c2e74f6511" providerId="ADAL" clId="{931F5A44-9163-4FC9-8C22-E10649995436}" dt="2024-11-07T13:24:59.366" v="75" actId="1076"/>
          <ac:spMkLst>
            <pc:docMk/>
            <pc:sldMk cId="0" sldId="315"/>
            <ac:spMk id="26638" creationId="{D08D63AF-120B-D0FA-3ADE-7E95A1CB03A8}"/>
          </ac:spMkLst>
        </pc:spChg>
        <pc:spChg chg="mod">
          <ac:chgData name="Jérémy  NICON" userId="94a6ae6d-3ccb-4b58-a804-76c2e74f6511" providerId="ADAL" clId="{931F5A44-9163-4FC9-8C22-E10649995436}" dt="2024-11-07T13:24:59.366" v="75" actId="1076"/>
          <ac:spMkLst>
            <pc:docMk/>
            <pc:sldMk cId="0" sldId="315"/>
            <ac:spMk id="26639" creationId="{E1E9D727-622D-0221-9A5F-9B6798E6E641}"/>
          </ac:spMkLst>
        </pc:spChg>
        <pc:spChg chg="mod">
          <ac:chgData name="Jérémy  NICON" userId="94a6ae6d-3ccb-4b58-a804-76c2e74f6511" providerId="ADAL" clId="{931F5A44-9163-4FC9-8C22-E10649995436}" dt="2024-11-07T13:24:59.366" v="75" actId="1076"/>
          <ac:spMkLst>
            <pc:docMk/>
            <pc:sldMk cId="0" sldId="315"/>
            <ac:spMk id="26640" creationId="{181A6EC5-EC55-68ED-10FB-C86AE361C29F}"/>
          </ac:spMkLst>
        </pc:spChg>
        <pc:spChg chg="mod">
          <ac:chgData name="Jérémy  NICON" userId="94a6ae6d-3ccb-4b58-a804-76c2e74f6511" providerId="ADAL" clId="{931F5A44-9163-4FC9-8C22-E10649995436}" dt="2024-11-07T13:24:59.366" v="75" actId="1076"/>
          <ac:spMkLst>
            <pc:docMk/>
            <pc:sldMk cId="0" sldId="315"/>
            <ac:spMk id="26641" creationId="{98501294-7383-278F-86D2-B9E1A8BB5C2E}"/>
          </ac:spMkLst>
        </pc:spChg>
        <pc:spChg chg="mod">
          <ac:chgData name="Jérémy  NICON" userId="94a6ae6d-3ccb-4b58-a804-76c2e74f6511" providerId="ADAL" clId="{931F5A44-9163-4FC9-8C22-E10649995436}" dt="2024-11-07T13:24:59.366" v="75" actId="1076"/>
          <ac:spMkLst>
            <pc:docMk/>
            <pc:sldMk cId="0" sldId="315"/>
            <ac:spMk id="26642" creationId="{2047C418-32E6-B795-5095-E3AB5673445B}"/>
          </ac:spMkLst>
        </pc:spChg>
        <pc:spChg chg="mod">
          <ac:chgData name="Jérémy  NICON" userId="94a6ae6d-3ccb-4b58-a804-76c2e74f6511" providerId="ADAL" clId="{931F5A44-9163-4FC9-8C22-E10649995436}" dt="2024-11-07T13:24:59.366" v="75" actId="1076"/>
          <ac:spMkLst>
            <pc:docMk/>
            <pc:sldMk cId="0" sldId="315"/>
            <ac:spMk id="26643" creationId="{DDAB6C9E-A609-41F0-B6BD-8FB4C285C060}"/>
          </ac:spMkLst>
        </pc:spChg>
        <pc:spChg chg="mod">
          <ac:chgData name="Jérémy  NICON" userId="94a6ae6d-3ccb-4b58-a804-76c2e74f6511" providerId="ADAL" clId="{931F5A44-9163-4FC9-8C22-E10649995436}" dt="2024-11-07T13:24:59.366" v="75" actId="1076"/>
          <ac:spMkLst>
            <pc:docMk/>
            <pc:sldMk cId="0" sldId="315"/>
            <ac:spMk id="26644" creationId="{387C2FF1-064E-09D0-25D2-5590FDE963B2}"/>
          </ac:spMkLst>
        </pc:spChg>
        <pc:spChg chg="mod">
          <ac:chgData name="Jérémy  NICON" userId="94a6ae6d-3ccb-4b58-a804-76c2e74f6511" providerId="ADAL" clId="{931F5A44-9163-4FC9-8C22-E10649995436}" dt="2024-11-07T13:24:59.366" v="75" actId="1076"/>
          <ac:spMkLst>
            <pc:docMk/>
            <pc:sldMk cId="0" sldId="315"/>
            <ac:spMk id="26645" creationId="{0EF150C4-73D6-780F-4AB4-5C3B72DCACDD}"/>
          </ac:spMkLst>
        </pc:spChg>
        <pc:spChg chg="mod">
          <ac:chgData name="Jérémy  NICON" userId="94a6ae6d-3ccb-4b58-a804-76c2e74f6511" providerId="ADAL" clId="{931F5A44-9163-4FC9-8C22-E10649995436}" dt="2024-11-07T13:24:59.366" v="75" actId="1076"/>
          <ac:spMkLst>
            <pc:docMk/>
            <pc:sldMk cId="0" sldId="315"/>
            <ac:spMk id="26646" creationId="{730BD988-C5C9-BF27-C5EC-852CE8383BC0}"/>
          </ac:spMkLst>
        </pc:spChg>
        <pc:spChg chg="mod">
          <ac:chgData name="Jérémy  NICON" userId="94a6ae6d-3ccb-4b58-a804-76c2e74f6511" providerId="ADAL" clId="{931F5A44-9163-4FC9-8C22-E10649995436}" dt="2024-11-07T13:24:59.366" v="75" actId="1076"/>
          <ac:spMkLst>
            <pc:docMk/>
            <pc:sldMk cId="0" sldId="315"/>
            <ac:spMk id="26647" creationId="{06B1E613-C757-4C9A-729D-F551BB3087D2}"/>
          </ac:spMkLst>
        </pc:spChg>
        <pc:spChg chg="mod">
          <ac:chgData name="Jérémy  NICON" userId="94a6ae6d-3ccb-4b58-a804-76c2e74f6511" providerId="ADAL" clId="{931F5A44-9163-4FC9-8C22-E10649995436}" dt="2024-11-07T13:24:59.366" v="75" actId="1076"/>
          <ac:spMkLst>
            <pc:docMk/>
            <pc:sldMk cId="0" sldId="315"/>
            <ac:spMk id="26648" creationId="{1685B9BB-205B-51A3-100A-5BBF4804B025}"/>
          </ac:spMkLst>
        </pc:spChg>
        <pc:spChg chg="mod">
          <ac:chgData name="Jérémy  NICON" userId="94a6ae6d-3ccb-4b58-a804-76c2e74f6511" providerId="ADAL" clId="{931F5A44-9163-4FC9-8C22-E10649995436}" dt="2024-11-07T13:24:59.366" v="75" actId="1076"/>
          <ac:spMkLst>
            <pc:docMk/>
            <pc:sldMk cId="0" sldId="315"/>
            <ac:spMk id="26649" creationId="{0E087578-E541-18C4-159B-498EFF5A731C}"/>
          </ac:spMkLst>
        </pc:spChg>
        <pc:spChg chg="mod">
          <ac:chgData name="Jérémy  NICON" userId="94a6ae6d-3ccb-4b58-a804-76c2e74f6511" providerId="ADAL" clId="{931F5A44-9163-4FC9-8C22-E10649995436}" dt="2024-11-07T13:24:59.366" v="75" actId="1076"/>
          <ac:spMkLst>
            <pc:docMk/>
            <pc:sldMk cId="0" sldId="315"/>
            <ac:spMk id="26650" creationId="{593436E3-EF75-7115-FCA0-2C9FA058B45D}"/>
          </ac:spMkLst>
        </pc:spChg>
        <pc:spChg chg="mod">
          <ac:chgData name="Jérémy  NICON" userId="94a6ae6d-3ccb-4b58-a804-76c2e74f6511" providerId="ADAL" clId="{931F5A44-9163-4FC9-8C22-E10649995436}" dt="2024-11-07T13:24:59.366" v="75" actId="1076"/>
          <ac:spMkLst>
            <pc:docMk/>
            <pc:sldMk cId="0" sldId="315"/>
            <ac:spMk id="26651" creationId="{3595090D-9F0A-D843-625D-38605BEB90E1}"/>
          </ac:spMkLst>
        </pc:spChg>
        <pc:spChg chg="mod">
          <ac:chgData name="Jérémy  NICON" userId="94a6ae6d-3ccb-4b58-a804-76c2e74f6511" providerId="ADAL" clId="{931F5A44-9163-4FC9-8C22-E10649995436}" dt="2024-11-07T13:24:59.366" v="75" actId="1076"/>
          <ac:spMkLst>
            <pc:docMk/>
            <pc:sldMk cId="0" sldId="315"/>
            <ac:spMk id="26652" creationId="{BFB1D1D7-8542-AEF6-9084-3F9404A66115}"/>
          </ac:spMkLst>
        </pc:spChg>
        <pc:spChg chg="mod">
          <ac:chgData name="Jérémy  NICON" userId="94a6ae6d-3ccb-4b58-a804-76c2e74f6511" providerId="ADAL" clId="{931F5A44-9163-4FC9-8C22-E10649995436}" dt="2024-11-07T13:24:59.366" v="75" actId="1076"/>
          <ac:spMkLst>
            <pc:docMk/>
            <pc:sldMk cId="0" sldId="315"/>
            <ac:spMk id="26653" creationId="{4AE58574-7093-CDCC-C1DD-92BA57AC4AA4}"/>
          </ac:spMkLst>
        </pc:spChg>
        <pc:spChg chg="mod">
          <ac:chgData name="Jérémy  NICON" userId="94a6ae6d-3ccb-4b58-a804-76c2e74f6511" providerId="ADAL" clId="{931F5A44-9163-4FC9-8C22-E10649995436}" dt="2024-11-07T13:24:59.366" v="75" actId="1076"/>
          <ac:spMkLst>
            <pc:docMk/>
            <pc:sldMk cId="0" sldId="315"/>
            <ac:spMk id="26654" creationId="{07A9B2AE-4AF6-5725-6510-A85D95E5DCF1}"/>
          </ac:spMkLst>
        </pc:spChg>
        <pc:spChg chg="mod">
          <ac:chgData name="Jérémy  NICON" userId="94a6ae6d-3ccb-4b58-a804-76c2e74f6511" providerId="ADAL" clId="{931F5A44-9163-4FC9-8C22-E10649995436}" dt="2024-11-07T13:24:59.366" v="75" actId="1076"/>
          <ac:spMkLst>
            <pc:docMk/>
            <pc:sldMk cId="0" sldId="315"/>
            <ac:spMk id="26655" creationId="{1CD627A8-C6EC-27D8-0365-117AF700691E}"/>
          </ac:spMkLst>
        </pc:spChg>
        <pc:spChg chg="mod">
          <ac:chgData name="Jérémy  NICON" userId="94a6ae6d-3ccb-4b58-a804-76c2e74f6511" providerId="ADAL" clId="{931F5A44-9163-4FC9-8C22-E10649995436}" dt="2024-11-07T13:24:59.366" v="75" actId="1076"/>
          <ac:spMkLst>
            <pc:docMk/>
            <pc:sldMk cId="0" sldId="315"/>
            <ac:spMk id="26656" creationId="{0E986F2F-9B7F-4E89-28BD-47DCCDDD7872}"/>
          </ac:spMkLst>
        </pc:spChg>
        <pc:spChg chg="mod">
          <ac:chgData name="Jérémy  NICON" userId="94a6ae6d-3ccb-4b58-a804-76c2e74f6511" providerId="ADAL" clId="{931F5A44-9163-4FC9-8C22-E10649995436}" dt="2024-11-07T13:24:59.366" v="75" actId="1076"/>
          <ac:spMkLst>
            <pc:docMk/>
            <pc:sldMk cId="0" sldId="315"/>
            <ac:spMk id="26657" creationId="{4F2EE44B-D9CF-BD8F-B5B1-BC51E1A426CD}"/>
          </ac:spMkLst>
        </pc:spChg>
        <pc:spChg chg="mod">
          <ac:chgData name="Jérémy  NICON" userId="94a6ae6d-3ccb-4b58-a804-76c2e74f6511" providerId="ADAL" clId="{931F5A44-9163-4FC9-8C22-E10649995436}" dt="2024-11-07T13:24:59.366" v="75" actId="1076"/>
          <ac:spMkLst>
            <pc:docMk/>
            <pc:sldMk cId="0" sldId="315"/>
            <ac:spMk id="26660" creationId="{48E502F3-74ED-26C9-3C22-314014D87F0D}"/>
          </ac:spMkLst>
        </pc:spChg>
        <pc:spChg chg="mod">
          <ac:chgData name="Jérémy  NICON" userId="94a6ae6d-3ccb-4b58-a804-76c2e74f6511" providerId="ADAL" clId="{931F5A44-9163-4FC9-8C22-E10649995436}" dt="2024-11-07T13:24:59.366" v="75" actId="1076"/>
          <ac:spMkLst>
            <pc:docMk/>
            <pc:sldMk cId="0" sldId="315"/>
            <ac:spMk id="26661" creationId="{4823A298-DAC1-843E-9825-E19EDDA4AEEE}"/>
          </ac:spMkLst>
        </pc:spChg>
        <pc:spChg chg="mod">
          <ac:chgData name="Jérémy  NICON" userId="94a6ae6d-3ccb-4b58-a804-76c2e74f6511" providerId="ADAL" clId="{931F5A44-9163-4FC9-8C22-E10649995436}" dt="2024-11-07T13:24:59.366" v="75" actId="1076"/>
          <ac:spMkLst>
            <pc:docMk/>
            <pc:sldMk cId="0" sldId="315"/>
            <ac:spMk id="26662" creationId="{3D7EFC73-C545-CE2C-C6D8-900AC0D19086}"/>
          </ac:spMkLst>
        </pc:spChg>
        <pc:spChg chg="mod">
          <ac:chgData name="Jérémy  NICON" userId="94a6ae6d-3ccb-4b58-a804-76c2e74f6511" providerId="ADAL" clId="{931F5A44-9163-4FC9-8C22-E10649995436}" dt="2024-11-07T13:24:59.366" v="75" actId="1076"/>
          <ac:spMkLst>
            <pc:docMk/>
            <pc:sldMk cId="0" sldId="315"/>
            <ac:spMk id="26663" creationId="{ED919B17-D223-B56A-6C57-1CFE3D3C5B8B}"/>
          </ac:spMkLst>
        </pc:spChg>
        <pc:spChg chg="mod">
          <ac:chgData name="Jérémy  NICON" userId="94a6ae6d-3ccb-4b58-a804-76c2e74f6511" providerId="ADAL" clId="{931F5A44-9163-4FC9-8C22-E10649995436}" dt="2024-11-07T13:24:59.366" v="75" actId="1076"/>
          <ac:spMkLst>
            <pc:docMk/>
            <pc:sldMk cId="0" sldId="315"/>
            <ac:spMk id="26664" creationId="{DF0E9E91-B69A-4A6C-61FE-DA57666D2BFF}"/>
          </ac:spMkLst>
        </pc:spChg>
        <pc:spChg chg="mod">
          <ac:chgData name="Jérémy  NICON" userId="94a6ae6d-3ccb-4b58-a804-76c2e74f6511" providerId="ADAL" clId="{931F5A44-9163-4FC9-8C22-E10649995436}" dt="2024-11-07T13:24:59.366" v="75" actId="1076"/>
          <ac:spMkLst>
            <pc:docMk/>
            <pc:sldMk cId="0" sldId="315"/>
            <ac:spMk id="26665" creationId="{DD9CC46F-537B-B9CC-EE8C-D9E6A6993E60}"/>
          </ac:spMkLst>
        </pc:spChg>
        <pc:spChg chg="mod">
          <ac:chgData name="Jérémy  NICON" userId="94a6ae6d-3ccb-4b58-a804-76c2e74f6511" providerId="ADAL" clId="{931F5A44-9163-4FC9-8C22-E10649995436}" dt="2024-11-07T13:24:59.366" v="75" actId="1076"/>
          <ac:spMkLst>
            <pc:docMk/>
            <pc:sldMk cId="0" sldId="315"/>
            <ac:spMk id="26666" creationId="{3C250E58-CCD0-8A35-1954-E7879C6A16BB}"/>
          </ac:spMkLst>
        </pc:spChg>
        <pc:spChg chg="mod">
          <ac:chgData name="Jérémy  NICON" userId="94a6ae6d-3ccb-4b58-a804-76c2e74f6511" providerId="ADAL" clId="{931F5A44-9163-4FC9-8C22-E10649995436}" dt="2024-11-07T13:24:59.366" v="75" actId="1076"/>
          <ac:spMkLst>
            <pc:docMk/>
            <pc:sldMk cId="0" sldId="315"/>
            <ac:spMk id="26667" creationId="{127A61F2-DE56-488D-2FBB-FF2DD9E2FDA2}"/>
          </ac:spMkLst>
        </pc:spChg>
        <pc:grpChg chg="mod">
          <ac:chgData name="Jérémy  NICON" userId="94a6ae6d-3ccb-4b58-a804-76c2e74f6511" providerId="ADAL" clId="{931F5A44-9163-4FC9-8C22-E10649995436}" dt="2024-11-07T13:24:59.366" v="75" actId="1076"/>
          <ac:grpSpMkLst>
            <pc:docMk/>
            <pc:sldMk cId="0" sldId="315"/>
            <ac:grpSpMk id="26658" creationId="{30B22EBA-15E0-6386-8A60-E139735CB1DB}"/>
          </ac:grpSpMkLst>
        </pc:grpChg>
        <pc:grpChg chg="mod">
          <ac:chgData name="Jérémy  NICON" userId="94a6ae6d-3ccb-4b58-a804-76c2e74f6511" providerId="ADAL" clId="{931F5A44-9163-4FC9-8C22-E10649995436}" dt="2024-11-07T13:24:59.366" v="75" actId="1076"/>
          <ac:grpSpMkLst>
            <pc:docMk/>
            <pc:sldMk cId="0" sldId="315"/>
            <ac:grpSpMk id="26659" creationId="{143C9F6C-FAD0-6FCB-EC69-80A2887F62BB}"/>
          </ac:grpSpMkLst>
        </pc:grpChg>
      </pc:sldChg>
      <pc:sldChg chg="delSp mod">
        <pc:chgData name="Jérémy  NICON" userId="94a6ae6d-3ccb-4b58-a804-76c2e74f6511" providerId="ADAL" clId="{931F5A44-9163-4FC9-8C22-E10649995436}" dt="2024-11-07T13:14:54.192" v="6" actId="478"/>
        <pc:sldMkLst>
          <pc:docMk/>
          <pc:sldMk cId="0" sldId="317"/>
        </pc:sldMkLst>
        <pc:spChg chg="del">
          <ac:chgData name="Jérémy  NICON" userId="94a6ae6d-3ccb-4b58-a804-76c2e74f6511" providerId="ADAL" clId="{931F5A44-9163-4FC9-8C22-E10649995436}" dt="2024-11-07T13:14:54.192" v="6" actId="478"/>
          <ac:spMkLst>
            <pc:docMk/>
            <pc:sldMk cId="0" sldId="317"/>
            <ac:spMk id="2" creationId="{2D3A3F90-152D-5A40-2623-FA4C15AEB45B}"/>
          </ac:spMkLst>
        </pc:spChg>
      </pc:sldChg>
      <pc:sldChg chg="delSp mod">
        <pc:chgData name="Jérémy  NICON" userId="94a6ae6d-3ccb-4b58-a804-76c2e74f6511" providerId="ADAL" clId="{931F5A44-9163-4FC9-8C22-E10649995436}" dt="2024-11-07T13:15:01.089" v="7" actId="478"/>
        <pc:sldMkLst>
          <pc:docMk/>
          <pc:sldMk cId="0" sldId="318"/>
        </pc:sldMkLst>
        <pc:spChg chg="del">
          <ac:chgData name="Jérémy  NICON" userId="94a6ae6d-3ccb-4b58-a804-76c2e74f6511" providerId="ADAL" clId="{931F5A44-9163-4FC9-8C22-E10649995436}" dt="2024-11-07T13:15:01.089" v="7" actId="478"/>
          <ac:spMkLst>
            <pc:docMk/>
            <pc:sldMk cId="0" sldId="318"/>
            <ac:spMk id="2" creationId="{FE823FDD-21ED-CFBD-D31E-7C9832F3F147}"/>
          </ac:spMkLst>
        </pc:spChg>
      </pc:sldChg>
      <pc:sldChg chg="delSp mod">
        <pc:chgData name="Jérémy  NICON" userId="94a6ae6d-3ccb-4b58-a804-76c2e74f6511" providerId="ADAL" clId="{931F5A44-9163-4FC9-8C22-E10649995436}" dt="2024-11-07T13:15:05.389" v="8" actId="478"/>
        <pc:sldMkLst>
          <pc:docMk/>
          <pc:sldMk cId="0" sldId="319"/>
        </pc:sldMkLst>
        <pc:spChg chg="del">
          <ac:chgData name="Jérémy  NICON" userId="94a6ae6d-3ccb-4b58-a804-76c2e74f6511" providerId="ADAL" clId="{931F5A44-9163-4FC9-8C22-E10649995436}" dt="2024-11-07T13:15:05.389" v="8" actId="478"/>
          <ac:spMkLst>
            <pc:docMk/>
            <pc:sldMk cId="0" sldId="319"/>
            <ac:spMk id="2" creationId="{AB7DD2DA-9E72-F807-959C-83EA1ABB1259}"/>
          </ac:spMkLst>
        </pc:spChg>
      </pc:sldChg>
      <pc:sldChg chg="delSp mod">
        <pc:chgData name="Jérémy  NICON" userId="94a6ae6d-3ccb-4b58-a804-76c2e74f6511" providerId="ADAL" clId="{931F5A44-9163-4FC9-8C22-E10649995436}" dt="2024-11-07T13:15:15.371" v="9" actId="478"/>
        <pc:sldMkLst>
          <pc:docMk/>
          <pc:sldMk cId="0" sldId="321"/>
        </pc:sldMkLst>
        <pc:spChg chg="del">
          <ac:chgData name="Jérémy  NICON" userId="94a6ae6d-3ccb-4b58-a804-76c2e74f6511" providerId="ADAL" clId="{931F5A44-9163-4FC9-8C22-E10649995436}" dt="2024-11-07T13:15:15.371" v="9" actId="478"/>
          <ac:spMkLst>
            <pc:docMk/>
            <pc:sldMk cId="0" sldId="321"/>
            <ac:spMk id="2" creationId="{2B17663F-D55D-9642-B9FA-38F09CC7057D}"/>
          </ac:spMkLst>
        </pc:spChg>
      </pc:sldChg>
      <pc:sldChg chg="delSp modSp mod">
        <pc:chgData name="Jérémy  NICON" userId="94a6ae6d-3ccb-4b58-a804-76c2e74f6511" providerId="ADAL" clId="{931F5A44-9163-4FC9-8C22-E10649995436}" dt="2024-11-07T13:15:24.618" v="11" actId="1076"/>
        <pc:sldMkLst>
          <pc:docMk/>
          <pc:sldMk cId="0" sldId="322"/>
        </pc:sldMkLst>
        <pc:spChg chg="del">
          <ac:chgData name="Jérémy  NICON" userId="94a6ae6d-3ccb-4b58-a804-76c2e74f6511" providerId="ADAL" clId="{931F5A44-9163-4FC9-8C22-E10649995436}" dt="2024-11-07T13:15:20.398" v="10" actId="478"/>
          <ac:spMkLst>
            <pc:docMk/>
            <pc:sldMk cId="0" sldId="322"/>
            <ac:spMk id="2" creationId="{FE76772A-BF6B-39E9-A5C8-E88D8E5F5092}"/>
          </ac:spMkLst>
        </pc:spChg>
        <pc:spChg chg="mod">
          <ac:chgData name="Jérémy  NICON" userId="94a6ae6d-3ccb-4b58-a804-76c2e74f6511" providerId="ADAL" clId="{931F5A44-9163-4FC9-8C22-E10649995436}" dt="2024-11-07T13:15:24.618" v="11" actId="1076"/>
          <ac:spMkLst>
            <pc:docMk/>
            <pc:sldMk cId="0" sldId="322"/>
            <ac:spMk id="17410" creationId="{D554CE0F-28B1-2EE2-C82E-F03CC2B9ED96}"/>
          </ac:spMkLst>
        </pc:spChg>
        <pc:spChg chg="mod">
          <ac:chgData name="Jérémy  NICON" userId="94a6ae6d-3ccb-4b58-a804-76c2e74f6511" providerId="ADAL" clId="{931F5A44-9163-4FC9-8C22-E10649995436}" dt="2024-11-07T13:15:24.618" v="11" actId="1076"/>
          <ac:spMkLst>
            <pc:docMk/>
            <pc:sldMk cId="0" sldId="322"/>
            <ac:spMk id="17412" creationId="{A4E301D5-67DF-4A0B-17E4-94C70744DA8F}"/>
          </ac:spMkLst>
        </pc:spChg>
        <pc:spChg chg="mod">
          <ac:chgData name="Jérémy  NICON" userId="94a6ae6d-3ccb-4b58-a804-76c2e74f6511" providerId="ADAL" clId="{931F5A44-9163-4FC9-8C22-E10649995436}" dt="2024-11-07T13:15:24.618" v="11" actId="1076"/>
          <ac:spMkLst>
            <pc:docMk/>
            <pc:sldMk cId="0" sldId="322"/>
            <ac:spMk id="17413" creationId="{094627A9-6AF6-660C-AE5B-9641B5B0C73F}"/>
          </ac:spMkLst>
        </pc:spChg>
        <pc:spChg chg="mod">
          <ac:chgData name="Jérémy  NICON" userId="94a6ae6d-3ccb-4b58-a804-76c2e74f6511" providerId="ADAL" clId="{931F5A44-9163-4FC9-8C22-E10649995436}" dt="2024-11-07T13:15:24.618" v="11" actId="1076"/>
          <ac:spMkLst>
            <pc:docMk/>
            <pc:sldMk cId="0" sldId="322"/>
            <ac:spMk id="17414" creationId="{1307F964-A271-0768-9370-07CAA1362BB7}"/>
          </ac:spMkLst>
        </pc:spChg>
        <pc:spChg chg="mod">
          <ac:chgData name="Jérémy  NICON" userId="94a6ae6d-3ccb-4b58-a804-76c2e74f6511" providerId="ADAL" clId="{931F5A44-9163-4FC9-8C22-E10649995436}" dt="2024-11-07T13:15:24.618" v="11" actId="1076"/>
          <ac:spMkLst>
            <pc:docMk/>
            <pc:sldMk cId="0" sldId="322"/>
            <ac:spMk id="17415" creationId="{A9EDFA66-8FA0-3D37-5F49-4D79F9C7047C}"/>
          </ac:spMkLst>
        </pc:spChg>
        <pc:spChg chg="mod">
          <ac:chgData name="Jérémy  NICON" userId="94a6ae6d-3ccb-4b58-a804-76c2e74f6511" providerId="ADAL" clId="{931F5A44-9163-4FC9-8C22-E10649995436}" dt="2024-11-07T13:15:24.618" v="11" actId="1076"/>
          <ac:spMkLst>
            <pc:docMk/>
            <pc:sldMk cId="0" sldId="322"/>
            <ac:spMk id="17416" creationId="{2CA2F421-41A7-42B2-7415-6FDF3382EAA1}"/>
          </ac:spMkLst>
        </pc:spChg>
        <pc:spChg chg="mod">
          <ac:chgData name="Jérémy  NICON" userId="94a6ae6d-3ccb-4b58-a804-76c2e74f6511" providerId="ADAL" clId="{931F5A44-9163-4FC9-8C22-E10649995436}" dt="2024-11-07T13:15:24.618" v="11" actId="1076"/>
          <ac:spMkLst>
            <pc:docMk/>
            <pc:sldMk cId="0" sldId="322"/>
            <ac:spMk id="17417" creationId="{8F2D0153-0A11-CCEB-423E-5C87DB9C8AD8}"/>
          </ac:spMkLst>
        </pc:spChg>
      </pc:sldChg>
      <pc:sldChg chg="addSp delSp modSp mod modClrScheme chgLayout">
        <pc:chgData name="Jérémy  NICON" userId="94a6ae6d-3ccb-4b58-a804-76c2e74f6511" providerId="ADAL" clId="{931F5A44-9163-4FC9-8C22-E10649995436}" dt="2024-11-07T13:18:10.569" v="45" actId="20577"/>
        <pc:sldMkLst>
          <pc:docMk/>
          <pc:sldMk cId="0" sldId="323"/>
        </pc:sldMkLst>
        <pc:spChg chg="add del">
          <ac:chgData name="Jérémy  NICON" userId="94a6ae6d-3ccb-4b58-a804-76c2e74f6511" providerId="ADAL" clId="{931F5A44-9163-4FC9-8C22-E10649995436}" dt="2024-11-07T13:16:24.405" v="21" actId="478"/>
          <ac:spMkLst>
            <pc:docMk/>
            <pc:sldMk cId="0" sldId="323"/>
            <ac:spMk id="2" creationId="{8EE2709D-6CF3-4F0D-B8E7-1F14248772F3}"/>
          </ac:spMkLst>
        </pc:spChg>
        <pc:spChg chg="del">
          <ac:chgData name="Jérémy  NICON" userId="94a6ae6d-3ccb-4b58-a804-76c2e74f6511" providerId="ADAL" clId="{931F5A44-9163-4FC9-8C22-E10649995436}" dt="2024-11-07T13:15:55.438" v="18" actId="478"/>
          <ac:spMkLst>
            <pc:docMk/>
            <pc:sldMk cId="0" sldId="323"/>
            <ac:spMk id="3" creationId="{2B5DA47C-E927-43D7-AE3E-4D27F3212AB4}"/>
          </ac:spMkLst>
        </pc:spChg>
        <pc:spChg chg="add del mod ord">
          <ac:chgData name="Jérémy  NICON" userId="94a6ae6d-3ccb-4b58-a804-76c2e74f6511" providerId="ADAL" clId="{931F5A44-9163-4FC9-8C22-E10649995436}" dt="2024-11-07T13:16:35.633" v="24" actId="478"/>
          <ac:spMkLst>
            <pc:docMk/>
            <pc:sldMk cId="0" sldId="323"/>
            <ac:spMk id="4" creationId="{F8456473-0886-EA83-75BE-C45B515FDEE6}"/>
          </ac:spMkLst>
        </pc:spChg>
        <pc:spChg chg="add del mod ord">
          <ac:chgData name="Jérémy  NICON" userId="94a6ae6d-3ccb-4b58-a804-76c2e74f6511" providerId="ADAL" clId="{931F5A44-9163-4FC9-8C22-E10649995436}" dt="2024-11-07T13:16:34.420" v="23" actId="478"/>
          <ac:spMkLst>
            <pc:docMk/>
            <pc:sldMk cId="0" sldId="323"/>
            <ac:spMk id="5" creationId="{717786B2-ED73-945F-B273-A033768A0BE4}"/>
          </ac:spMkLst>
        </pc:spChg>
        <pc:spChg chg="mod">
          <ac:chgData name="Jérémy  NICON" userId="94a6ae6d-3ccb-4b58-a804-76c2e74f6511" providerId="ADAL" clId="{931F5A44-9163-4FC9-8C22-E10649995436}" dt="2024-11-07T13:18:10.569" v="45" actId="20577"/>
          <ac:spMkLst>
            <pc:docMk/>
            <pc:sldMk cId="0" sldId="323"/>
            <ac:spMk id="7170" creationId="{958B60A7-0148-BA0D-0A74-06A37B4279D1}"/>
          </ac:spMkLst>
        </pc:spChg>
      </pc:sldChg>
      <pc:sldChg chg="delSp modSp mod">
        <pc:chgData name="Jérémy  NICON" userId="94a6ae6d-3ccb-4b58-a804-76c2e74f6511" providerId="ADAL" clId="{931F5A44-9163-4FC9-8C22-E10649995436}" dt="2024-11-07T13:18:27.957" v="49" actId="1076"/>
        <pc:sldMkLst>
          <pc:docMk/>
          <pc:sldMk cId="0" sldId="326"/>
        </pc:sldMkLst>
        <pc:spChg chg="del">
          <ac:chgData name="Jérémy  NICON" userId="94a6ae6d-3ccb-4b58-a804-76c2e74f6511" providerId="ADAL" clId="{931F5A44-9163-4FC9-8C22-E10649995436}" dt="2024-11-07T13:18:24.638" v="48" actId="478"/>
          <ac:spMkLst>
            <pc:docMk/>
            <pc:sldMk cId="0" sldId="326"/>
            <ac:spMk id="2" creationId="{626BC594-CFEB-E207-2BF0-064FB4A944B0}"/>
          </ac:spMkLst>
        </pc:spChg>
        <pc:spChg chg="mod">
          <ac:chgData name="Jérémy  NICON" userId="94a6ae6d-3ccb-4b58-a804-76c2e74f6511" providerId="ADAL" clId="{931F5A44-9163-4FC9-8C22-E10649995436}" dt="2024-11-07T13:18:27.957" v="49" actId="1076"/>
          <ac:spMkLst>
            <pc:docMk/>
            <pc:sldMk cId="0" sldId="326"/>
            <ac:spMk id="8198" creationId="{18F61938-6960-C414-0FB7-43FB737F3EE6}"/>
          </ac:spMkLst>
        </pc:spChg>
        <pc:spChg chg="mod">
          <ac:chgData name="Jérémy  NICON" userId="94a6ae6d-3ccb-4b58-a804-76c2e74f6511" providerId="ADAL" clId="{931F5A44-9163-4FC9-8C22-E10649995436}" dt="2024-11-07T13:18:27.957" v="49" actId="1076"/>
          <ac:spMkLst>
            <pc:docMk/>
            <pc:sldMk cId="0" sldId="326"/>
            <ac:spMk id="10242" creationId="{8FABB4D9-9352-2C30-927F-CD772133F99D}"/>
          </ac:spMkLst>
        </pc:spChg>
        <pc:spChg chg="mod">
          <ac:chgData name="Jérémy  NICON" userId="94a6ae6d-3ccb-4b58-a804-76c2e74f6511" providerId="ADAL" clId="{931F5A44-9163-4FC9-8C22-E10649995436}" dt="2024-11-07T13:18:27.957" v="49" actId="1076"/>
          <ac:spMkLst>
            <pc:docMk/>
            <pc:sldMk cId="0" sldId="326"/>
            <ac:spMk id="10244" creationId="{54823AAB-F409-337D-756A-07A0E3452196}"/>
          </ac:spMkLst>
        </pc:spChg>
      </pc:sldChg>
      <pc:sldChg chg="delSp modSp mod">
        <pc:chgData name="Jérémy  NICON" userId="94a6ae6d-3ccb-4b58-a804-76c2e74f6511" providerId="ADAL" clId="{931F5A44-9163-4FC9-8C22-E10649995436}" dt="2024-11-07T13:18:21.401" v="47" actId="1076"/>
        <pc:sldMkLst>
          <pc:docMk/>
          <pc:sldMk cId="0" sldId="327"/>
        </pc:sldMkLst>
        <pc:spChg chg="del">
          <ac:chgData name="Jérémy  NICON" userId="94a6ae6d-3ccb-4b58-a804-76c2e74f6511" providerId="ADAL" clId="{931F5A44-9163-4FC9-8C22-E10649995436}" dt="2024-11-07T13:18:17.490" v="46" actId="478"/>
          <ac:spMkLst>
            <pc:docMk/>
            <pc:sldMk cId="0" sldId="327"/>
            <ac:spMk id="2" creationId="{EBF9661F-D28B-F85C-495D-7624EBF106C0}"/>
          </ac:spMkLst>
        </pc:spChg>
        <pc:spChg chg="mod">
          <ac:chgData name="Jérémy  NICON" userId="94a6ae6d-3ccb-4b58-a804-76c2e74f6511" providerId="ADAL" clId="{931F5A44-9163-4FC9-8C22-E10649995436}" dt="2024-11-07T13:18:21.401" v="47" actId="1076"/>
          <ac:spMkLst>
            <pc:docMk/>
            <pc:sldMk cId="0" sldId="327"/>
            <ac:spMk id="11266" creationId="{DC503D0C-68CD-28DB-154C-BDD7F1AC01D4}"/>
          </ac:spMkLst>
        </pc:spChg>
        <pc:spChg chg="mod">
          <ac:chgData name="Jérémy  NICON" userId="94a6ae6d-3ccb-4b58-a804-76c2e74f6511" providerId="ADAL" clId="{931F5A44-9163-4FC9-8C22-E10649995436}" dt="2024-11-07T13:18:21.401" v="47" actId="1076"/>
          <ac:spMkLst>
            <pc:docMk/>
            <pc:sldMk cId="0" sldId="327"/>
            <ac:spMk id="11268" creationId="{BB03499B-D23C-08FC-BD8A-13B2FA11801D}"/>
          </ac:spMkLst>
        </pc:spChg>
        <pc:spChg chg="mod">
          <ac:chgData name="Jérémy  NICON" userId="94a6ae6d-3ccb-4b58-a804-76c2e74f6511" providerId="ADAL" clId="{931F5A44-9163-4FC9-8C22-E10649995436}" dt="2024-11-07T13:18:21.401" v="47" actId="1076"/>
          <ac:spMkLst>
            <pc:docMk/>
            <pc:sldMk cId="0" sldId="327"/>
            <ac:spMk id="11269" creationId="{3900151E-7D22-9B6F-40D9-3FA39EA229E8}"/>
          </ac:spMkLst>
        </pc:spChg>
        <pc:spChg chg="mod">
          <ac:chgData name="Jérémy  NICON" userId="94a6ae6d-3ccb-4b58-a804-76c2e74f6511" providerId="ADAL" clId="{931F5A44-9163-4FC9-8C22-E10649995436}" dt="2024-11-07T13:18:21.401" v="47" actId="1076"/>
          <ac:spMkLst>
            <pc:docMk/>
            <pc:sldMk cId="0" sldId="327"/>
            <ac:spMk id="11270" creationId="{CB3F7EDE-C5B0-7639-E0CE-A6DAA80F3106}"/>
          </ac:spMkLst>
        </pc:spChg>
        <pc:spChg chg="mod">
          <ac:chgData name="Jérémy  NICON" userId="94a6ae6d-3ccb-4b58-a804-76c2e74f6511" providerId="ADAL" clId="{931F5A44-9163-4FC9-8C22-E10649995436}" dt="2024-11-07T13:18:21.401" v="47" actId="1076"/>
          <ac:spMkLst>
            <pc:docMk/>
            <pc:sldMk cId="0" sldId="327"/>
            <ac:spMk id="11271" creationId="{567498C4-06B9-CF42-5BF6-56AE4C824812}"/>
          </ac:spMkLst>
        </pc:spChg>
        <pc:spChg chg="mod">
          <ac:chgData name="Jérémy  NICON" userId="94a6ae6d-3ccb-4b58-a804-76c2e74f6511" providerId="ADAL" clId="{931F5A44-9163-4FC9-8C22-E10649995436}" dt="2024-11-07T13:18:21.401" v="47" actId="1076"/>
          <ac:spMkLst>
            <pc:docMk/>
            <pc:sldMk cId="0" sldId="327"/>
            <ac:spMk id="11272" creationId="{E270D84C-3A8E-E4F4-7C7D-C2BD2C1D9C81}"/>
          </ac:spMkLst>
        </pc:spChg>
        <pc:spChg chg="mod">
          <ac:chgData name="Jérémy  NICON" userId="94a6ae6d-3ccb-4b58-a804-76c2e74f6511" providerId="ADAL" clId="{931F5A44-9163-4FC9-8C22-E10649995436}" dt="2024-11-07T13:18:21.401" v="47" actId="1076"/>
          <ac:spMkLst>
            <pc:docMk/>
            <pc:sldMk cId="0" sldId="327"/>
            <ac:spMk id="11273" creationId="{701829EF-F405-66F8-2084-18BB68CA1811}"/>
          </ac:spMkLst>
        </pc:spChg>
      </pc:sldChg>
      <pc:sldChg chg="delSp mod">
        <pc:chgData name="Jérémy  NICON" userId="94a6ae6d-3ccb-4b58-a804-76c2e74f6511" providerId="ADAL" clId="{931F5A44-9163-4FC9-8C22-E10649995436}" dt="2024-11-07T13:18:35.116" v="50" actId="478"/>
        <pc:sldMkLst>
          <pc:docMk/>
          <pc:sldMk cId="0" sldId="328"/>
        </pc:sldMkLst>
        <pc:spChg chg="del">
          <ac:chgData name="Jérémy  NICON" userId="94a6ae6d-3ccb-4b58-a804-76c2e74f6511" providerId="ADAL" clId="{931F5A44-9163-4FC9-8C22-E10649995436}" dt="2024-11-07T13:18:35.116" v="50" actId="478"/>
          <ac:spMkLst>
            <pc:docMk/>
            <pc:sldMk cId="0" sldId="328"/>
            <ac:spMk id="2" creationId="{FF732F5A-69E2-5014-8CC8-894F7877DDDC}"/>
          </ac:spMkLst>
        </pc:spChg>
      </pc:sldChg>
      <pc:sldChg chg="delSp modSp mod">
        <pc:chgData name="Jérémy  NICON" userId="94a6ae6d-3ccb-4b58-a804-76c2e74f6511" providerId="ADAL" clId="{931F5A44-9163-4FC9-8C22-E10649995436}" dt="2024-11-07T13:18:50.712" v="53" actId="1076"/>
        <pc:sldMkLst>
          <pc:docMk/>
          <pc:sldMk cId="0" sldId="330"/>
        </pc:sldMkLst>
        <pc:spChg chg="del">
          <ac:chgData name="Jérémy  NICON" userId="94a6ae6d-3ccb-4b58-a804-76c2e74f6511" providerId="ADAL" clId="{931F5A44-9163-4FC9-8C22-E10649995436}" dt="2024-11-07T13:18:45.305" v="52" actId="478"/>
          <ac:spMkLst>
            <pc:docMk/>
            <pc:sldMk cId="0" sldId="330"/>
            <ac:spMk id="2" creationId="{DDC9C46E-DD85-024E-BF63-6C1AA6F599D0}"/>
          </ac:spMkLst>
        </pc:spChg>
        <pc:spChg chg="mod">
          <ac:chgData name="Jérémy  NICON" userId="94a6ae6d-3ccb-4b58-a804-76c2e74f6511" providerId="ADAL" clId="{931F5A44-9163-4FC9-8C22-E10649995436}" dt="2024-11-07T13:18:50.712" v="53" actId="1076"/>
          <ac:spMkLst>
            <pc:docMk/>
            <pc:sldMk cId="0" sldId="330"/>
            <ac:spMk id="15364" creationId="{8F44CCDD-C8C3-A314-C938-AFD2BED8C7A8}"/>
          </ac:spMkLst>
        </pc:spChg>
        <pc:spChg chg="mod">
          <ac:chgData name="Jérémy  NICON" userId="94a6ae6d-3ccb-4b58-a804-76c2e74f6511" providerId="ADAL" clId="{931F5A44-9163-4FC9-8C22-E10649995436}" dt="2024-11-07T13:18:50.712" v="53" actId="1076"/>
          <ac:spMkLst>
            <pc:docMk/>
            <pc:sldMk cId="0" sldId="330"/>
            <ac:spMk id="15365" creationId="{C24DA235-FAB9-E1A6-3FE2-4F9D9E69F3B7}"/>
          </ac:spMkLst>
        </pc:spChg>
        <pc:spChg chg="mod">
          <ac:chgData name="Jérémy  NICON" userId="94a6ae6d-3ccb-4b58-a804-76c2e74f6511" providerId="ADAL" clId="{931F5A44-9163-4FC9-8C22-E10649995436}" dt="2024-11-07T13:18:50.712" v="53" actId="1076"/>
          <ac:spMkLst>
            <pc:docMk/>
            <pc:sldMk cId="0" sldId="330"/>
            <ac:spMk id="15366" creationId="{F26D9F0B-9E47-5E87-7F9E-7345A93284C9}"/>
          </ac:spMkLst>
        </pc:spChg>
        <pc:spChg chg="mod">
          <ac:chgData name="Jérémy  NICON" userId="94a6ae6d-3ccb-4b58-a804-76c2e74f6511" providerId="ADAL" clId="{931F5A44-9163-4FC9-8C22-E10649995436}" dt="2024-11-07T13:18:50.712" v="53" actId="1076"/>
          <ac:spMkLst>
            <pc:docMk/>
            <pc:sldMk cId="0" sldId="330"/>
            <ac:spMk id="15367" creationId="{E5E60BAB-7ABF-6ED1-D4E5-6E21E4E0C40D}"/>
          </ac:spMkLst>
        </pc:spChg>
        <pc:spChg chg="mod">
          <ac:chgData name="Jérémy  NICON" userId="94a6ae6d-3ccb-4b58-a804-76c2e74f6511" providerId="ADAL" clId="{931F5A44-9163-4FC9-8C22-E10649995436}" dt="2024-11-07T13:18:50.712" v="53" actId="1076"/>
          <ac:spMkLst>
            <pc:docMk/>
            <pc:sldMk cId="0" sldId="330"/>
            <ac:spMk id="15369" creationId="{F1B7BD70-C795-0C68-619C-E302841390FA}"/>
          </ac:spMkLst>
        </pc:spChg>
        <pc:spChg chg="mod">
          <ac:chgData name="Jérémy  NICON" userId="94a6ae6d-3ccb-4b58-a804-76c2e74f6511" providerId="ADAL" clId="{931F5A44-9163-4FC9-8C22-E10649995436}" dt="2024-11-07T13:18:50.712" v="53" actId="1076"/>
          <ac:spMkLst>
            <pc:docMk/>
            <pc:sldMk cId="0" sldId="330"/>
            <ac:spMk id="15373" creationId="{8BEFA72F-45D9-982C-9A10-5ACB2B9BBA6F}"/>
          </ac:spMkLst>
        </pc:spChg>
        <pc:spChg chg="mod">
          <ac:chgData name="Jérémy  NICON" userId="94a6ae6d-3ccb-4b58-a804-76c2e74f6511" providerId="ADAL" clId="{931F5A44-9163-4FC9-8C22-E10649995436}" dt="2024-11-07T13:18:50.712" v="53" actId="1076"/>
          <ac:spMkLst>
            <pc:docMk/>
            <pc:sldMk cId="0" sldId="330"/>
            <ac:spMk id="15375" creationId="{CD01D4A7-34AD-24B4-AE14-3708ED997348}"/>
          </ac:spMkLst>
        </pc:spChg>
        <pc:spChg chg="mod">
          <ac:chgData name="Jérémy  NICON" userId="94a6ae6d-3ccb-4b58-a804-76c2e74f6511" providerId="ADAL" clId="{931F5A44-9163-4FC9-8C22-E10649995436}" dt="2024-11-07T13:18:50.712" v="53" actId="1076"/>
          <ac:spMkLst>
            <pc:docMk/>
            <pc:sldMk cId="0" sldId="330"/>
            <ac:spMk id="15377" creationId="{AAA4B4D1-177C-149B-6312-9AC5CF16B716}"/>
          </ac:spMkLst>
        </pc:spChg>
        <pc:spChg chg="mod">
          <ac:chgData name="Jérémy  NICON" userId="94a6ae6d-3ccb-4b58-a804-76c2e74f6511" providerId="ADAL" clId="{931F5A44-9163-4FC9-8C22-E10649995436}" dt="2024-11-07T13:18:50.712" v="53" actId="1076"/>
          <ac:spMkLst>
            <pc:docMk/>
            <pc:sldMk cId="0" sldId="330"/>
            <ac:spMk id="15380" creationId="{1939D7DE-9BE5-D533-5B7B-FEDC12D37045}"/>
          </ac:spMkLst>
        </pc:spChg>
        <pc:spChg chg="mod">
          <ac:chgData name="Jérémy  NICON" userId="94a6ae6d-3ccb-4b58-a804-76c2e74f6511" providerId="ADAL" clId="{931F5A44-9163-4FC9-8C22-E10649995436}" dt="2024-11-07T13:18:50.712" v="53" actId="1076"/>
          <ac:spMkLst>
            <pc:docMk/>
            <pc:sldMk cId="0" sldId="330"/>
            <ac:spMk id="15381" creationId="{AF53878D-0B87-32B7-BE10-1B339F5359C6}"/>
          </ac:spMkLst>
        </pc:spChg>
        <pc:spChg chg="mod">
          <ac:chgData name="Jérémy  NICON" userId="94a6ae6d-3ccb-4b58-a804-76c2e74f6511" providerId="ADAL" clId="{931F5A44-9163-4FC9-8C22-E10649995436}" dt="2024-11-07T13:18:50.712" v="53" actId="1076"/>
          <ac:spMkLst>
            <pc:docMk/>
            <pc:sldMk cId="0" sldId="330"/>
            <ac:spMk id="15382" creationId="{2EC393D8-5AA9-5B49-6BAF-F4D1201CC964}"/>
          </ac:spMkLst>
        </pc:spChg>
        <pc:picChg chg="mod">
          <ac:chgData name="Jérémy  NICON" userId="94a6ae6d-3ccb-4b58-a804-76c2e74f6511" providerId="ADAL" clId="{931F5A44-9163-4FC9-8C22-E10649995436}" dt="2024-11-07T13:18:50.712" v="53" actId="1076"/>
          <ac:picMkLst>
            <pc:docMk/>
            <pc:sldMk cId="0" sldId="330"/>
            <ac:picMk id="15368" creationId="{F73B2812-4F34-466F-2B1F-79898EEB8EF6}"/>
          </ac:picMkLst>
        </pc:picChg>
        <pc:picChg chg="mod">
          <ac:chgData name="Jérémy  NICON" userId="94a6ae6d-3ccb-4b58-a804-76c2e74f6511" providerId="ADAL" clId="{931F5A44-9163-4FC9-8C22-E10649995436}" dt="2024-11-07T13:18:50.712" v="53" actId="1076"/>
          <ac:picMkLst>
            <pc:docMk/>
            <pc:sldMk cId="0" sldId="330"/>
            <ac:picMk id="15370" creationId="{28EAF7BD-58F9-FB47-3B97-9F0B97D6808E}"/>
          </ac:picMkLst>
        </pc:picChg>
        <pc:picChg chg="mod">
          <ac:chgData name="Jérémy  NICON" userId="94a6ae6d-3ccb-4b58-a804-76c2e74f6511" providerId="ADAL" clId="{931F5A44-9163-4FC9-8C22-E10649995436}" dt="2024-11-07T13:18:50.712" v="53" actId="1076"/>
          <ac:picMkLst>
            <pc:docMk/>
            <pc:sldMk cId="0" sldId="330"/>
            <ac:picMk id="15371" creationId="{98B14947-799D-B56D-07C9-1FE5DA74FC18}"/>
          </ac:picMkLst>
        </pc:picChg>
        <pc:picChg chg="mod">
          <ac:chgData name="Jérémy  NICON" userId="94a6ae6d-3ccb-4b58-a804-76c2e74f6511" providerId="ADAL" clId="{931F5A44-9163-4FC9-8C22-E10649995436}" dt="2024-11-07T13:18:50.712" v="53" actId="1076"/>
          <ac:picMkLst>
            <pc:docMk/>
            <pc:sldMk cId="0" sldId="330"/>
            <ac:picMk id="15372" creationId="{5C10E43E-8E77-CC31-E45D-44B3FFB5289B}"/>
          </ac:picMkLst>
        </pc:picChg>
        <pc:picChg chg="mod">
          <ac:chgData name="Jérémy  NICON" userId="94a6ae6d-3ccb-4b58-a804-76c2e74f6511" providerId="ADAL" clId="{931F5A44-9163-4FC9-8C22-E10649995436}" dt="2024-11-07T13:18:50.712" v="53" actId="1076"/>
          <ac:picMkLst>
            <pc:docMk/>
            <pc:sldMk cId="0" sldId="330"/>
            <ac:picMk id="15374" creationId="{88A5803D-096B-EEBA-EAF7-7153135A55EC}"/>
          </ac:picMkLst>
        </pc:picChg>
        <pc:picChg chg="mod">
          <ac:chgData name="Jérémy  NICON" userId="94a6ae6d-3ccb-4b58-a804-76c2e74f6511" providerId="ADAL" clId="{931F5A44-9163-4FC9-8C22-E10649995436}" dt="2024-11-07T13:18:50.712" v="53" actId="1076"/>
          <ac:picMkLst>
            <pc:docMk/>
            <pc:sldMk cId="0" sldId="330"/>
            <ac:picMk id="15376" creationId="{8793E080-733E-198A-802D-E68DDF085E7F}"/>
          </ac:picMkLst>
        </pc:picChg>
        <pc:picChg chg="mod">
          <ac:chgData name="Jérémy  NICON" userId="94a6ae6d-3ccb-4b58-a804-76c2e74f6511" providerId="ADAL" clId="{931F5A44-9163-4FC9-8C22-E10649995436}" dt="2024-11-07T13:18:50.712" v="53" actId="1076"/>
          <ac:picMkLst>
            <pc:docMk/>
            <pc:sldMk cId="0" sldId="330"/>
            <ac:picMk id="15378" creationId="{AB663CB4-FBE9-EA08-C07A-2C887B0B26B8}"/>
          </ac:picMkLst>
        </pc:picChg>
        <pc:picChg chg="mod">
          <ac:chgData name="Jérémy  NICON" userId="94a6ae6d-3ccb-4b58-a804-76c2e74f6511" providerId="ADAL" clId="{931F5A44-9163-4FC9-8C22-E10649995436}" dt="2024-11-07T13:18:50.712" v="53" actId="1076"/>
          <ac:picMkLst>
            <pc:docMk/>
            <pc:sldMk cId="0" sldId="330"/>
            <ac:picMk id="15379" creationId="{AC65E0A0-6FBF-C725-349B-34F7854F58AB}"/>
          </ac:picMkLst>
        </pc:picChg>
      </pc:sldChg>
      <pc:sldChg chg="delSp modSp mod">
        <pc:chgData name="Jérémy  NICON" userId="94a6ae6d-3ccb-4b58-a804-76c2e74f6511" providerId="ADAL" clId="{931F5A44-9163-4FC9-8C22-E10649995436}" dt="2024-11-07T13:19:05.594" v="55" actId="1076"/>
        <pc:sldMkLst>
          <pc:docMk/>
          <pc:sldMk cId="0" sldId="331"/>
        </pc:sldMkLst>
        <pc:spChg chg="del">
          <ac:chgData name="Jérémy  NICON" userId="94a6ae6d-3ccb-4b58-a804-76c2e74f6511" providerId="ADAL" clId="{931F5A44-9163-4FC9-8C22-E10649995436}" dt="2024-11-07T13:18:56.372" v="54" actId="478"/>
          <ac:spMkLst>
            <pc:docMk/>
            <pc:sldMk cId="0" sldId="331"/>
            <ac:spMk id="2" creationId="{53E9D231-34C1-637A-FE1D-3FC8CE2FA96A}"/>
          </ac:spMkLst>
        </pc:spChg>
        <pc:spChg chg="mod">
          <ac:chgData name="Jérémy  NICON" userId="94a6ae6d-3ccb-4b58-a804-76c2e74f6511" providerId="ADAL" clId="{931F5A44-9163-4FC9-8C22-E10649995436}" dt="2024-11-07T13:19:05.594" v="55" actId="1076"/>
          <ac:spMkLst>
            <pc:docMk/>
            <pc:sldMk cId="0" sldId="331"/>
            <ac:spMk id="16387" creationId="{BD91306A-8F62-E885-9470-86BFE8C6591D}"/>
          </ac:spMkLst>
        </pc:spChg>
        <pc:spChg chg="mod">
          <ac:chgData name="Jérémy  NICON" userId="94a6ae6d-3ccb-4b58-a804-76c2e74f6511" providerId="ADAL" clId="{931F5A44-9163-4FC9-8C22-E10649995436}" dt="2024-11-07T13:19:05.594" v="55" actId="1076"/>
          <ac:spMkLst>
            <pc:docMk/>
            <pc:sldMk cId="0" sldId="331"/>
            <ac:spMk id="16388" creationId="{5296ED8D-2BB6-5BAE-2836-735E087B9110}"/>
          </ac:spMkLst>
        </pc:spChg>
        <pc:spChg chg="mod">
          <ac:chgData name="Jérémy  NICON" userId="94a6ae6d-3ccb-4b58-a804-76c2e74f6511" providerId="ADAL" clId="{931F5A44-9163-4FC9-8C22-E10649995436}" dt="2024-11-07T13:19:05.594" v="55" actId="1076"/>
          <ac:spMkLst>
            <pc:docMk/>
            <pc:sldMk cId="0" sldId="331"/>
            <ac:spMk id="16389" creationId="{3F6F6E82-72A5-93DC-9F2A-A26E90FBEB9C}"/>
          </ac:spMkLst>
        </pc:spChg>
        <pc:spChg chg="mod">
          <ac:chgData name="Jérémy  NICON" userId="94a6ae6d-3ccb-4b58-a804-76c2e74f6511" providerId="ADAL" clId="{931F5A44-9163-4FC9-8C22-E10649995436}" dt="2024-11-07T13:19:05.594" v="55" actId="1076"/>
          <ac:spMkLst>
            <pc:docMk/>
            <pc:sldMk cId="0" sldId="331"/>
            <ac:spMk id="16391" creationId="{C42AEB1D-CC61-BED3-B18E-75314B53F3F3}"/>
          </ac:spMkLst>
        </pc:spChg>
        <pc:spChg chg="mod">
          <ac:chgData name="Jérémy  NICON" userId="94a6ae6d-3ccb-4b58-a804-76c2e74f6511" providerId="ADAL" clId="{931F5A44-9163-4FC9-8C22-E10649995436}" dt="2024-11-07T13:19:05.594" v="55" actId="1076"/>
          <ac:spMkLst>
            <pc:docMk/>
            <pc:sldMk cId="0" sldId="331"/>
            <ac:spMk id="16392" creationId="{BC368CDB-F1CC-59D2-7995-135533D90778}"/>
          </ac:spMkLst>
        </pc:spChg>
        <pc:spChg chg="mod">
          <ac:chgData name="Jérémy  NICON" userId="94a6ae6d-3ccb-4b58-a804-76c2e74f6511" providerId="ADAL" clId="{931F5A44-9163-4FC9-8C22-E10649995436}" dt="2024-11-07T13:19:05.594" v="55" actId="1076"/>
          <ac:spMkLst>
            <pc:docMk/>
            <pc:sldMk cId="0" sldId="331"/>
            <ac:spMk id="16395" creationId="{61946484-CF35-9812-2F49-7B3F28DA978D}"/>
          </ac:spMkLst>
        </pc:spChg>
        <pc:spChg chg="mod">
          <ac:chgData name="Jérémy  NICON" userId="94a6ae6d-3ccb-4b58-a804-76c2e74f6511" providerId="ADAL" clId="{931F5A44-9163-4FC9-8C22-E10649995436}" dt="2024-11-07T13:19:05.594" v="55" actId="1076"/>
          <ac:spMkLst>
            <pc:docMk/>
            <pc:sldMk cId="0" sldId="331"/>
            <ac:spMk id="16397" creationId="{5301C4C8-54B5-C51B-5DA0-1D6EFFD50D66}"/>
          </ac:spMkLst>
        </pc:spChg>
        <pc:spChg chg="mod">
          <ac:chgData name="Jérémy  NICON" userId="94a6ae6d-3ccb-4b58-a804-76c2e74f6511" providerId="ADAL" clId="{931F5A44-9163-4FC9-8C22-E10649995436}" dt="2024-11-07T13:19:05.594" v="55" actId="1076"/>
          <ac:spMkLst>
            <pc:docMk/>
            <pc:sldMk cId="0" sldId="331"/>
            <ac:spMk id="16398" creationId="{D5F3D3F6-A111-CF69-781F-48489C8E7B49}"/>
          </ac:spMkLst>
        </pc:spChg>
        <pc:spChg chg="mod">
          <ac:chgData name="Jérémy  NICON" userId="94a6ae6d-3ccb-4b58-a804-76c2e74f6511" providerId="ADAL" clId="{931F5A44-9163-4FC9-8C22-E10649995436}" dt="2024-11-07T13:19:05.594" v="55" actId="1076"/>
          <ac:spMkLst>
            <pc:docMk/>
            <pc:sldMk cId="0" sldId="331"/>
            <ac:spMk id="16399" creationId="{54104211-FEFB-C982-4A5E-D5F62796B666}"/>
          </ac:spMkLst>
        </pc:spChg>
        <pc:picChg chg="mod">
          <ac:chgData name="Jérémy  NICON" userId="94a6ae6d-3ccb-4b58-a804-76c2e74f6511" providerId="ADAL" clId="{931F5A44-9163-4FC9-8C22-E10649995436}" dt="2024-11-07T13:19:05.594" v="55" actId="1076"/>
          <ac:picMkLst>
            <pc:docMk/>
            <pc:sldMk cId="0" sldId="331"/>
            <ac:picMk id="16390" creationId="{700A1D2F-AA7B-1418-EE7B-6A4E1B86403A}"/>
          </ac:picMkLst>
        </pc:picChg>
        <pc:picChg chg="mod">
          <ac:chgData name="Jérémy  NICON" userId="94a6ae6d-3ccb-4b58-a804-76c2e74f6511" providerId="ADAL" clId="{931F5A44-9163-4FC9-8C22-E10649995436}" dt="2024-11-07T13:19:05.594" v="55" actId="1076"/>
          <ac:picMkLst>
            <pc:docMk/>
            <pc:sldMk cId="0" sldId="331"/>
            <ac:picMk id="16393" creationId="{2CB737CB-836D-DADE-11E5-0F2C53499576}"/>
          </ac:picMkLst>
        </pc:picChg>
        <pc:picChg chg="mod">
          <ac:chgData name="Jérémy  NICON" userId="94a6ae6d-3ccb-4b58-a804-76c2e74f6511" providerId="ADAL" clId="{931F5A44-9163-4FC9-8C22-E10649995436}" dt="2024-11-07T13:19:05.594" v="55" actId="1076"/>
          <ac:picMkLst>
            <pc:docMk/>
            <pc:sldMk cId="0" sldId="331"/>
            <ac:picMk id="16394" creationId="{32FEDF6C-2D67-1F33-524B-176FC19BD945}"/>
          </ac:picMkLst>
        </pc:picChg>
        <pc:picChg chg="mod">
          <ac:chgData name="Jérémy  NICON" userId="94a6ae6d-3ccb-4b58-a804-76c2e74f6511" providerId="ADAL" clId="{931F5A44-9163-4FC9-8C22-E10649995436}" dt="2024-11-07T13:19:05.594" v="55" actId="1076"/>
          <ac:picMkLst>
            <pc:docMk/>
            <pc:sldMk cId="0" sldId="331"/>
            <ac:picMk id="16396" creationId="{73AB28F3-406E-7CAC-F8A1-9F0B83F89124}"/>
          </ac:picMkLst>
        </pc:picChg>
      </pc:sldChg>
      <pc:sldChg chg="delSp modSp mod">
        <pc:chgData name="Jérémy  NICON" userId="94a6ae6d-3ccb-4b58-a804-76c2e74f6511" providerId="ADAL" clId="{931F5A44-9163-4FC9-8C22-E10649995436}" dt="2024-11-07T13:19:36.101" v="60" actId="1076"/>
        <pc:sldMkLst>
          <pc:docMk/>
          <pc:sldMk cId="0" sldId="332"/>
        </pc:sldMkLst>
        <pc:spChg chg="del">
          <ac:chgData name="Jérémy  NICON" userId="94a6ae6d-3ccb-4b58-a804-76c2e74f6511" providerId="ADAL" clId="{931F5A44-9163-4FC9-8C22-E10649995436}" dt="2024-11-07T13:19:16.328" v="56" actId="478"/>
          <ac:spMkLst>
            <pc:docMk/>
            <pc:sldMk cId="0" sldId="332"/>
            <ac:spMk id="2" creationId="{9663FD82-85C7-4BF0-10B1-F8C81C4A5247}"/>
          </ac:spMkLst>
        </pc:spChg>
        <pc:spChg chg="mod">
          <ac:chgData name="Jérémy  NICON" userId="94a6ae6d-3ccb-4b58-a804-76c2e74f6511" providerId="ADAL" clId="{931F5A44-9163-4FC9-8C22-E10649995436}" dt="2024-11-07T13:19:23.409" v="57" actId="1076"/>
          <ac:spMkLst>
            <pc:docMk/>
            <pc:sldMk cId="0" sldId="332"/>
            <ac:spMk id="32" creationId="{18D70775-C004-6848-6404-19813605C086}"/>
          </ac:spMkLst>
        </pc:spChg>
        <pc:spChg chg="mod">
          <ac:chgData name="Jérémy  NICON" userId="94a6ae6d-3ccb-4b58-a804-76c2e74f6511" providerId="ADAL" clId="{931F5A44-9163-4FC9-8C22-E10649995436}" dt="2024-11-07T13:19:36.101" v="60" actId="1076"/>
          <ac:spMkLst>
            <pc:docMk/>
            <pc:sldMk cId="0" sldId="332"/>
            <ac:spMk id="17410" creationId="{E9E1A448-74F3-5F73-83B6-F42EE9DCF99C}"/>
          </ac:spMkLst>
        </pc:spChg>
        <pc:spChg chg="mod">
          <ac:chgData name="Jérémy  NICON" userId="94a6ae6d-3ccb-4b58-a804-76c2e74f6511" providerId="ADAL" clId="{931F5A44-9163-4FC9-8C22-E10649995436}" dt="2024-11-07T13:19:23.409" v="57" actId="1076"/>
          <ac:spMkLst>
            <pc:docMk/>
            <pc:sldMk cId="0" sldId="332"/>
            <ac:spMk id="17412" creationId="{4F2F1D7F-FBE1-B60D-6593-6A0C167708B0}"/>
          </ac:spMkLst>
        </pc:spChg>
        <pc:spChg chg="mod">
          <ac:chgData name="Jérémy  NICON" userId="94a6ae6d-3ccb-4b58-a804-76c2e74f6511" providerId="ADAL" clId="{931F5A44-9163-4FC9-8C22-E10649995436}" dt="2024-11-07T13:19:23.409" v="57" actId="1076"/>
          <ac:spMkLst>
            <pc:docMk/>
            <pc:sldMk cId="0" sldId="332"/>
            <ac:spMk id="17439" creationId="{67834FFB-C835-2D70-3DCB-DDE939695B81}"/>
          </ac:spMkLst>
        </pc:spChg>
        <pc:spChg chg="mod">
          <ac:chgData name="Jérémy  NICON" userId="94a6ae6d-3ccb-4b58-a804-76c2e74f6511" providerId="ADAL" clId="{931F5A44-9163-4FC9-8C22-E10649995436}" dt="2024-11-07T13:19:23.409" v="57" actId="1076"/>
          <ac:spMkLst>
            <pc:docMk/>
            <pc:sldMk cId="0" sldId="332"/>
            <ac:spMk id="17441" creationId="{F674784F-6D05-B702-7FAF-F591DEC7D4BA}"/>
          </ac:spMkLst>
        </pc:spChg>
        <pc:spChg chg="mod">
          <ac:chgData name="Jérémy  NICON" userId="94a6ae6d-3ccb-4b58-a804-76c2e74f6511" providerId="ADAL" clId="{931F5A44-9163-4FC9-8C22-E10649995436}" dt="2024-11-07T13:19:23.409" v="57" actId="1076"/>
          <ac:spMkLst>
            <pc:docMk/>
            <pc:sldMk cId="0" sldId="332"/>
            <ac:spMk id="17442" creationId="{6BEE8C05-7497-CEDC-BDFC-C73CDF0BC774}"/>
          </ac:spMkLst>
        </pc:spChg>
        <pc:spChg chg="mod">
          <ac:chgData name="Jérémy  NICON" userId="94a6ae6d-3ccb-4b58-a804-76c2e74f6511" providerId="ADAL" clId="{931F5A44-9163-4FC9-8C22-E10649995436}" dt="2024-11-07T13:19:23.409" v="57" actId="1076"/>
          <ac:spMkLst>
            <pc:docMk/>
            <pc:sldMk cId="0" sldId="332"/>
            <ac:spMk id="17445" creationId="{0E0DE385-68C0-27A0-1E8E-401D37201F76}"/>
          </ac:spMkLst>
        </pc:spChg>
        <pc:spChg chg="mod">
          <ac:chgData name="Jérémy  NICON" userId="94a6ae6d-3ccb-4b58-a804-76c2e74f6511" providerId="ADAL" clId="{931F5A44-9163-4FC9-8C22-E10649995436}" dt="2024-11-07T13:19:23.409" v="57" actId="1076"/>
          <ac:spMkLst>
            <pc:docMk/>
            <pc:sldMk cId="0" sldId="332"/>
            <ac:spMk id="17446" creationId="{6E4AAB1F-AAC5-337E-F82B-A23D358C6967}"/>
          </ac:spMkLst>
        </pc:spChg>
        <pc:spChg chg="mod">
          <ac:chgData name="Jérémy  NICON" userId="94a6ae6d-3ccb-4b58-a804-76c2e74f6511" providerId="ADAL" clId="{931F5A44-9163-4FC9-8C22-E10649995436}" dt="2024-11-07T13:19:23.409" v="57" actId="1076"/>
          <ac:spMkLst>
            <pc:docMk/>
            <pc:sldMk cId="0" sldId="332"/>
            <ac:spMk id="17448" creationId="{1FAA991A-F1A6-FFF4-53ED-9A5D044C1F44}"/>
          </ac:spMkLst>
        </pc:spChg>
        <pc:spChg chg="mod">
          <ac:chgData name="Jérémy  NICON" userId="94a6ae6d-3ccb-4b58-a804-76c2e74f6511" providerId="ADAL" clId="{931F5A44-9163-4FC9-8C22-E10649995436}" dt="2024-11-07T13:19:23.409" v="57" actId="1076"/>
          <ac:spMkLst>
            <pc:docMk/>
            <pc:sldMk cId="0" sldId="332"/>
            <ac:spMk id="17450" creationId="{AAF0B9E8-9C12-9B59-CC38-75E7B5790CC4}"/>
          </ac:spMkLst>
        </pc:spChg>
        <pc:graphicFrameChg chg="mod">
          <ac:chgData name="Jérémy  NICON" userId="94a6ae6d-3ccb-4b58-a804-76c2e74f6511" providerId="ADAL" clId="{931F5A44-9163-4FC9-8C22-E10649995436}" dt="2024-11-07T13:19:23.409" v="57" actId="1076"/>
          <ac:graphicFrameMkLst>
            <pc:docMk/>
            <pc:sldMk cId="0" sldId="332"/>
            <ac:graphicFrameMk id="19" creationId="{E56288FB-B56E-5E11-F39B-47D45883409C}"/>
          </ac:graphicFrameMkLst>
        </pc:graphicFrameChg>
        <pc:picChg chg="mod">
          <ac:chgData name="Jérémy  NICON" userId="94a6ae6d-3ccb-4b58-a804-76c2e74f6511" providerId="ADAL" clId="{931F5A44-9163-4FC9-8C22-E10649995436}" dt="2024-11-07T13:19:23.409" v="57" actId="1076"/>
          <ac:picMkLst>
            <pc:docMk/>
            <pc:sldMk cId="0" sldId="332"/>
            <ac:picMk id="17440" creationId="{3099DBB7-19A2-1093-FA84-C67A67D8922E}"/>
          </ac:picMkLst>
        </pc:picChg>
        <pc:picChg chg="mod">
          <ac:chgData name="Jérémy  NICON" userId="94a6ae6d-3ccb-4b58-a804-76c2e74f6511" providerId="ADAL" clId="{931F5A44-9163-4FC9-8C22-E10649995436}" dt="2024-11-07T13:19:23.409" v="57" actId="1076"/>
          <ac:picMkLst>
            <pc:docMk/>
            <pc:sldMk cId="0" sldId="332"/>
            <ac:picMk id="17443" creationId="{977C1496-D726-967C-C42A-235DF8F1FA34}"/>
          </ac:picMkLst>
        </pc:picChg>
        <pc:picChg chg="mod">
          <ac:chgData name="Jérémy  NICON" userId="94a6ae6d-3ccb-4b58-a804-76c2e74f6511" providerId="ADAL" clId="{931F5A44-9163-4FC9-8C22-E10649995436}" dt="2024-11-07T13:19:23.409" v="57" actId="1076"/>
          <ac:picMkLst>
            <pc:docMk/>
            <pc:sldMk cId="0" sldId="332"/>
            <ac:picMk id="17444" creationId="{5FECF4A4-3A40-ADE2-CB69-832935A2089A}"/>
          </ac:picMkLst>
        </pc:picChg>
        <pc:picChg chg="mod">
          <ac:chgData name="Jérémy  NICON" userId="94a6ae6d-3ccb-4b58-a804-76c2e74f6511" providerId="ADAL" clId="{931F5A44-9163-4FC9-8C22-E10649995436}" dt="2024-11-07T13:19:23.409" v="57" actId="1076"/>
          <ac:picMkLst>
            <pc:docMk/>
            <pc:sldMk cId="0" sldId="332"/>
            <ac:picMk id="17449" creationId="{74831A3B-74C8-732A-C4A2-D1A6AA47A60C}"/>
          </ac:picMkLst>
        </pc:picChg>
      </pc:sldChg>
      <pc:sldChg chg="delSp modSp mod">
        <pc:chgData name="Jérémy  NICON" userId="94a6ae6d-3ccb-4b58-a804-76c2e74f6511" providerId="ADAL" clId="{931F5A44-9163-4FC9-8C22-E10649995436}" dt="2024-11-07T13:19:52.235" v="63" actId="1076"/>
        <pc:sldMkLst>
          <pc:docMk/>
          <pc:sldMk cId="0" sldId="333"/>
        </pc:sldMkLst>
        <pc:spChg chg="del">
          <ac:chgData name="Jérémy  NICON" userId="94a6ae6d-3ccb-4b58-a804-76c2e74f6511" providerId="ADAL" clId="{931F5A44-9163-4FC9-8C22-E10649995436}" dt="2024-11-07T13:19:46.187" v="61" actId="478"/>
          <ac:spMkLst>
            <pc:docMk/>
            <pc:sldMk cId="0" sldId="333"/>
            <ac:spMk id="2" creationId="{FAECEE9D-CC45-95FA-1949-45DF3A0D0CA7}"/>
          </ac:spMkLst>
        </pc:spChg>
        <pc:spChg chg="mod">
          <ac:chgData name="Jérémy  NICON" userId="94a6ae6d-3ccb-4b58-a804-76c2e74f6511" providerId="ADAL" clId="{931F5A44-9163-4FC9-8C22-E10649995436}" dt="2024-11-07T13:19:52.235" v="63" actId="1076"/>
          <ac:spMkLst>
            <pc:docMk/>
            <pc:sldMk cId="0" sldId="333"/>
            <ac:spMk id="18434" creationId="{369A1D5D-9CDB-B5A5-E3B0-F6BA13F5E290}"/>
          </ac:spMkLst>
        </pc:spChg>
        <pc:spChg chg="mod">
          <ac:chgData name="Jérémy  NICON" userId="94a6ae6d-3ccb-4b58-a804-76c2e74f6511" providerId="ADAL" clId="{931F5A44-9163-4FC9-8C22-E10649995436}" dt="2024-11-07T13:19:50.427" v="62" actId="1076"/>
          <ac:spMkLst>
            <pc:docMk/>
            <pc:sldMk cId="0" sldId="333"/>
            <ac:spMk id="18435" creationId="{968BA659-635D-A412-FAE1-24873D38F5FC}"/>
          </ac:spMkLst>
        </pc:spChg>
        <pc:spChg chg="mod">
          <ac:chgData name="Jérémy  NICON" userId="94a6ae6d-3ccb-4b58-a804-76c2e74f6511" providerId="ADAL" clId="{931F5A44-9163-4FC9-8C22-E10649995436}" dt="2024-11-07T13:19:50.427" v="62" actId="1076"/>
          <ac:spMkLst>
            <pc:docMk/>
            <pc:sldMk cId="0" sldId="333"/>
            <ac:spMk id="18436" creationId="{DA9F6331-AF77-4070-7D3B-B03E8B622F90}"/>
          </ac:spMkLst>
        </pc:spChg>
        <pc:spChg chg="mod">
          <ac:chgData name="Jérémy  NICON" userId="94a6ae6d-3ccb-4b58-a804-76c2e74f6511" providerId="ADAL" clId="{931F5A44-9163-4FC9-8C22-E10649995436}" dt="2024-11-07T13:19:50.427" v="62" actId="1076"/>
          <ac:spMkLst>
            <pc:docMk/>
            <pc:sldMk cId="0" sldId="333"/>
            <ac:spMk id="18437" creationId="{78EE2C25-A877-E64B-0DCC-644F7F05EA42}"/>
          </ac:spMkLst>
        </pc:spChg>
        <pc:spChg chg="mod">
          <ac:chgData name="Jérémy  NICON" userId="94a6ae6d-3ccb-4b58-a804-76c2e74f6511" providerId="ADAL" clId="{931F5A44-9163-4FC9-8C22-E10649995436}" dt="2024-11-07T13:19:50.427" v="62" actId="1076"/>
          <ac:spMkLst>
            <pc:docMk/>
            <pc:sldMk cId="0" sldId="333"/>
            <ac:spMk id="18438" creationId="{229ABAC5-1C18-27AC-5BCE-3E0AEDCE41E7}"/>
          </ac:spMkLst>
        </pc:spChg>
        <pc:spChg chg="mod">
          <ac:chgData name="Jérémy  NICON" userId="94a6ae6d-3ccb-4b58-a804-76c2e74f6511" providerId="ADAL" clId="{931F5A44-9163-4FC9-8C22-E10649995436}" dt="2024-11-07T13:19:50.427" v="62" actId="1076"/>
          <ac:spMkLst>
            <pc:docMk/>
            <pc:sldMk cId="0" sldId="333"/>
            <ac:spMk id="18439" creationId="{5E0F37CA-35EA-AA44-5407-E99FDCC69A4E}"/>
          </ac:spMkLst>
        </pc:spChg>
        <pc:picChg chg="mod">
          <ac:chgData name="Jérémy  NICON" userId="94a6ae6d-3ccb-4b58-a804-76c2e74f6511" providerId="ADAL" clId="{931F5A44-9163-4FC9-8C22-E10649995436}" dt="2024-11-07T13:19:50.427" v="62" actId="1076"/>
          <ac:picMkLst>
            <pc:docMk/>
            <pc:sldMk cId="0" sldId="333"/>
            <ac:picMk id="18440" creationId="{3D9FEE19-63FB-E5E8-418B-828894D62FF6}"/>
          </ac:picMkLst>
        </pc:picChg>
      </pc:sldChg>
      <pc:sldChg chg="delSp modSp mod">
        <pc:chgData name="Jérémy  NICON" userId="94a6ae6d-3ccb-4b58-a804-76c2e74f6511" providerId="ADAL" clId="{931F5A44-9163-4FC9-8C22-E10649995436}" dt="2024-11-07T13:24:08.677" v="66" actId="1076"/>
        <pc:sldMkLst>
          <pc:docMk/>
          <pc:sldMk cId="0" sldId="334"/>
        </pc:sldMkLst>
        <pc:spChg chg="del">
          <ac:chgData name="Jérémy  NICON" userId="94a6ae6d-3ccb-4b58-a804-76c2e74f6511" providerId="ADAL" clId="{931F5A44-9163-4FC9-8C22-E10649995436}" dt="2024-11-07T13:23:59.747" v="64" actId="478"/>
          <ac:spMkLst>
            <pc:docMk/>
            <pc:sldMk cId="0" sldId="334"/>
            <ac:spMk id="2" creationId="{2869B2A3-1CA5-46B4-9237-4C370AE4A055}"/>
          </ac:spMkLst>
        </pc:spChg>
        <pc:spChg chg="mod">
          <ac:chgData name="Jérémy  NICON" userId="94a6ae6d-3ccb-4b58-a804-76c2e74f6511" providerId="ADAL" clId="{931F5A44-9163-4FC9-8C22-E10649995436}" dt="2024-11-07T13:24:05.418" v="65" actId="1076"/>
          <ac:spMkLst>
            <pc:docMk/>
            <pc:sldMk cId="0" sldId="334"/>
            <ac:spMk id="19" creationId="{E7247752-E138-DAAE-BA03-F61E57369E26}"/>
          </ac:spMkLst>
        </pc:spChg>
        <pc:spChg chg="mod">
          <ac:chgData name="Jérémy  NICON" userId="94a6ae6d-3ccb-4b58-a804-76c2e74f6511" providerId="ADAL" clId="{931F5A44-9163-4FC9-8C22-E10649995436}" dt="2024-11-07T13:24:05.418" v="65" actId="1076"/>
          <ac:spMkLst>
            <pc:docMk/>
            <pc:sldMk cId="0" sldId="334"/>
            <ac:spMk id="20" creationId="{252FA513-8EFB-9257-734D-A07E1970097F}"/>
          </ac:spMkLst>
        </pc:spChg>
        <pc:spChg chg="mod">
          <ac:chgData name="Jérémy  NICON" userId="94a6ae6d-3ccb-4b58-a804-76c2e74f6511" providerId="ADAL" clId="{931F5A44-9163-4FC9-8C22-E10649995436}" dt="2024-11-07T13:24:05.418" v="65" actId="1076"/>
          <ac:spMkLst>
            <pc:docMk/>
            <pc:sldMk cId="0" sldId="334"/>
            <ac:spMk id="21" creationId="{991D3BE3-2D2A-5C68-F1FA-46814F8CEC35}"/>
          </ac:spMkLst>
        </pc:spChg>
        <pc:spChg chg="mod">
          <ac:chgData name="Jérémy  NICON" userId="94a6ae6d-3ccb-4b58-a804-76c2e74f6511" providerId="ADAL" clId="{931F5A44-9163-4FC9-8C22-E10649995436}" dt="2024-11-07T13:24:05.418" v="65" actId="1076"/>
          <ac:spMkLst>
            <pc:docMk/>
            <pc:sldMk cId="0" sldId="334"/>
            <ac:spMk id="22" creationId="{C42C0702-6042-A638-42AA-9830880B2499}"/>
          </ac:spMkLst>
        </pc:spChg>
        <pc:spChg chg="mod">
          <ac:chgData name="Jérémy  NICON" userId="94a6ae6d-3ccb-4b58-a804-76c2e74f6511" providerId="ADAL" clId="{931F5A44-9163-4FC9-8C22-E10649995436}" dt="2024-11-07T13:24:05.418" v="65" actId="1076"/>
          <ac:spMkLst>
            <pc:docMk/>
            <pc:sldMk cId="0" sldId="334"/>
            <ac:spMk id="19458" creationId="{E40BB754-A083-7AE2-343F-92DAE07813C3}"/>
          </ac:spMkLst>
        </pc:spChg>
        <pc:spChg chg="mod">
          <ac:chgData name="Jérémy  NICON" userId="94a6ae6d-3ccb-4b58-a804-76c2e74f6511" providerId="ADAL" clId="{931F5A44-9163-4FC9-8C22-E10649995436}" dt="2024-11-07T13:24:08.677" v="66" actId="1076"/>
          <ac:spMkLst>
            <pc:docMk/>
            <pc:sldMk cId="0" sldId="334"/>
            <ac:spMk id="19459" creationId="{38008D0E-9C4E-D7B3-17D5-D89C0555E315}"/>
          </ac:spMkLst>
        </pc:spChg>
        <pc:spChg chg="mod">
          <ac:chgData name="Jérémy  NICON" userId="94a6ae6d-3ccb-4b58-a804-76c2e74f6511" providerId="ADAL" clId="{931F5A44-9163-4FC9-8C22-E10649995436}" dt="2024-11-07T13:24:05.418" v="65" actId="1076"/>
          <ac:spMkLst>
            <pc:docMk/>
            <pc:sldMk cId="0" sldId="334"/>
            <ac:spMk id="19461" creationId="{CB00F64D-9788-BDBF-A86C-690AB66A63DD}"/>
          </ac:spMkLst>
        </pc:spChg>
        <pc:spChg chg="mod">
          <ac:chgData name="Jérémy  NICON" userId="94a6ae6d-3ccb-4b58-a804-76c2e74f6511" providerId="ADAL" clId="{931F5A44-9163-4FC9-8C22-E10649995436}" dt="2024-11-07T13:24:05.418" v="65" actId="1076"/>
          <ac:spMkLst>
            <pc:docMk/>
            <pc:sldMk cId="0" sldId="334"/>
            <ac:spMk id="19462" creationId="{D84CE019-E919-AC1D-001D-CC6EDF870FA7}"/>
          </ac:spMkLst>
        </pc:spChg>
        <pc:spChg chg="mod">
          <ac:chgData name="Jérémy  NICON" userId="94a6ae6d-3ccb-4b58-a804-76c2e74f6511" providerId="ADAL" clId="{931F5A44-9163-4FC9-8C22-E10649995436}" dt="2024-11-07T13:24:05.418" v="65" actId="1076"/>
          <ac:spMkLst>
            <pc:docMk/>
            <pc:sldMk cId="0" sldId="334"/>
            <ac:spMk id="19463" creationId="{119574D5-C12B-0AC5-2272-11C9886C6B37}"/>
          </ac:spMkLst>
        </pc:spChg>
        <pc:spChg chg="mod">
          <ac:chgData name="Jérémy  NICON" userId="94a6ae6d-3ccb-4b58-a804-76c2e74f6511" providerId="ADAL" clId="{931F5A44-9163-4FC9-8C22-E10649995436}" dt="2024-11-07T13:24:05.418" v="65" actId="1076"/>
          <ac:spMkLst>
            <pc:docMk/>
            <pc:sldMk cId="0" sldId="334"/>
            <ac:spMk id="19464" creationId="{A834BE3E-F2AB-8777-7A64-86F31C3DE7CE}"/>
          </ac:spMkLst>
        </pc:spChg>
        <pc:spChg chg="mod">
          <ac:chgData name="Jérémy  NICON" userId="94a6ae6d-3ccb-4b58-a804-76c2e74f6511" providerId="ADAL" clId="{931F5A44-9163-4FC9-8C22-E10649995436}" dt="2024-11-07T13:24:05.418" v="65" actId="1076"/>
          <ac:spMkLst>
            <pc:docMk/>
            <pc:sldMk cId="0" sldId="334"/>
            <ac:spMk id="19465" creationId="{8A807B37-7E73-3A32-EC58-3E29E506567D}"/>
          </ac:spMkLst>
        </pc:spChg>
        <pc:spChg chg="mod">
          <ac:chgData name="Jérémy  NICON" userId="94a6ae6d-3ccb-4b58-a804-76c2e74f6511" providerId="ADAL" clId="{931F5A44-9163-4FC9-8C22-E10649995436}" dt="2024-11-07T13:24:05.418" v="65" actId="1076"/>
          <ac:spMkLst>
            <pc:docMk/>
            <pc:sldMk cId="0" sldId="334"/>
            <ac:spMk id="19466" creationId="{AA3E2F21-A0EE-2CC8-4BC2-F4B21961E2D4}"/>
          </ac:spMkLst>
        </pc:spChg>
        <pc:spChg chg="mod">
          <ac:chgData name="Jérémy  NICON" userId="94a6ae6d-3ccb-4b58-a804-76c2e74f6511" providerId="ADAL" clId="{931F5A44-9163-4FC9-8C22-E10649995436}" dt="2024-11-07T13:24:05.418" v="65" actId="1076"/>
          <ac:spMkLst>
            <pc:docMk/>
            <pc:sldMk cId="0" sldId="334"/>
            <ac:spMk id="19471" creationId="{2F708535-64A4-AD69-5A94-EBE915ABE332}"/>
          </ac:spMkLst>
        </pc:spChg>
      </pc:sldChg>
      <pc:sldChg chg="delSp mod">
        <pc:chgData name="Jérémy  NICON" userId="94a6ae6d-3ccb-4b58-a804-76c2e74f6511" providerId="ADAL" clId="{931F5A44-9163-4FC9-8C22-E10649995436}" dt="2024-11-07T13:24:17.902" v="67" actId="478"/>
        <pc:sldMkLst>
          <pc:docMk/>
          <pc:sldMk cId="0" sldId="335"/>
        </pc:sldMkLst>
        <pc:spChg chg="del">
          <ac:chgData name="Jérémy  NICON" userId="94a6ae6d-3ccb-4b58-a804-76c2e74f6511" providerId="ADAL" clId="{931F5A44-9163-4FC9-8C22-E10649995436}" dt="2024-11-07T13:24:17.902" v="67" actId="478"/>
          <ac:spMkLst>
            <pc:docMk/>
            <pc:sldMk cId="0" sldId="335"/>
            <ac:spMk id="2" creationId="{294AAFDB-CDCB-0C62-58FA-83DF58B3D814}"/>
          </ac:spMkLst>
        </pc:spChg>
      </pc:sldChg>
      <pc:sldChg chg="addSp delSp modSp mod modClrScheme chgLayout">
        <pc:chgData name="Jérémy  NICON" userId="94a6ae6d-3ccb-4b58-a804-76c2e74f6511" providerId="ADAL" clId="{931F5A44-9163-4FC9-8C22-E10649995436}" dt="2024-11-07T13:26:25.429" v="97" actId="478"/>
        <pc:sldMkLst>
          <pc:docMk/>
          <pc:sldMk cId="0" sldId="337"/>
        </pc:sldMkLst>
        <pc:spChg chg="del">
          <ac:chgData name="Jérémy  NICON" userId="94a6ae6d-3ccb-4b58-a804-76c2e74f6511" providerId="ADAL" clId="{931F5A44-9163-4FC9-8C22-E10649995436}" dt="2024-11-07T13:25:43.982" v="85" actId="478"/>
          <ac:spMkLst>
            <pc:docMk/>
            <pc:sldMk cId="0" sldId="337"/>
            <ac:spMk id="2" creationId="{4D6136E2-0481-C142-B583-FB1C19B9CA72}"/>
          </ac:spMkLst>
        </pc:spChg>
        <pc:spChg chg="add del mod ord">
          <ac:chgData name="Jérémy  NICON" userId="94a6ae6d-3ccb-4b58-a804-76c2e74f6511" providerId="ADAL" clId="{931F5A44-9163-4FC9-8C22-E10649995436}" dt="2024-11-07T13:25:52.707" v="87" actId="700"/>
          <ac:spMkLst>
            <pc:docMk/>
            <pc:sldMk cId="0" sldId="337"/>
            <ac:spMk id="3" creationId="{FA30D85D-4D8D-29AD-F35A-FFE38020CCE9}"/>
          </ac:spMkLst>
        </pc:spChg>
        <pc:spChg chg="add del mod ord">
          <ac:chgData name="Jérémy  NICON" userId="94a6ae6d-3ccb-4b58-a804-76c2e74f6511" providerId="ADAL" clId="{931F5A44-9163-4FC9-8C22-E10649995436}" dt="2024-11-07T13:26:03.233" v="90" actId="478"/>
          <ac:spMkLst>
            <pc:docMk/>
            <pc:sldMk cId="0" sldId="337"/>
            <ac:spMk id="4" creationId="{7736D540-1256-FC5E-8FEA-E1F56B06DFBC}"/>
          </ac:spMkLst>
        </pc:spChg>
        <pc:spChg chg="add mod ord">
          <ac:chgData name="Jérémy  NICON" userId="94a6ae6d-3ccb-4b58-a804-76c2e74f6511" providerId="ADAL" clId="{931F5A44-9163-4FC9-8C22-E10649995436}" dt="2024-11-07T13:26:00.019" v="88" actId="700"/>
          <ac:spMkLst>
            <pc:docMk/>
            <pc:sldMk cId="0" sldId="337"/>
            <ac:spMk id="5" creationId="{E42D2048-0794-872F-0E3D-CE990C6B1A90}"/>
          </ac:spMkLst>
        </pc:spChg>
        <pc:spChg chg="add del mod ord">
          <ac:chgData name="Jérémy  NICON" userId="94a6ae6d-3ccb-4b58-a804-76c2e74f6511" providerId="ADAL" clId="{931F5A44-9163-4FC9-8C22-E10649995436}" dt="2024-11-07T13:26:25.429" v="97" actId="478"/>
          <ac:spMkLst>
            <pc:docMk/>
            <pc:sldMk cId="0" sldId="337"/>
            <ac:spMk id="6" creationId="{A7B6148F-EFBC-F134-E469-92ABFFF57F6A}"/>
          </ac:spMkLst>
        </pc:spChg>
        <pc:spChg chg="mod">
          <ac:chgData name="Jérémy  NICON" userId="94a6ae6d-3ccb-4b58-a804-76c2e74f6511" providerId="ADAL" clId="{931F5A44-9163-4FC9-8C22-E10649995436}" dt="2024-11-07T13:26:14.385" v="95" actId="1076"/>
          <ac:spMkLst>
            <pc:docMk/>
            <pc:sldMk cId="0" sldId="337"/>
            <ac:spMk id="8" creationId="{74D52223-3A50-D733-3A5B-3526851E66BA}"/>
          </ac:spMkLst>
        </pc:spChg>
        <pc:spChg chg="mod ord">
          <ac:chgData name="Jérémy  NICON" userId="94a6ae6d-3ccb-4b58-a804-76c2e74f6511" providerId="ADAL" clId="{931F5A44-9163-4FC9-8C22-E10649995436}" dt="2024-11-07T13:26:00.019" v="88" actId="700"/>
          <ac:spMkLst>
            <pc:docMk/>
            <pc:sldMk cId="0" sldId="337"/>
            <ac:spMk id="30723" creationId="{5B95C28F-3935-81C7-979E-946849579A78}"/>
          </ac:spMkLst>
        </pc:spChg>
      </pc:sldChg>
      <pc:sldChg chg="addSp delSp modSp mod modClrScheme chgLayout">
        <pc:chgData name="Jérémy  NICON" userId="94a6ae6d-3ccb-4b58-a804-76c2e74f6511" providerId="ADAL" clId="{931F5A44-9163-4FC9-8C22-E10649995436}" dt="2024-11-07T13:26:57.754" v="102" actId="1076"/>
        <pc:sldMkLst>
          <pc:docMk/>
          <pc:sldMk cId="0" sldId="338"/>
        </pc:sldMkLst>
        <pc:spChg chg="del">
          <ac:chgData name="Jérémy  NICON" userId="94a6ae6d-3ccb-4b58-a804-76c2e74f6511" providerId="ADAL" clId="{931F5A44-9163-4FC9-8C22-E10649995436}" dt="2024-11-07T13:26:32.444" v="98" actId="478"/>
          <ac:spMkLst>
            <pc:docMk/>
            <pc:sldMk cId="0" sldId="338"/>
            <ac:spMk id="2" creationId="{2EA438F3-3EBD-FC50-0C25-569E4FF84BCC}"/>
          </ac:spMkLst>
        </pc:spChg>
        <pc:spChg chg="add del mod ord">
          <ac:chgData name="Jérémy  NICON" userId="94a6ae6d-3ccb-4b58-a804-76c2e74f6511" providerId="ADAL" clId="{931F5A44-9163-4FC9-8C22-E10649995436}" dt="2024-11-07T13:26:52.162" v="101" actId="478"/>
          <ac:spMkLst>
            <pc:docMk/>
            <pc:sldMk cId="0" sldId="338"/>
            <ac:spMk id="3" creationId="{AD314B90-39B8-6EDB-63C8-F9CF365B656D}"/>
          </ac:spMkLst>
        </pc:spChg>
        <pc:spChg chg="mod">
          <ac:chgData name="Jérémy  NICON" userId="94a6ae6d-3ccb-4b58-a804-76c2e74f6511" providerId="ADAL" clId="{931F5A44-9163-4FC9-8C22-E10649995436}" dt="2024-11-07T13:26:57.754" v="102" actId="1076"/>
          <ac:spMkLst>
            <pc:docMk/>
            <pc:sldMk cId="0" sldId="338"/>
            <ac:spMk id="8" creationId="{DA22F439-093D-302B-B9C3-D7F73ED7742B}"/>
          </ac:spMkLst>
        </pc:spChg>
        <pc:spChg chg="mod ord">
          <ac:chgData name="Jérémy  NICON" userId="94a6ae6d-3ccb-4b58-a804-76c2e74f6511" providerId="ADAL" clId="{931F5A44-9163-4FC9-8C22-E10649995436}" dt="2024-11-07T13:26:49.753" v="100" actId="700"/>
          <ac:spMkLst>
            <pc:docMk/>
            <pc:sldMk cId="0" sldId="338"/>
            <ac:spMk id="31747" creationId="{F43CE0AC-F7C0-5721-CD73-44CB1FD011B7}"/>
          </ac:spMkLst>
        </pc:spChg>
      </pc:sldChg>
      <pc:sldChg chg="addSp delSp modSp mod modClrScheme chgLayout">
        <pc:chgData name="Jérémy  NICON" userId="94a6ae6d-3ccb-4b58-a804-76c2e74f6511" providerId="ADAL" clId="{931F5A44-9163-4FC9-8C22-E10649995436}" dt="2024-11-07T13:28:11.751" v="124" actId="1076"/>
        <pc:sldMkLst>
          <pc:docMk/>
          <pc:sldMk cId="0" sldId="339"/>
        </pc:sldMkLst>
        <pc:spChg chg="del mod ord">
          <ac:chgData name="Jérémy  NICON" userId="94a6ae6d-3ccb-4b58-a804-76c2e74f6511" providerId="ADAL" clId="{931F5A44-9163-4FC9-8C22-E10649995436}" dt="2024-11-07T13:27:09.053" v="103" actId="700"/>
          <ac:spMkLst>
            <pc:docMk/>
            <pc:sldMk cId="0" sldId="339"/>
            <ac:spMk id="2" creationId="{A2C5E2A1-D591-6344-4C59-C3C6713C7564}"/>
          </ac:spMkLst>
        </pc:spChg>
        <pc:spChg chg="del mod ord">
          <ac:chgData name="Jérémy  NICON" userId="94a6ae6d-3ccb-4b58-a804-76c2e74f6511" providerId="ADAL" clId="{931F5A44-9163-4FC9-8C22-E10649995436}" dt="2024-11-07T13:27:09.053" v="103" actId="700"/>
          <ac:spMkLst>
            <pc:docMk/>
            <pc:sldMk cId="0" sldId="339"/>
            <ac:spMk id="3" creationId="{DFA9F14B-BD81-C994-C49D-891122E266C0}"/>
          </ac:spMkLst>
        </pc:spChg>
        <pc:spChg chg="add del mod ord">
          <ac:chgData name="Jérémy  NICON" userId="94a6ae6d-3ccb-4b58-a804-76c2e74f6511" providerId="ADAL" clId="{931F5A44-9163-4FC9-8C22-E10649995436}" dt="2024-11-07T13:27:13.721" v="105" actId="478"/>
          <ac:spMkLst>
            <pc:docMk/>
            <pc:sldMk cId="0" sldId="339"/>
            <ac:spMk id="4" creationId="{00FD77E1-2E11-00FA-A0E4-4BB32DEC570D}"/>
          </ac:spMkLst>
        </pc:spChg>
        <pc:spChg chg="add del mod ord">
          <ac:chgData name="Jérémy  NICON" userId="94a6ae6d-3ccb-4b58-a804-76c2e74f6511" providerId="ADAL" clId="{931F5A44-9163-4FC9-8C22-E10649995436}" dt="2024-11-07T13:27:12.185" v="104" actId="478"/>
          <ac:spMkLst>
            <pc:docMk/>
            <pc:sldMk cId="0" sldId="339"/>
            <ac:spMk id="5" creationId="{322F6AE8-3FDE-4069-ECA5-910891563F6E}"/>
          </ac:spMkLst>
        </pc:spChg>
        <pc:spChg chg="mod">
          <ac:chgData name="Jérémy  NICON" userId="94a6ae6d-3ccb-4b58-a804-76c2e74f6511" providerId="ADAL" clId="{931F5A44-9163-4FC9-8C22-E10649995436}" dt="2024-11-07T13:28:11.751" v="124" actId="1076"/>
          <ac:spMkLst>
            <pc:docMk/>
            <pc:sldMk cId="0" sldId="339"/>
            <ac:spMk id="5122" creationId="{1E230017-AEEF-8594-4037-24FFFED1A55F}"/>
          </ac:spMkLst>
        </pc:spChg>
      </pc:sldChg>
      <pc:sldChg chg="delSp modSp mod">
        <pc:chgData name="Jérémy  NICON" userId="94a6ae6d-3ccb-4b58-a804-76c2e74f6511" providerId="ADAL" clId="{931F5A44-9163-4FC9-8C22-E10649995436}" dt="2024-11-07T13:28:26.796" v="126" actId="1076"/>
        <pc:sldMkLst>
          <pc:docMk/>
          <pc:sldMk cId="0" sldId="342"/>
        </pc:sldMkLst>
        <pc:spChg chg="del">
          <ac:chgData name="Jérémy  NICON" userId="94a6ae6d-3ccb-4b58-a804-76c2e74f6511" providerId="ADAL" clId="{931F5A44-9163-4FC9-8C22-E10649995436}" dt="2024-11-07T13:28:21.408" v="125" actId="478"/>
          <ac:spMkLst>
            <pc:docMk/>
            <pc:sldMk cId="0" sldId="342"/>
            <ac:spMk id="2" creationId="{2D5D1CE8-6C1D-6121-CA6F-78A8F3081D85}"/>
          </ac:spMkLst>
        </pc:spChg>
        <pc:spChg chg="mod">
          <ac:chgData name="Jérémy  NICON" userId="94a6ae6d-3ccb-4b58-a804-76c2e74f6511" providerId="ADAL" clId="{931F5A44-9163-4FC9-8C22-E10649995436}" dt="2024-11-07T13:28:26.796" v="126" actId="1076"/>
          <ac:spMkLst>
            <pc:docMk/>
            <pc:sldMk cId="0" sldId="342"/>
            <ac:spMk id="8194" creationId="{A3A76E55-100B-D7BE-F419-90E991250352}"/>
          </ac:spMkLst>
        </pc:spChg>
        <pc:spChg chg="mod">
          <ac:chgData name="Jérémy  NICON" userId="94a6ae6d-3ccb-4b58-a804-76c2e74f6511" providerId="ADAL" clId="{931F5A44-9163-4FC9-8C22-E10649995436}" dt="2024-11-07T13:28:26.796" v="126" actId="1076"/>
          <ac:spMkLst>
            <pc:docMk/>
            <pc:sldMk cId="0" sldId="342"/>
            <ac:spMk id="8196" creationId="{CFA5A9B3-AEFD-ACDB-D4FD-808F8D324255}"/>
          </ac:spMkLst>
        </pc:spChg>
        <pc:spChg chg="mod">
          <ac:chgData name="Jérémy  NICON" userId="94a6ae6d-3ccb-4b58-a804-76c2e74f6511" providerId="ADAL" clId="{931F5A44-9163-4FC9-8C22-E10649995436}" dt="2024-11-07T13:28:26.796" v="126" actId="1076"/>
          <ac:spMkLst>
            <pc:docMk/>
            <pc:sldMk cId="0" sldId="342"/>
            <ac:spMk id="8197" creationId="{9BC3A5FC-D93E-D492-9E09-3D5C37EE9CD0}"/>
          </ac:spMkLst>
        </pc:spChg>
        <pc:spChg chg="mod">
          <ac:chgData name="Jérémy  NICON" userId="94a6ae6d-3ccb-4b58-a804-76c2e74f6511" providerId="ADAL" clId="{931F5A44-9163-4FC9-8C22-E10649995436}" dt="2024-11-07T13:28:26.796" v="126" actId="1076"/>
          <ac:spMkLst>
            <pc:docMk/>
            <pc:sldMk cId="0" sldId="342"/>
            <ac:spMk id="8198" creationId="{4CC5F52B-1F0A-0438-9102-A00445BEA158}"/>
          </ac:spMkLst>
        </pc:spChg>
      </pc:sldChg>
      <pc:sldChg chg="delSp modSp mod">
        <pc:chgData name="Jérémy  NICON" userId="94a6ae6d-3ccb-4b58-a804-76c2e74f6511" providerId="ADAL" clId="{931F5A44-9163-4FC9-8C22-E10649995436}" dt="2024-11-07T13:28:34.659" v="128" actId="1076"/>
        <pc:sldMkLst>
          <pc:docMk/>
          <pc:sldMk cId="0" sldId="343"/>
        </pc:sldMkLst>
        <pc:spChg chg="del">
          <ac:chgData name="Jérémy  NICON" userId="94a6ae6d-3ccb-4b58-a804-76c2e74f6511" providerId="ADAL" clId="{931F5A44-9163-4FC9-8C22-E10649995436}" dt="2024-11-07T13:28:30.085" v="127" actId="478"/>
          <ac:spMkLst>
            <pc:docMk/>
            <pc:sldMk cId="0" sldId="343"/>
            <ac:spMk id="2" creationId="{14E914DB-B66D-4F2A-DB85-2FE0F9B035BC}"/>
          </ac:spMkLst>
        </pc:spChg>
        <pc:spChg chg="mod">
          <ac:chgData name="Jérémy  NICON" userId="94a6ae6d-3ccb-4b58-a804-76c2e74f6511" providerId="ADAL" clId="{931F5A44-9163-4FC9-8C22-E10649995436}" dt="2024-11-07T13:28:34.659" v="128" actId="1076"/>
          <ac:spMkLst>
            <pc:docMk/>
            <pc:sldMk cId="0" sldId="343"/>
            <ac:spMk id="9218" creationId="{A511C0B4-BFE7-061C-31CA-F01F2956397A}"/>
          </ac:spMkLst>
        </pc:spChg>
      </pc:sldChg>
      <pc:sldChg chg="delSp modSp mod">
        <pc:chgData name="Jérémy  NICON" userId="94a6ae6d-3ccb-4b58-a804-76c2e74f6511" providerId="ADAL" clId="{931F5A44-9163-4FC9-8C22-E10649995436}" dt="2024-11-07T13:28:43.897" v="130" actId="1076"/>
        <pc:sldMkLst>
          <pc:docMk/>
          <pc:sldMk cId="0" sldId="344"/>
        </pc:sldMkLst>
        <pc:spChg chg="del">
          <ac:chgData name="Jérémy  NICON" userId="94a6ae6d-3ccb-4b58-a804-76c2e74f6511" providerId="ADAL" clId="{931F5A44-9163-4FC9-8C22-E10649995436}" dt="2024-11-07T13:28:40.283" v="129" actId="478"/>
          <ac:spMkLst>
            <pc:docMk/>
            <pc:sldMk cId="0" sldId="344"/>
            <ac:spMk id="2" creationId="{910BD9BC-B7B0-C940-0A05-C59C02CC961C}"/>
          </ac:spMkLst>
        </pc:spChg>
        <pc:spChg chg="mod">
          <ac:chgData name="Jérémy  NICON" userId="94a6ae6d-3ccb-4b58-a804-76c2e74f6511" providerId="ADAL" clId="{931F5A44-9163-4FC9-8C22-E10649995436}" dt="2024-11-07T13:28:43.897" v="130" actId="1076"/>
          <ac:spMkLst>
            <pc:docMk/>
            <pc:sldMk cId="0" sldId="344"/>
            <ac:spMk id="10243" creationId="{ED2F3E70-311D-5E36-6C1E-BAE4DF5C3F28}"/>
          </ac:spMkLst>
        </pc:spChg>
        <pc:spChg chg="mod">
          <ac:chgData name="Jérémy  NICON" userId="94a6ae6d-3ccb-4b58-a804-76c2e74f6511" providerId="ADAL" clId="{931F5A44-9163-4FC9-8C22-E10649995436}" dt="2024-11-07T13:28:43.897" v="130" actId="1076"/>
          <ac:spMkLst>
            <pc:docMk/>
            <pc:sldMk cId="0" sldId="344"/>
            <ac:spMk id="10244" creationId="{D88B42F7-7A74-ACF8-02C1-D2E810730EC4}"/>
          </ac:spMkLst>
        </pc:spChg>
        <pc:spChg chg="mod">
          <ac:chgData name="Jérémy  NICON" userId="94a6ae6d-3ccb-4b58-a804-76c2e74f6511" providerId="ADAL" clId="{931F5A44-9163-4FC9-8C22-E10649995436}" dt="2024-11-07T13:28:43.897" v="130" actId="1076"/>
          <ac:spMkLst>
            <pc:docMk/>
            <pc:sldMk cId="0" sldId="344"/>
            <ac:spMk id="10245" creationId="{25724221-B896-69FE-0B39-AE016596D99B}"/>
          </ac:spMkLst>
        </pc:spChg>
        <pc:spChg chg="mod">
          <ac:chgData name="Jérémy  NICON" userId="94a6ae6d-3ccb-4b58-a804-76c2e74f6511" providerId="ADAL" clId="{931F5A44-9163-4FC9-8C22-E10649995436}" dt="2024-11-07T13:28:43.897" v="130" actId="1076"/>
          <ac:spMkLst>
            <pc:docMk/>
            <pc:sldMk cId="0" sldId="344"/>
            <ac:spMk id="10246" creationId="{12A919FD-6468-6373-0E58-B1C70ABC4D03}"/>
          </ac:spMkLst>
        </pc:spChg>
        <pc:spChg chg="mod">
          <ac:chgData name="Jérémy  NICON" userId="94a6ae6d-3ccb-4b58-a804-76c2e74f6511" providerId="ADAL" clId="{931F5A44-9163-4FC9-8C22-E10649995436}" dt="2024-11-07T13:28:43.897" v="130" actId="1076"/>
          <ac:spMkLst>
            <pc:docMk/>
            <pc:sldMk cId="0" sldId="344"/>
            <ac:spMk id="10247" creationId="{041A55EC-6FBC-4AAC-21A3-E5D38EE875C6}"/>
          </ac:spMkLst>
        </pc:spChg>
        <pc:spChg chg="mod">
          <ac:chgData name="Jérémy  NICON" userId="94a6ae6d-3ccb-4b58-a804-76c2e74f6511" providerId="ADAL" clId="{931F5A44-9163-4FC9-8C22-E10649995436}" dt="2024-11-07T13:28:43.897" v="130" actId="1076"/>
          <ac:spMkLst>
            <pc:docMk/>
            <pc:sldMk cId="0" sldId="344"/>
            <ac:spMk id="10248" creationId="{823DEF0E-E73B-41BB-DF01-44419540D09D}"/>
          </ac:spMkLst>
        </pc:spChg>
        <pc:spChg chg="mod">
          <ac:chgData name="Jérémy  NICON" userId="94a6ae6d-3ccb-4b58-a804-76c2e74f6511" providerId="ADAL" clId="{931F5A44-9163-4FC9-8C22-E10649995436}" dt="2024-11-07T13:28:43.897" v="130" actId="1076"/>
          <ac:spMkLst>
            <pc:docMk/>
            <pc:sldMk cId="0" sldId="344"/>
            <ac:spMk id="10249" creationId="{791975B1-0DC9-54F3-8102-B24CE59687AB}"/>
          </ac:spMkLst>
        </pc:spChg>
      </pc:sldChg>
      <pc:sldChg chg="delSp modSp mod">
        <pc:chgData name="Jérémy  NICON" userId="94a6ae6d-3ccb-4b58-a804-76c2e74f6511" providerId="ADAL" clId="{931F5A44-9163-4FC9-8C22-E10649995436}" dt="2024-11-07T13:29:02.327" v="133" actId="1076"/>
        <pc:sldMkLst>
          <pc:docMk/>
          <pc:sldMk cId="0" sldId="345"/>
        </pc:sldMkLst>
        <pc:spChg chg="del mod">
          <ac:chgData name="Jérémy  NICON" userId="94a6ae6d-3ccb-4b58-a804-76c2e74f6511" providerId="ADAL" clId="{931F5A44-9163-4FC9-8C22-E10649995436}" dt="2024-11-07T13:28:49.845" v="132" actId="478"/>
          <ac:spMkLst>
            <pc:docMk/>
            <pc:sldMk cId="0" sldId="345"/>
            <ac:spMk id="2" creationId="{39526BB4-DAE1-F66D-ED4E-37E1C23AD6F5}"/>
          </ac:spMkLst>
        </pc:spChg>
        <pc:spChg chg="mod">
          <ac:chgData name="Jérémy  NICON" userId="94a6ae6d-3ccb-4b58-a804-76c2e74f6511" providerId="ADAL" clId="{931F5A44-9163-4FC9-8C22-E10649995436}" dt="2024-11-07T13:29:02.327" v="133" actId="1076"/>
          <ac:spMkLst>
            <pc:docMk/>
            <pc:sldMk cId="0" sldId="345"/>
            <ac:spMk id="11267" creationId="{143AAA1C-50F1-A07E-B437-90F63447BCB6}"/>
          </ac:spMkLst>
        </pc:spChg>
        <pc:spChg chg="mod">
          <ac:chgData name="Jérémy  NICON" userId="94a6ae6d-3ccb-4b58-a804-76c2e74f6511" providerId="ADAL" clId="{931F5A44-9163-4FC9-8C22-E10649995436}" dt="2024-11-07T13:29:02.327" v="133" actId="1076"/>
          <ac:spMkLst>
            <pc:docMk/>
            <pc:sldMk cId="0" sldId="345"/>
            <ac:spMk id="11268" creationId="{83A66D37-6320-8978-38D2-A784E61D0AD3}"/>
          </ac:spMkLst>
        </pc:spChg>
        <pc:spChg chg="mod">
          <ac:chgData name="Jérémy  NICON" userId="94a6ae6d-3ccb-4b58-a804-76c2e74f6511" providerId="ADAL" clId="{931F5A44-9163-4FC9-8C22-E10649995436}" dt="2024-11-07T13:29:02.327" v="133" actId="1076"/>
          <ac:spMkLst>
            <pc:docMk/>
            <pc:sldMk cId="0" sldId="345"/>
            <ac:spMk id="11269" creationId="{9A83AA7D-B2EC-827E-AF6A-5A2AA34C970C}"/>
          </ac:spMkLst>
        </pc:spChg>
        <pc:spChg chg="mod">
          <ac:chgData name="Jérémy  NICON" userId="94a6ae6d-3ccb-4b58-a804-76c2e74f6511" providerId="ADAL" clId="{931F5A44-9163-4FC9-8C22-E10649995436}" dt="2024-11-07T13:29:02.327" v="133" actId="1076"/>
          <ac:spMkLst>
            <pc:docMk/>
            <pc:sldMk cId="0" sldId="345"/>
            <ac:spMk id="11270" creationId="{5B363705-9EA7-1FC8-BDFC-7FE859CEC1F9}"/>
          </ac:spMkLst>
        </pc:spChg>
        <pc:spChg chg="mod">
          <ac:chgData name="Jérémy  NICON" userId="94a6ae6d-3ccb-4b58-a804-76c2e74f6511" providerId="ADAL" clId="{931F5A44-9163-4FC9-8C22-E10649995436}" dt="2024-11-07T13:29:02.327" v="133" actId="1076"/>
          <ac:spMkLst>
            <pc:docMk/>
            <pc:sldMk cId="0" sldId="345"/>
            <ac:spMk id="11271" creationId="{799461E0-4FC0-BDDA-82F0-78109AAA9448}"/>
          </ac:spMkLst>
        </pc:spChg>
        <pc:spChg chg="mod">
          <ac:chgData name="Jérémy  NICON" userId="94a6ae6d-3ccb-4b58-a804-76c2e74f6511" providerId="ADAL" clId="{931F5A44-9163-4FC9-8C22-E10649995436}" dt="2024-11-07T13:29:02.327" v="133" actId="1076"/>
          <ac:spMkLst>
            <pc:docMk/>
            <pc:sldMk cId="0" sldId="345"/>
            <ac:spMk id="11272" creationId="{9FA3B009-D35F-FB0A-7DDE-0B31A54CAD8F}"/>
          </ac:spMkLst>
        </pc:spChg>
      </pc:sldChg>
      <pc:sldChg chg="delSp modSp mod">
        <pc:chgData name="Jérémy  NICON" userId="94a6ae6d-3ccb-4b58-a804-76c2e74f6511" providerId="ADAL" clId="{931F5A44-9163-4FC9-8C22-E10649995436}" dt="2024-11-07T13:29:14.858" v="136" actId="1076"/>
        <pc:sldMkLst>
          <pc:docMk/>
          <pc:sldMk cId="0" sldId="347"/>
        </pc:sldMkLst>
        <pc:spChg chg="mod">
          <ac:chgData name="Jérémy  NICON" userId="94a6ae6d-3ccb-4b58-a804-76c2e74f6511" providerId="ADAL" clId="{931F5A44-9163-4FC9-8C22-E10649995436}" dt="2024-11-07T13:29:14.858" v="136" actId="1076"/>
          <ac:spMkLst>
            <pc:docMk/>
            <pc:sldMk cId="0" sldId="347"/>
            <ac:spMk id="2" creationId="{8DDD521F-3100-0BA2-A68D-79AE7161EB46}"/>
          </ac:spMkLst>
        </pc:spChg>
        <pc:spChg chg="del mod">
          <ac:chgData name="Jérémy  NICON" userId="94a6ae6d-3ccb-4b58-a804-76c2e74f6511" providerId="ADAL" clId="{931F5A44-9163-4FC9-8C22-E10649995436}" dt="2024-11-07T13:29:08.041" v="135" actId="478"/>
          <ac:spMkLst>
            <pc:docMk/>
            <pc:sldMk cId="0" sldId="347"/>
            <ac:spMk id="3" creationId="{5A7CABC2-E7D6-DCA8-115E-DAA0F0FB161A}"/>
          </ac:spMkLst>
        </pc:spChg>
        <pc:spChg chg="mod">
          <ac:chgData name="Jérémy  NICON" userId="94a6ae6d-3ccb-4b58-a804-76c2e74f6511" providerId="ADAL" clId="{931F5A44-9163-4FC9-8C22-E10649995436}" dt="2024-11-07T13:29:14.858" v="136" actId="1076"/>
          <ac:spMkLst>
            <pc:docMk/>
            <pc:sldMk cId="0" sldId="347"/>
            <ac:spMk id="8" creationId="{50F89F9B-251F-AF46-CE59-D87F6AD722A2}"/>
          </ac:spMkLst>
        </pc:spChg>
        <pc:spChg chg="mod">
          <ac:chgData name="Jérémy  NICON" userId="94a6ae6d-3ccb-4b58-a804-76c2e74f6511" providerId="ADAL" clId="{931F5A44-9163-4FC9-8C22-E10649995436}" dt="2024-11-07T13:29:14.858" v="136" actId="1076"/>
          <ac:spMkLst>
            <pc:docMk/>
            <pc:sldMk cId="0" sldId="347"/>
            <ac:spMk id="13315" creationId="{2D7193DF-8D27-6032-10FC-1714C9C64ACC}"/>
          </ac:spMkLst>
        </pc:spChg>
        <pc:spChg chg="mod">
          <ac:chgData name="Jérémy  NICON" userId="94a6ae6d-3ccb-4b58-a804-76c2e74f6511" providerId="ADAL" clId="{931F5A44-9163-4FC9-8C22-E10649995436}" dt="2024-11-07T13:29:14.858" v="136" actId="1076"/>
          <ac:spMkLst>
            <pc:docMk/>
            <pc:sldMk cId="0" sldId="347"/>
            <ac:spMk id="13317" creationId="{FF7F72D3-9708-6FAA-1123-981FDBDEEA01}"/>
          </ac:spMkLst>
        </pc:spChg>
        <pc:spChg chg="mod">
          <ac:chgData name="Jérémy  NICON" userId="94a6ae6d-3ccb-4b58-a804-76c2e74f6511" providerId="ADAL" clId="{931F5A44-9163-4FC9-8C22-E10649995436}" dt="2024-11-07T13:29:14.858" v="136" actId="1076"/>
          <ac:spMkLst>
            <pc:docMk/>
            <pc:sldMk cId="0" sldId="347"/>
            <ac:spMk id="14342" creationId="{C5AD860B-52F9-85C4-E36B-782A51914C07}"/>
          </ac:spMkLst>
        </pc:spChg>
        <pc:picChg chg="mod">
          <ac:chgData name="Jérémy  NICON" userId="94a6ae6d-3ccb-4b58-a804-76c2e74f6511" providerId="ADAL" clId="{931F5A44-9163-4FC9-8C22-E10649995436}" dt="2024-11-07T13:29:14.858" v="136" actId="1076"/>
          <ac:picMkLst>
            <pc:docMk/>
            <pc:sldMk cId="0" sldId="347"/>
            <ac:picMk id="13320" creationId="{3D396402-4405-6F04-920B-DD1A3E7B7A4E}"/>
          </ac:picMkLst>
        </pc:picChg>
        <pc:picChg chg="mod">
          <ac:chgData name="Jérémy  NICON" userId="94a6ae6d-3ccb-4b58-a804-76c2e74f6511" providerId="ADAL" clId="{931F5A44-9163-4FC9-8C22-E10649995436}" dt="2024-11-07T13:29:14.858" v="136" actId="1076"/>
          <ac:picMkLst>
            <pc:docMk/>
            <pc:sldMk cId="0" sldId="347"/>
            <ac:picMk id="13321" creationId="{3F398146-C515-E4CB-A28A-498675E366E3}"/>
          </ac:picMkLst>
        </pc:picChg>
      </pc:sldChg>
      <pc:sldChg chg="delSp modSp mod">
        <pc:chgData name="Jérémy  NICON" userId="94a6ae6d-3ccb-4b58-a804-76c2e74f6511" providerId="ADAL" clId="{931F5A44-9163-4FC9-8C22-E10649995436}" dt="2024-11-07T13:29:26.499" v="138" actId="1076"/>
        <pc:sldMkLst>
          <pc:docMk/>
          <pc:sldMk cId="0" sldId="348"/>
        </pc:sldMkLst>
        <pc:spChg chg="del">
          <ac:chgData name="Jérémy  NICON" userId="94a6ae6d-3ccb-4b58-a804-76c2e74f6511" providerId="ADAL" clId="{931F5A44-9163-4FC9-8C22-E10649995436}" dt="2024-11-07T13:29:22.073" v="137" actId="478"/>
          <ac:spMkLst>
            <pc:docMk/>
            <pc:sldMk cId="0" sldId="348"/>
            <ac:spMk id="2" creationId="{08BC7026-28C9-3BFB-4D40-5FDC06FA94CB}"/>
          </ac:spMkLst>
        </pc:spChg>
        <pc:spChg chg="mod">
          <ac:chgData name="Jérémy  NICON" userId="94a6ae6d-3ccb-4b58-a804-76c2e74f6511" providerId="ADAL" clId="{931F5A44-9163-4FC9-8C22-E10649995436}" dt="2024-11-07T13:29:26.499" v="138" actId="1076"/>
          <ac:spMkLst>
            <pc:docMk/>
            <pc:sldMk cId="0" sldId="348"/>
            <ac:spMk id="14339" creationId="{03B533C2-44E3-C639-6FEF-504D1F357C6F}"/>
          </ac:spMkLst>
        </pc:spChg>
        <pc:spChg chg="mod">
          <ac:chgData name="Jérémy  NICON" userId="94a6ae6d-3ccb-4b58-a804-76c2e74f6511" providerId="ADAL" clId="{931F5A44-9163-4FC9-8C22-E10649995436}" dt="2024-11-07T13:29:26.499" v="138" actId="1076"/>
          <ac:spMkLst>
            <pc:docMk/>
            <pc:sldMk cId="0" sldId="348"/>
            <ac:spMk id="14340" creationId="{64CBBFE0-C27A-C26E-432A-E2419C56BF1C}"/>
          </ac:spMkLst>
        </pc:spChg>
        <pc:spChg chg="mod">
          <ac:chgData name="Jérémy  NICON" userId="94a6ae6d-3ccb-4b58-a804-76c2e74f6511" providerId="ADAL" clId="{931F5A44-9163-4FC9-8C22-E10649995436}" dt="2024-11-07T13:29:26.499" v="138" actId="1076"/>
          <ac:spMkLst>
            <pc:docMk/>
            <pc:sldMk cId="0" sldId="348"/>
            <ac:spMk id="14341" creationId="{B894EE17-1E34-6F96-B1A0-D4D86E64107B}"/>
          </ac:spMkLst>
        </pc:spChg>
        <pc:spChg chg="mod">
          <ac:chgData name="Jérémy  NICON" userId="94a6ae6d-3ccb-4b58-a804-76c2e74f6511" providerId="ADAL" clId="{931F5A44-9163-4FC9-8C22-E10649995436}" dt="2024-11-07T13:29:26.499" v="138" actId="1076"/>
          <ac:spMkLst>
            <pc:docMk/>
            <pc:sldMk cId="0" sldId="348"/>
            <ac:spMk id="14342" creationId="{A1914D42-EA4F-33A4-7672-B205A8A85BDB}"/>
          </ac:spMkLst>
        </pc:spChg>
        <pc:spChg chg="mod">
          <ac:chgData name="Jérémy  NICON" userId="94a6ae6d-3ccb-4b58-a804-76c2e74f6511" providerId="ADAL" clId="{931F5A44-9163-4FC9-8C22-E10649995436}" dt="2024-11-07T13:29:26.499" v="138" actId="1076"/>
          <ac:spMkLst>
            <pc:docMk/>
            <pc:sldMk cId="0" sldId="348"/>
            <ac:spMk id="14343" creationId="{2FEB87AD-D9B6-762C-C546-5F5AF972838B}"/>
          </ac:spMkLst>
        </pc:spChg>
      </pc:sldChg>
      <pc:sldChg chg="delSp modSp mod">
        <pc:chgData name="Jérémy  NICON" userId="94a6ae6d-3ccb-4b58-a804-76c2e74f6511" providerId="ADAL" clId="{931F5A44-9163-4FC9-8C22-E10649995436}" dt="2024-11-07T13:29:36.605" v="140" actId="1076"/>
        <pc:sldMkLst>
          <pc:docMk/>
          <pc:sldMk cId="0" sldId="349"/>
        </pc:sldMkLst>
        <pc:spChg chg="del">
          <ac:chgData name="Jérémy  NICON" userId="94a6ae6d-3ccb-4b58-a804-76c2e74f6511" providerId="ADAL" clId="{931F5A44-9163-4FC9-8C22-E10649995436}" dt="2024-11-07T13:29:31.330" v="139" actId="478"/>
          <ac:spMkLst>
            <pc:docMk/>
            <pc:sldMk cId="0" sldId="349"/>
            <ac:spMk id="2" creationId="{C618B598-2A33-4BE9-B037-8046FD9FF91A}"/>
          </ac:spMkLst>
        </pc:spChg>
        <pc:picChg chg="mod">
          <ac:chgData name="Jérémy  NICON" userId="94a6ae6d-3ccb-4b58-a804-76c2e74f6511" providerId="ADAL" clId="{931F5A44-9163-4FC9-8C22-E10649995436}" dt="2024-11-07T13:29:36.605" v="140" actId="1076"/>
          <ac:picMkLst>
            <pc:docMk/>
            <pc:sldMk cId="0" sldId="349"/>
            <ac:picMk id="15363" creationId="{BF9EE9A0-7731-7377-6328-FF3406A9FA0C}"/>
          </ac:picMkLst>
        </pc:picChg>
      </pc:sldChg>
      <pc:sldChg chg="delSp modSp mod">
        <pc:chgData name="Jérémy  NICON" userId="94a6ae6d-3ccb-4b58-a804-76c2e74f6511" providerId="ADAL" clId="{931F5A44-9163-4FC9-8C22-E10649995436}" dt="2024-11-07T13:29:47.319" v="142" actId="1076"/>
        <pc:sldMkLst>
          <pc:docMk/>
          <pc:sldMk cId="0" sldId="350"/>
        </pc:sldMkLst>
        <pc:spChg chg="del">
          <ac:chgData name="Jérémy  NICON" userId="94a6ae6d-3ccb-4b58-a804-76c2e74f6511" providerId="ADAL" clId="{931F5A44-9163-4FC9-8C22-E10649995436}" dt="2024-11-07T13:29:44.031" v="141" actId="478"/>
          <ac:spMkLst>
            <pc:docMk/>
            <pc:sldMk cId="0" sldId="350"/>
            <ac:spMk id="2" creationId="{B4DF3788-093E-A2FE-3289-A87E9D4054E6}"/>
          </ac:spMkLst>
        </pc:spChg>
        <pc:spChg chg="mod">
          <ac:chgData name="Jérémy  NICON" userId="94a6ae6d-3ccb-4b58-a804-76c2e74f6511" providerId="ADAL" clId="{931F5A44-9163-4FC9-8C22-E10649995436}" dt="2024-11-07T13:29:47.319" v="142" actId="1076"/>
          <ac:spMkLst>
            <pc:docMk/>
            <pc:sldMk cId="0" sldId="350"/>
            <ac:spMk id="16387" creationId="{B781E08E-C549-C272-C990-713955EAB8A1}"/>
          </ac:spMkLst>
        </pc:spChg>
        <pc:spChg chg="mod">
          <ac:chgData name="Jérémy  NICON" userId="94a6ae6d-3ccb-4b58-a804-76c2e74f6511" providerId="ADAL" clId="{931F5A44-9163-4FC9-8C22-E10649995436}" dt="2024-11-07T13:29:47.319" v="142" actId="1076"/>
          <ac:spMkLst>
            <pc:docMk/>
            <pc:sldMk cId="0" sldId="350"/>
            <ac:spMk id="16388" creationId="{22703A99-2495-7F8B-B88F-33729A5DF18F}"/>
          </ac:spMkLst>
        </pc:spChg>
        <pc:spChg chg="mod">
          <ac:chgData name="Jérémy  NICON" userId="94a6ae6d-3ccb-4b58-a804-76c2e74f6511" providerId="ADAL" clId="{931F5A44-9163-4FC9-8C22-E10649995436}" dt="2024-11-07T13:29:47.319" v="142" actId="1076"/>
          <ac:spMkLst>
            <pc:docMk/>
            <pc:sldMk cId="0" sldId="350"/>
            <ac:spMk id="16389" creationId="{08E56B49-9666-E417-2751-305A79C598CC}"/>
          </ac:spMkLst>
        </pc:spChg>
        <pc:spChg chg="mod">
          <ac:chgData name="Jérémy  NICON" userId="94a6ae6d-3ccb-4b58-a804-76c2e74f6511" providerId="ADAL" clId="{931F5A44-9163-4FC9-8C22-E10649995436}" dt="2024-11-07T13:29:47.319" v="142" actId="1076"/>
          <ac:spMkLst>
            <pc:docMk/>
            <pc:sldMk cId="0" sldId="350"/>
            <ac:spMk id="16390" creationId="{5353B02C-BB14-5E3F-FDF5-695AB1FD6B90}"/>
          </ac:spMkLst>
        </pc:spChg>
        <pc:spChg chg="mod">
          <ac:chgData name="Jérémy  NICON" userId="94a6ae6d-3ccb-4b58-a804-76c2e74f6511" providerId="ADAL" clId="{931F5A44-9163-4FC9-8C22-E10649995436}" dt="2024-11-07T13:29:47.319" v="142" actId="1076"/>
          <ac:spMkLst>
            <pc:docMk/>
            <pc:sldMk cId="0" sldId="350"/>
            <ac:spMk id="16391" creationId="{13B06B4C-223B-EEF0-2C44-5F718BD2EA19}"/>
          </ac:spMkLst>
        </pc:spChg>
      </pc:sldChg>
      <pc:sldChg chg="delSp modSp mod">
        <pc:chgData name="Jérémy  NICON" userId="94a6ae6d-3ccb-4b58-a804-76c2e74f6511" providerId="ADAL" clId="{931F5A44-9163-4FC9-8C22-E10649995436}" dt="2024-11-07T13:29:54.898" v="144" actId="1076"/>
        <pc:sldMkLst>
          <pc:docMk/>
          <pc:sldMk cId="0" sldId="351"/>
        </pc:sldMkLst>
        <pc:spChg chg="del">
          <ac:chgData name="Jérémy  NICON" userId="94a6ae6d-3ccb-4b58-a804-76c2e74f6511" providerId="ADAL" clId="{931F5A44-9163-4FC9-8C22-E10649995436}" dt="2024-11-07T13:29:51.732" v="143" actId="478"/>
          <ac:spMkLst>
            <pc:docMk/>
            <pc:sldMk cId="0" sldId="351"/>
            <ac:spMk id="2" creationId="{BB036B0F-147E-0752-8838-2C91C12825E0}"/>
          </ac:spMkLst>
        </pc:spChg>
        <pc:spChg chg="mod">
          <ac:chgData name="Jérémy  NICON" userId="94a6ae6d-3ccb-4b58-a804-76c2e74f6511" providerId="ADAL" clId="{931F5A44-9163-4FC9-8C22-E10649995436}" dt="2024-11-07T13:29:54.898" v="144" actId="1076"/>
          <ac:spMkLst>
            <pc:docMk/>
            <pc:sldMk cId="0" sldId="351"/>
            <ac:spMk id="8" creationId="{58B082F7-6ABE-FEB5-8CF5-EBA17F85D4C5}"/>
          </ac:spMkLst>
        </pc:spChg>
        <pc:spChg chg="mod">
          <ac:chgData name="Jérémy  NICON" userId="94a6ae6d-3ccb-4b58-a804-76c2e74f6511" providerId="ADAL" clId="{931F5A44-9163-4FC9-8C22-E10649995436}" dt="2024-11-07T13:29:54.898" v="144" actId="1076"/>
          <ac:spMkLst>
            <pc:docMk/>
            <pc:sldMk cId="0" sldId="351"/>
            <ac:spMk id="17411" creationId="{D3108C2A-C486-2CC9-D15D-174D5DABE7BA}"/>
          </ac:spMkLst>
        </pc:spChg>
        <pc:spChg chg="mod">
          <ac:chgData name="Jérémy  NICON" userId="94a6ae6d-3ccb-4b58-a804-76c2e74f6511" providerId="ADAL" clId="{931F5A44-9163-4FC9-8C22-E10649995436}" dt="2024-11-07T13:29:54.898" v="144" actId="1076"/>
          <ac:spMkLst>
            <pc:docMk/>
            <pc:sldMk cId="0" sldId="351"/>
            <ac:spMk id="17413" creationId="{6D46880D-AE79-28FA-55B3-E954836D12EE}"/>
          </ac:spMkLst>
        </pc:spChg>
      </pc:sldChg>
      <pc:sldChg chg="delSp modSp mod">
        <pc:chgData name="Jérémy  NICON" userId="94a6ae6d-3ccb-4b58-a804-76c2e74f6511" providerId="ADAL" clId="{931F5A44-9163-4FC9-8C22-E10649995436}" dt="2024-11-07T13:30:05.558" v="146" actId="1076"/>
        <pc:sldMkLst>
          <pc:docMk/>
          <pc:sldMk cId="0" sldId="353"/>
        </pc:sldMkLst>
        <pc:spChg chg="del">
          <ac:chgData name="Jérémy  NICON" userId="94a6ae6d-3ccb-4b58-a804-76c2e74f6511" providerId="ADAL" clId="{931F5A44-9163-4FC9-8C22-E10649995436}" dt="2024-11-07T13:30:02.127" v="145" actId="478"/>
          <ac:spMkLst>
            <pc:docMk/>
            <pc:sldMk cId="0" sldId="353"/>
            <ac:spMk id="2" creationId="{34A5A85F-3ABD-B3F8-1E97-D2F5F9632EB7}"/>
          </ac:spMkLst>
        </pc:spChg>
        <pc:spChg chg="mod">
          <ac:chgData name="Jérémy  NICON" userId="94a6ae6d-3ccb-4b58-a804-76c2e74f6511" providerId="ADAL" clId="{931F5A44-9163-4FC9-8C22-E10649995436}" dt="2024-11-07T13:30:05.558" v="146" actId="1076"/>
          <ac:spMkLst>
            <pc:docMk/>
            <pc:sldMk cId="0" sldId="353"/>
            <ac:spMk id="19459" creationId="{772A0BC0-C852-9228-F566-F98602FF5B5B}"/>
          </ac:spMkLst>
        </pc:spChg>
        <pc:spChg chg="mod">
          <ac:chgData name="Jérémy  NICON" userId="94a6ae6d-3ccb-4b58-a804-76c2e74f6511" providerId="ADAL" clId="{931F5A44-9163-4FC9-8C22-E10649995436}" dt="2024-11-07T13:30:05.558" v="146" actId="1076"/>
          <ac:spMkLst>
            <pc:docMk/>
            <pc:sldMk cId="0" sldId="353"/>
            <ac:spMk id="19460" creationId="{4DF68A2B-8165-3798-9A95-319AC6BF5980}"/>
          </ac:spMkLst>
        </pc:spChg>
        <pc:spChg chg="mod">
          <ac:chgData name="Jérémy  NICON" userId="94a6ae6d-3ccb-4b58-a804-76c2e74f6511" providerId="ADAL" clId="{931F5A44-9163-4FC9-8C22-E10649995436}" dt="2024-11-07T13:30:05.558" v="146" actId="1076"/>
          <ac:spMkLst>
            <pc:docMk/>
            <pc:sldMk cId="0" sldId="353"/>
            <ac:spMk id="19461" creationId="{0F7BBA19-A495-7AF6-7E64-385472F2B5A1}"/>
          </ac:spMkLst>
        </pc:spChg>
        <pc:spChg chg="mod">
          <ac:chgData name="Jérémy  NICON" userId="94a6ae6d-3ccb-4b58-a804-76c2e74f6511" providerId="ADAL" clId="{931F5A44-9163-4FC9-8C22-E10649995436}" dt="2024-11-07T13:30:05.558" v="146" actId="1076"/>
          <ac:spMkLst>
            <pc:docMk/>
            <pc:sldMk cId="0" sldId="353"/>
            <ac:spMk id="19462" creationId="{BACE543F-D120-E019-E970-A0E13DC4B060}"/>
          </ac:spMkLst>
        </pc:spChg>
        <pc:spChg chg="mod">
          <ac:chgData name="Jérémy  NICON" userId="94a6ae6d-3ccb-4b58-a804-76c2e74f6511" providerId="ADAL" clId="{931F5A44-9163-4FC9-8C22-E10649995436}" dt="2024-11-07T13:30:05.558" v="146" actId="1076"/>
          <ac:spMkLst>
            <pc:docMk/>
            <pc:sldMk cId="0" sldId="353"/>
            <ac:spMk id="19463" creationId="{6CE2BFE2-B2F9-3800-5DBB-410EA99F7619}"/>
          </ac:spMkLst>
        </pc:spChg>
        <pc:spChg chg="mod">
          <ac:chgData name="Jérémy  NICON" userId="94a6ae6d-3ccb-4b58-a804-76c2e74f6511" providerId="ADAL" clId="{931F5A44-9163-4FC9-8C22-E10649995436}" dt="2024-11-07T13:30:05.558" v="146" actId="1076"/>
          <ac:spMkLst>
            <pc:docMk/>
            <pc:sldMk cId="0" sldId="353"/>
            <ac:spMk id="19464" creationId="{4CFA3C47-8AC3-B9A0-4258-2D2E30BBCAF2}"/>
          </ac:spMkLst>
        </pc:spChg>
      </pc:sldChg>
      <pc:sldChg chg="delSp modSp mod">
        <pc:chgData name="Jérémy  NICON" userId="94a6ae6d-3ccb-4b58-a804-76c2e74f6511" providerId="ADAL" clId="{931F5A44-9163-4FC9-8C22-E10649995436}" dt="2024-11-07T13:30:15.639" v="148" actId="1076"/>
        <pc:sldMkLst>
          <pc:docMk/>
          <pc:sldMk cId="0" sldId="354"/>
        </pc:sldMkLst>
        <pc:spChg chg="del">
          <ac:chgData name="Jérémy  NICON" userId="94a6ae6d-3ccb-4b58-a804-76c2e74f6511" providerId="ADAL" clId="{931F5A44-9163-4FC9-8C22-E10649995436}" dt="2024-11-07T13:30:09.400" v="147" actId="478"/>
          <ac:spMkLst>
            <pc:docMk/>
            <pc:sldMk cId="0" sldId="354"/>
            <ac:spMk id="2" creationId="{A4E5C69E-B66A-5598-A569-AA9BEDA3D590}"/>
          </ac:spMkLst>
        </pc:spChg>
        <pc:spChg chg="mod">
          <ac:chgData name="Jérémy  NICON" userId="94a6ae6d-3ccb-4b58-a804-76c2e74f6511" providerId="ADAL" clId="{931F5A44-9163-4FC9-8C22-E10649995436}" dt="2024-11-07T13:30:15.639" v="148" actId="1076"/>
          <ac:spMkLst>
            <pc:docMk/>
            <pc:sldMk cId="0" sldId="354"/>
            <ac:spMk id="20483" creationId="{EB7896F7-2738-E578-8702-6A55563EEB6E}"/>
          </ac:spMkLst>
        </pc:spChg>
        <pc:spChg chg="mod">
          <ac:chgData name="Jérémy  NICON" userId="94a6ae6d-3ccb-4b58-a804-76c2e74f6511" providerId="ADAL" clId="{931F5A44-9163-4FC9-8C22-E10649995436}" dt="2024-11-07T13:30:15.639" v="148" actId="1076"/>
          <ac:spMkLst>
            <pc:docMk/>
            <pc:sldMk cId="0" sldId="354"/>
            <ac:spMk id="20484" creationId="{9CEDCBAF-1DCC-326A-1F43-17394FE6D08D}"/>
          </ac:spMkLst>
        </pc:spChg>
        <pc:spChg chg="mod">
          <ac:chgData name="Jérémy  NICON" userId="94a6ae6d-3ccb-4b58-a804-76c2e74f6511" providerId="ADAL" clId="{931F5A44-9163-4FC9-8C22-E10649995436}" dt="2024-11-07T13:30:15.639" v="148" actId="1076"/>
          <ac:spMkLst>
            <pc:docMk/>
            <pc:sldMk cId="0" sldId="354"/>
            <ac:spMk id="20485" creationId="{18A5A188-9C61-5125-200C-0549397B93EC}"/>
          </ac:spMkLst>
        </pc:spChg>
        <pc:spChg chg="mod">
          <ac:chgData name="Jérémy  NICON" userId="94a6ae6d-3ccb-4b58-a804-76c2e74f6511" providerId="ADAL" clId="{931F5A44-9163-4FC9-8C22-E10649995436}" dt="2024-11-07T13:30:15.639" v="148" actId="1076"/>
          <ac:spMkLst>
            <pc:docMk/>
            <pc:sldMk cId="0" sldId="354"/>
            <ac:spMk id="20486" creationId="{B5E372D6-977E-02A6-49AC-66351E84BC53}"/>
          </ac:spMkLst>
        </pc:spChg>
        <pc:spChg chg="mod">
          <ac:chgData name="Jérémy  NICON" userId="94a6ae6d-3ccb-4b58-a804-76c2e74f6511" providerId="ADAL" clId="{931F5A44-9163-4FC9-8C22-E10649995436}" dt="2024-11-07T13:30:15.639" v="148" actId="1076"/>
          <ac:spMkLst>
            <pc:docMk/>
            <pc:sldMk cId="0" sldId="354"/>
            <ac:spMk id="20487" creationId="{E5945907-B3ED-68CD-2672-58F95FAB3D8D}"/>
          </ac:spMkLst>
        </pc:spChg>
        <pc:spChg chg="mod">
          <ac:chgData name="Jérémy  NICON" userId="94a6ae6d-3ccb-4b58-a804-76c2e74f6511" providerId="ADAL" clId="{931F5A44-9163-4FC9-8C22-E10649995436}" dt="2024-11-07T13:30:15.639" v="148" actId="1076"/>
          <ac:spMkLst>
            <pc:docMk/>
            <pc:sldMk cId="0" sldId="354"/>
            <ac:spMk id="20488" creationId="{DD52CC8E-5520-7D36-C52D-F8D709EC88A2}"/>
          </ac:spMkLst>
        </pc:spChg>
        <pc:spChg chg="mod">
          <ac:chgData name="Jérémy  NICON" userId="94a6ae6d-3ccb-4b58-a804-76c2e74f6511" providerId="ADAL" clId="{931F5A44-9163-4FC9-8C22-E10649995436}" dt="2024-11-07T13:30:15.639" v="148" actId="1076"/>
          <ac:spMkLst>
            <pc:docMk/>
            <pc:sldMk cId="0" sldId="354"/>
            <ac:spMk id="20489" creationId="{8A219C10-49CF-651A-6376-C2877C3720E8}"/>
          </ac:spMkLst>
        </pc:spChg>
        <pc:spChg chg="mod">
          <ac:chgData name="Jérémy  NICON" userId="94a6ae6d-3ccb-4b58-a804-76c2e74f6511" providerId="ADAL" clId="{931F5A44-9163-4FC9-8C22-E10649995436}" dt="2024-11-07T13:30:15.639" v="148" actId="1076"/>
          <ac:spMkLst>
            <pc:docMk/>
            <pc:sldMk cId="0" sldId="354"/>
            <ac:spMk id="20490" creationId="{7DD376DC-8ABB-F013-A1AC-D2093239A53A}"/>
          </ac:spMkLst>
        </pc:spChg>
        <pc:spChg chg="mod">
          <ac:chgData name="Jérémy  NICON" userId="94a6ae6d-3ccb-4b58-a804-76c2e74f6511" providerId="ADAL" clId="{931F5A44-9163-4FC9-8C22-E10649995436}" dt="2024-11-07T13:30:15.639" v="148" actId="1076"/>
          <ac:spMkLst>
            <pc:docMk/>
            <pc:sldMk cId="0" sldId="354"/>
            <ac:spMk id="20491" creationId="{CB7A8F01-528A-4A40-6FD2-1120B70EC726}"/>
          </ac:spMkLst>
        </pc:spChg>
        <pc:spChg chg="mod">
          <ac:chgData name="Jérémy  NICON" userId="94a6ae6d-3ccb-4b58-a804-76c2e74f6511" providerId="ADAL" clId="{931F5A44-9163-4FC9-8C22-E10649995436}" dt="2024-11-07T13:30:15.639" v="148" actId="1076"/>
          <ac:spMkLst>
            <pc:docMk/>
            <pc:sldMk cId="0" sldId="354"/>
            <ac:spMk id="20492" creationId="{0A3369A8-16C7-154F-A2E2-F5A09DD1160B}"/>
          </ac:spMkLst>
        </pc:spChg>
        <pc:spChg chg="mod">
          <ac:chgData name="Jérémy  NICON" userId="94a6ae6d-3ccb-4b58-a804-76c2e74f6511" providerId="ADAL" clId="{931F5A44-9163-4FC9-8C22-E10649995436}" dt="2024-11-07T13:30:15.639" v="148" actId="1076"/>
          <ac:spMkLst>
            <pc:docMk/>
            <pc:sldMk cId="0" sldId="354"/>
            <ac:spMk id="20493" creationId="{87E9052A-3238-C7DF-B61F-BB20AA70D01E}"/>
          </ac:spMkLst>
        </pc:spChg>
        <pc:spChg chg="mod">
          <ac:chgData name="Jérémy  NICON" userId="94a6ae6d-3ccb-4b58-a804-76c2e74f6511" providerId="ADAL" clId="{931F5A44-9163-4FC9-8C22-E10649995436}" dt="2024-11-07T13:30:15.639" v="148" actId="1076"/>
          <ac:spMkLst>
            <pc:docMk/>
            <pc:sldMk cId="0" sldId="354"/>
            <ac:spMk id="20494" creationId="{1B85947F-A42E-9876-9242-EE525B42C878}"/>
          </ac:spMkLst>
        </pc:spChg>
        <pc:spChg chg="mod">
          <ac:chgData name="Jérémy  NICON" userId="94a6ae6d-3ccb-4b58-a804-76c2e74f6511" providerId="ADAL" clId="{931F5A44-9163-4FC9-8C22-E10649995436}" dt="2024-11-07T13:30:15.639" v="148" actId="1076"/>
          <ac:spMkLst>
            <pc:docMk/>
            <pc:sldMk cId="0" sldId="354"/>
            <ac:spMk id="20495" creationId="{D0059957-8572-EA57-39C8-046FD9A0EF42}"/>
          </ac:spMkLst>
        </pc:spChg>
        <pc:spChg chg="mod">
          <ac:chgData name="Jérémy  NICON" userId="94a6ae6d-3ccb-4b58-a804-76c2e74f6511" providerId="ADAL" clId="{931F5A44-9163-4FC9-8C22-E10649995436}" dt="2024-11-07T13:30:15.639" v="148" actId="1076"/>
          <ac:spMkLst>
            <pc:docMk/>
            <pc:sldMk cId="0" sldId="354"/>
            <ac:spMk id="20496" creationId="{54B844CA-C8A4-AD3D-08BC-D7BB20A3B359}"/>
          </ac:spMkLst>
        </pc:spChg>
        <pc:spChg chg="mod">
          <ac:chgData name="Jérémy  NICON" userId="94a6ae6d-3ccb-4b58-a804-76c2e74f6511" providerId="ADAL" clId="{931F5A44-9163-4FC9-8C22-E10649995436}" dt="2024-11-07T13:30:15.639" v="148" actId="1076"/>
          <ac:spMkLst>
            <pc:docMk/>
            <pc:sldMk cId="0" sldId="354"/>
            <ac:spMk id="20497" creationId="{443CDAD5-6B7D-B242-FEBF-36714240C932}"/>
          </ac:spMkLst>
        </pc:spChg>
        <pc:spChg chg="mod">
          <ac:chgData name="Jérémy  NICON" userId="94a6ae6d-3ccb-4b58-a804-76c2e74f6511" providerId="ADAL" clId="{931F5A44-9163-4FC9-8C22-E10649995436}" dt="2024-11-07T13:30:15.639" v="148" actId="1076"/>
          <ac:spMkLst>
            <pc:docMk/>
            <pc:sldMk cId="0" sldId="354"/>
            <ac:spMk id="20498" creationId="{8B467791-E4A8-B0FF-5A98-F810ADE43C6C}"/>
          </ac:spMkLst>
        </pc:spChg>
        <pc:spChg chg="mod">
          <ac:chgData name="Jérémy  NICON" userId="94a6ae6d-3ccb-4b58-a804-76c2e74f6511" providerId="ADAL" clId="{931F5A44-9163-4FC9-8C22-E10649995436}" dt="2024-11-07T13:30:15.639" v="148" actId="1076"/>
          <ac:spMkLst>
            <pc:docMk/>
            <pc:sldMk cId="0" sldId="354"/>
            <ac:spMk id="20499" creationId="{892F3980-5E2B-010B-D6BC-468DB56F166F}"/>
          </ac:spMkLst>
        </pc:spChg>
        <pc:spChg chg="mod">
          <ac:chgData name="Jérémy  NICON" userId="94a6ae6d-3ccb-4b58-a804-76c2e74f6511" providerId="ADAL" clId="{931F5A44-9163-4FC9-8C22-E10649995436}" dt="2024-11-07T13:30:15.639" v="148" actId="1076"/>
          <ac:spMkLst>
            <pc:docMk/>
            <pc:sldMk cId="0" sldId="354"/>
            <ac:spMk id="20500" creationId="{853C0028-033F-CFC7-720B-D37CEA667D6E}"/>
          </ac:spMkLst>
        </pc:spChg>
        <pc:spChg chg="mod">
          <ac:chgData name="Jérémy  NICON" userId="94a6ae6d-3ccb-4b58-a804-76c2e74f6511" providerId="ADAL" clId="{931F5A44-9163-4FC9-8C22-E10649995436}" dt="2024-11-07T13:30:15.639" v="148" actId="1076"/>
          <ac:spMkLst>
            <pc:docMk/>
            <pc:sldMk cId="0" sldId="354"/>
            <ac:spMk id="20501" creationId="{655AD31D-50BE-9182-D98A-EBD93199F120}"/>
          </ac:spMkLst>
        </pc:spChg>
        <pc:spChg chg="mod">
          <ac:chgData name="Jérémy  NICON" userId="94a6ae6d-3ccb-4b58-a804-76c2e74f6511" providerId="ADAL" clId="{931F5A44-9163-4FC9-8C22-E10649995436}" dt="2024-11-07T13:30:15.639" v="148" actId="1076"/>
          <ac:spMkLst>
            <pc:docMk/>
            <pc:sldMk cId="0" sldId="354"/>
            <ac:spMk id="20502" creationId="{6F2C7887-A66A-2DE3-17E9-B69E742801B6}"/>
          </ac:spMkLst>
        </pc:spChg>
        <pc:spChg chg="mod">
          <ac:chgData name="Jérémy  NICON" userId="94a6ae6d-3ccb-4b58-a804-76c2e74f6511" providerId="ADAL" clId="{931F5A44-9163-4FC9-8C22-E10649995436}" dt="2024-11-07T13:30:15.639" v="148" actId="1076"/>
          <ac:spMkLst>
            <pc:docMk/>
            <pc:sldMk cId="0" sldId="354"/>
            <ac:spMk id="20503" creationId="{9D3B2D44-DA62-876C-9426-F103C4898A28}"/>
          </ac:spMkLst>
        </pc:spChg>
        <pc:spChg chg="mod">
          <ac:chgData name="Jérémy  NICON" userId="94a6ae6d-3ccb-4b58-a804-76c2e74f6511" providerId="ADAL" clId="{931F5A44-9163-4FC9-8C22-E10649995436}" dt="2024-11-07T13:30:15.639" v="148" actId="1076"/>
          <ac:spMkLst>
            <pc:docMk/>
            <pc:sldMk cId="0" sldId="354"/>
            <ac:spMk id="20504" creationId="{2D48DC2C-05E3-4D34-B542-BE9D7F7D64C7}"/>
          </ac:spMkLst>
        </pc:spChg>
        <pc:spChg chg="mod">
          <ac:chgData name="Jérémy  NICON" userId="94a6ae6d-3ccb-4b58-a804-76c2e74f6511" providerId="ADAL" clId="{931F5A44-9163-4FC9-8C22-E10649995436}" dt="2024-11-07T13:30:15.639" v="148" actId="1076"/>
          <ac:spMkLst>
            <pc:docMk/>
            <pc:sldMk cId="0" sldId="354"/>
            <ac:spMk id="20505" creationId="{8CF02970-7DAB-270C-D3F0-4E5CCB80FA31}"/>
          </ac:spMkLst>
        </pc:spChg>
        <pc:spChg chg="mod">
          <ac:chgData name="Jérémy  NICON" userId="94a6ae6d-3ccb-4b58-a804-76c2e74f6511" providerId="ADAL" clId="{931F5A44-9163-4FC9-8C22-E10649995436}" dt="2024-11-07T13:30:15.639" v="148" actId="1076"/>
          <ac:spMkLst>
            <pc:docMk/>
            <pc:sldMk cId="0" sldId="354"/>
            <ac:spMk id="20506" creationId="{A4C29EE4-07B4-DE19-4576-68516C2BBAA8}"/>
          </ac:spMkLst>
        </pc:spChg>
        <pc:spChg chg="mod">
          <ac:chgData name="Jérémy  NICON" userId="94a6ae6d-3ccb-4b58-a804-76c2e74f6511" providerId="ADAL" clId="{931F5A44-9163-4FC9-8C22-E10649995436}" dt="2024-11-07T13:30:15.639" v="148" actId="1076"/>
          <ac:spMkLst>
            <pc:docMk/>
            <pc:sldMk cId="0" sldId="354"/>
            <ac:spMk id="20507" creationId="{27491F06-F949-EECD-9048-047BA7D91125}"/>
          </ac:spMkLst>
        </pc:spChg>
        <pc:spChg chg="mod">
          <ac:chgData name="Jérémy  NICON" userId="94a6ae6d-3ccb-4b58-a804-76c2e74f6511" providerId="ADAL" clId="{931F5A44-9163-4FC9-8C22-E10649995436}" dt="2024-11-07T13:30:15.639" v="148" actId="1076"/>
          <ac:spMkLst>
            <pc:docMk/>
            <pc:sldMk cId="0" sldId="354"/>
            <ac:spMk id="20508" creationId="{58421678-F6B8-7DB7-2C61-5E6B3F6C6BCF}"/>
          </ac:spMkLst>
        </pc:spChg>
        <pc:spChg chg="mod">
          <ac:chgData name="Jérémy  NICON" userId="94a6ae6d-3ccb-4b58-a804-76c2e74f6511" providerId="ADAL" clId="{931F5A44-9163-4FC9-8C22-E10649995436}" dt="2024-11-07T13:30:15.639" v="148" actId="1076"/>
          <ac:spMkLst>
            <pc:docMk/>
            <pc:sldMk cId="0" sldId="354"/>
            <ac:spMk id="20509" creationId="{1C84C8A4-605D-1720-201C-3563674D7686}"/>
          </ac:spMkLst>
        </pc:spChg>
        <pc:spChg chg="mod">
          <ac:chgData name="Jérémy  NICON" userId="94a6ae6d-3ccb-4b58-a804-76c2e74f6511" providerId="ADAL" clId="{931F5A44-9163-4FC9-8C22-E10649995436}" dt="2024-11-07T13:30:15.639" v="148" actId="1076"/>
          <ac:spMkLst>
            <pc:docMk/>
            <pc:sldMk cId="0" sldId="354"/>
            <ac:spMk id="20510" creationId="{B1011FED-3572-4096-82AC-10B4973C6C60}"/>
          </ac:spMkLst>
        </pc:spChg>
        <pc:spChg chg="mod">
          <ac:chgData name="Jérémy  NICON" userId="94a6ae6d-3ccb-4b58-a804-76c2e74f6511" providerId="ADAL" clId="{931F5A44-9163-4FC9-8C22-E10649995436}" dt="2024-11-07T13:30:15.639" v="148" actId="1076"/>
          <ac:spMkLst>
            <pc:docMk/>
            <pc:sldMk cId="0" sldId="354"/>
            <ac:spMk id="20511" creationId="{A80FD523-FA85-0124-A087-4BF9592D3990}"/>
          </ac:spMkLst>
        </pc:spChg>
        <pc:spChg chg="mod">
          <ac:chgData name="Jérémy  NICON" userId="94a6ae6d-3ccb-4b58-a804-76c2e74f6511" providerId="ADAL" clId="{931F5A44-9163-4FC9-8C22-E10649995436}" dt="2024-11-07T13:30:15.639" v="148" actId="1076"/>
          <ac:spMkLst>
            <pc:docMk/>
            <pc:sldMk cId="0" sldId="354"/>
            <ac:spMk id="20512" creationId="{3D054CFE-09A3-2919-4610-FAA1F5AF0C65}"/>
          </ac:spMkLst>
        </pc:spChg>
        <pc:spChg chg="mod">
          <ac:chgData name="Jérémy  NICON" userId="94a6ae6d-3ccb-4b58-a804-76c2e74f6511" providerId="ADAL" clId="{931F5A44-9163-4FC9-8C22-E10649995436}" dt="2024-11-07T13:30:15.639" v="148" actId="1076"/>
          <ac:spMkLst>
            <pc:docMk/>
            <pc:sldMk cId="0" sldId="354"/>
            <ac:spMk id="20513" creationId="{DD773CD7-6E7B-9C13-8538-E1F6775FEF6B}"/>
          </ac:spMkLst>
        </pc:spChg>
        <pc:spChg chg="mod">
          <ac:chgData name="Jérémy  NICON" userId="94a6ae6d-3ccb-4b58-a804-76c2e74f6511" providerId="ADAL" clId="{931F5A44-9163-4FC9-8C22-E10649995436}" dt="2024-11-07T13:30:15.639" v="148" actId="1076"/>
          <ac:spMkLst>
            <pc:docMk/>
            <pc:sldMk cId="0" sldId="354"/>
            <ac:spMk id="20514" creationId="{40E2C315-6008-33B8-1CA7-50AF94E47430}"/>
          </ac:spMkLst>
        </pc:spChg>
        <pc:spChg chg="mod">
          <ac:chgData name="Jérémy  NICON" userId="94a6ae6d-3ccb-4b58-a804-76c2e74f6511" providerId="ADAL" clId="{931F5A44-9163-4FC9-8C22-E10649995436}" dt="2024-11-07T13:30:15.639" v="148" actId="1076"/>
          <ac:spMkLst>
            <pc:docMk/>
            <pc:sldMk cId="0" sldId="354"/>
            <ac:spMk id="20515" creationId="{3EB9BCB4-F225-1493-8A52-C16E131E3C9E}"/>
          </ac:spMkLst>
        </pc:spChg>
        <pc:spChg chg="mod">
          <ac:chgData name="Jérémy  NICON" userId="94a6ae6d-3ccb-4b58-a804-76c2e74f6511" providerId="ADAL" clId="{931F5A44-9163-4FC9-8C22-E10649995436}" dt="2024-11-07T13:30:15.639" v="148" actId="1076"/>
          <ac:spMkLst>
            <pc:docMk/>
            <pc:sldMk cId="0" sldId="354"/>
            <ac:spMk id="20516" creationId="{53F8CBAA-EDFF-8CD4-02C4-40A6A0BB79A2}"/>
          </ac:spMkLst>
        </pc:spChg>
        <pc:spChg chg="mod">
          <ac:chgData name="Jérémy  NICON" userId="94a6ae6d-3ccb-4b58-a804-76c2e74f6511" providerId="ADAL" clId="{931F5A44-9163-4FC9-8C22-E10649995436}" dt="2024-11-07T13:30:15.639" v="148" actId="1076"/>
          <ac:spMkLst>
            <pc:docMk/>
            <pc:sldMk cId="0" sldId="354"/>
            <ac:spMk id="20517" creationId="{7E32A390-2B7C-EEED-AC46-E17C753D1578}"/>
          </ac:spMkLst>
        </pc:spChg>
        <pc:spChg chg="mod">
          <ac:chgData name="Jérémy  NICON" userId="94a6ae6d-3ccb-4b58-a804-76c2e74f6511" providerId="ADAL" clId="{931F5A44-9163-4FC9-8C22-E10649995436}" dt="2024-11-07T13:30:15.639" v="148" actId="1076"/>
          <ac:spMkLst>
            <pc:docMk/>
            <pc:sldMk cId="0" sldId="354"/>
            <ac:spMk id="20518" creationId="{A604C8E3-5698-1FFE-A53D-B2C787655221}"/>
          </ac:spMkLst>
        </pc:spChg>
        <pc:spChg chg="mod">
          <ac:chgData name="Jérémy  NICON" userId="94a6ae6d-3ccb-4b58-a804-76c2e74f6511" providerId="ADAL" clId="{931F5A44-9163-4FC9-8C22-E10649995436}" dt="2024-11-07T13:30:15.639" v="148" actId="1076"/>
          <ac:spMkLst>
            <pc:docMk/>
            <pc:sldMk cId="0" sldId="354"/>
            <ac:spMk id="20519" creationId="{6E7BEB7C-4D44-C9FD-91A3-D0519CA0A11F}"/>
          </ac:spMkLst>
        </pc:spChg>
        <pc:spChg chg="mod">
          <ac:chgData name="Jérémy  NICON" userId="94a6ae6d-3ccb-4b58-a804-76c2e74f6511" providerId="ADAL" clId="{931F5A44-9163-4FC9-8C22-E10649995436}" dt="2024-11-07T13:30:15.639" v="148" actId="1076"/>
          <ac:spMkLst>
            <pc:docMk/>
            <pc:sldMk cId="0" sldId="354"/>
            <ac:spMk id="20520" creationId="{E533C04D-1B61-314F-7C4E-BB471CB85524}"/>
          </ac:spMkLst>
        </pc:spChg>
        <pc:spChg chg="mod">
          <ac:chgData name="Jérémy  NICON" userId="94a6ae6d-3ccb-4b58-a804-76c2e74f6511" providerId="ADAL" clId="{931F5A44-9163-4FC9-8C22-E10649995436}" dt="2024-11-07T13:30:15.639" v="148" actId="1076"/>
          <ac:spMkLst>
            <pc:docMk/>
            <pc:sldMk cId="0" sldId="354"/>
            <ac:spMk id="20521" creationId="{209EC6A3-43A6-8043-4B6F-A48EDA3856D3}"/>
          </ac:spMkLst>
        </pc:spChg>
        <pc:spChg chg="mod">
          <ac:chgData name="Jérémy  NICON" userId="94a6ae6d-3ccb-4b58-a804-76c2e74f6511" providerId="ADAL" clId="{931F5A44-9163-4FC9-8C22-E10649995436}" dt="2024-11-07T13:30:15.639" v="148" actId="1076"/>
          <ac:spMkLst>
            <pc:docMk/>
            <pc:sldMk cId="0" sldId="354"/>
            <ac:spMk id="20522" creationId="{27F0752E-DC9F-836B-C6C6-394A82BD1944}"/>
          </ac:spMkLst>
        </pc:spChg>
        <pc:spChg chg="mod">
          <ac:chgData name="Jérémy  NICON" userId="94a6ae6d-3ccb-4b58-a804-76c2e74f6511" providerId="ADAL" clId="{931F5A44-9163-4FC9-8C22-E10649995436}" dt="2024-11-07T13:30:15.639" v="148" actId="1076"/>
          <ac:spMkLst>
            <pc:docMk/>
            <pc:sldMk cId="0" sldId="354"/>
            <ac:spMk id="20523" creationId="{79701C0B-D34D-A6F0-B15B-EF0E48CEA318}"/>
          </ac:spMkLst>
        </pc:spChg>
        <pc:spChg chg="mod">
          <ac:chgData name="Jérémy  NICON" userId="94a6ae6d-3ccb-4b58-a804-76c2e74f6511" providerId="ADAL" clId="{931F5A44-9163-4FC9-8C22-E10649995436}" dt="2024-11-07T13:30:15.639" v="148" actId="1076"/>
          <ac:spMkLst>
            <pc:docMk/>
            <pc:sldMk cId="0" sldId="354"/>
            <ac:spMk id="20524" creationId="{C011CF4A-13EE-AF12-6E5C-8A586C2E2655}"/>
          </ac:spMkLst>
        </pc:spChg>
        <pc:spChg chg="mod">
          <ac:chgData name="Jérémy  NICON" userId="94a6ae6d-3ccb-4b58-a804-76c2e74f6511" providerId="ADAL" clId="{931F5A44-9163-4FC9-8C22-E10649995436}" dt="2024-11-07T13:30:15.639" v="148" actId="1076"/>
          <ac:spMkLst>
            <pc:docMk/>
            <pc:sldMk cId="0" sldId="354"/>
            <ac:spMk id="20525" creationId="{04D0CF67-A54D-167B-4BE0-52E4CBB226EF}"/>
          </ac:spMkLst>
        </pc:spChg>
        <pc:spChg chg="mod">
          <ac:chgData name="Jérémy  NICON" userId="94a6ae6d-3ccb-4b58-a804-76c2e74f6511" providerId="ADAL" clId="{931F5A44-9163-4FC9-8C22-E10649995436}" dt="2024-11-07T13:30:15.639" v="148" actId="1076"/>
          <ac:spMkLst>
            <pc:docMk/>
            <pc:sldMk cId="0" sldId="354"/>
            <ac:spMk id="20526" creationId="{91C077FB-CA4C-B391-1FB4-D26E137F0342}"/>
          </ac:spMkLst>
        </pc:spChg>
        <pc:spChg chg="mod">
          <ac:chgData name="Jérémy  NICON" userId="94a6ae6d-3ccb-4b58-a804-76c2e74f6511" providerId="ADAL" clId="{931F5A44-9163-4FC9-8C22-E10649995436}" dt="2024-11-07T13:30:15.639" v="148" actId="1076"/>
          <ac:spMkLst>
            <pc:docMk/>
            <pc:sldMk cId="0" sldId="354"/>
            <ac:spMk id="20527" creationId="{02FA2D5C-089E-7D1C-0ED8-8CAE3AC8FB49}"/>
          </ac:spMkLst>
        </pc:spChg>
        <pc:spChg chg="mod">
          <ac:chgData name="Jérémy  NICON" userId="94a6ae6d-3ccb-4b58-a804-76c2e74f6511" providerId="ADAL" clId="{931F5A44-9163-4FC9-8C22-E10649995436}" dt="2024-11-07T13:30:15.639" v="148" actId="1076"/>
          <ac:spMkLst>
            <pc:docMk/>
            <pc:sldMk cId="0" sldId="354"/>
            <ac:spMk id="20528" creationId="{AA3A84A4-D713-FE61-2DCF-AD0FEDA08D90}"/>
          </ac:spMkLst>
        </pc:spChg>
        <pc:spChg chg="mod">
          <ac:chgData name="Jérémy  NICON" userId="94a6ae6d-3ccb-4b58-a804-76c2e74f6511" providerId="ADAL" clId="{931F5A44-9163-4FC9-8C22-E10649995436}" dt="2024-11-07T13:30:15.639" v="148" actId="1076"/>
          <ac:spMkLst>
            <pc:docMk/>
            <pc:sldMk cId="0" sldId="354"/>
            <ac:spMk id="20529" creationId="{8A6DB2A4-BFD6-995D-15E6-2D469F665EE9}"/>
          </ac:spMkLst>
        </pc:spChg>
        <pc:spChg chg="mod">
          <ac:chgData name="Jérémy  NICON" userId="94a6ae6d-3ccb-4b58-a804-76c2e74f6511" providerId="ADAL" clId="{931F5A44-9163-4FC9-8C22-E10649995436}" dt="2024-11-07T13:30:15.639" v="148" actId="1076"/>
          <ac:spMkLst>
            <pc:docMk/>
            <pc:sldMk cId="0" sldId="354"/>
            <ac:spMk id="20530" creationId="{408930EF-5618-51FF-71B5-C44A016B4BD1}"/>
          </ac:spMkLst>
        </pc:spChg>
        <pc:spChg chg="mod">
          <ac:chgData name="Jérémy  NICON" userId="94a6ae6d-3ccb-4b58-a804-76c2e74f6511" providerId="ADAL" clId="{931F5A44-9163-4FC9-8C22-E10649995436}" dt="2024-11-07T13:30:15.639" v="148" actId="1076"/>
          <ac:spMkLst>
            <pc:docMk/>
            <pc:sldMk cId="0" sldId="354"/>
            <ac:spMk id="20531" creationId="{0D91A73F-E5C8-7A13-3548-A5C901260CBB}"/>
          </ac:spMkLst>
        </pc:spChg>
        <pc:spChg chg="mod">
          <ac:chgData name="Jérémy  NICON" userId="94a6ae6d-3ccb-4b58-a804-76c2e74f6511" providerId="ADAL" clId="{931F5A44-9163-4FC9-8C22-E10649995436}" dt="2024-11-07T13:30:15.639" v="148" actId="1076"/>
          <ac:spMkLst>
            <pc:docMk/>
            <pc:sldMk cId="0" sldId="354"/>
            <ac:spMk id="20532" creationId="{87950C62-5B24-D933-C6B1-B2D9B18A9FF5}"/>
          </ac:spMkLst>
        </pc:spChg>
        <pc:spChg chg="mod">
          <ac:chgData name="Jérémy  NICON" userId="94a6ae6d-3ccb-4b58-a804-76c2e74f6511" providerId="ADAL" clId="{931F5A44-9163-4FC9-8C22-E10649995436}" dt="2024-11-07T13:30:15.639" v="148" actId="1076"/>
          <ac:spMkLst>
            <pc:docMk/>
            <pc:sldMk cId="0" sldId="354"/>
            <ac:spMk id="20533" creationId="{34518837-E07F-8F4B-BADB-61776F09C57C}"/>
          </ac:spMkLst>
        </pc:spChg>
        <pc:spChg chg="mod">
          <ac:chgData name="Jérémy  NICON" userId="94a6ae6d-3ccb-4b58-a804-76c2e74f6511" providerId="ADAL" clId="{931F5A44-9163-4FC9-8C22-E10649995436}" dt="2024-11-07T13:30:15.639" v="148" actId="1076"/>
          <ac:spMkLst>
            <pc:docMk/>
            <pc:sldMk cId="0" sldId="354"/>
            <ac:spMk id="20534" creationId="{C3FE149A-7770-70A6-0E02-CE92BFCD450A}"/>
          </ac:spMkLst>
        </pc:spChg>
        <pc:spChg chg="mod">
          <ac:chgData name="Jérémy  NICON" userId="94a6ae6d-3ccb-4b58-a804-76c2e74f6511" providerId="ADAL" clId="{931F5A44-9163-4FC9-8C22-E10649995436}" dt="2024-11-07T13:30:15.639" v="148" actId="1076"/>
          <ac:spMkLst>
            <pc:docMk/>
            <pc:sldMk cId="0" sldId="354"/>
            <ac:spMk id="20535" creationId="{1D6453BA-09E6-8B07-2CC6-049D9AEF460C}"/>
          </ac:spMkLst>
        </pc:spChg>
        <pc:spChg chg="mod">
          <ac:chgData name="Jérémy  NICON" userId="94a6ae6d-3ccb-4b58-a804-76c2e74f6511" providerId="ADAL" clId="{931F5A44-9163-4FC9-8C22-E10649995436}" dt="2024-11-07T13:30:15.639" v="148" actId="1076"/>
          <ac:spMkLst>
            <pc:docMk/>
            <pc:sldMk cId="0" sldId="354"/>
            <ac:spMk id="20536" creationId="{2A80EE0A-5B3A-61FE-FDA8-E63F3F6770E5}"/>
          </ac:spMkLst>
        </pc:spChg>
        <pc:spChg chg="mod">
          <ac:chgData name="Jérémy  NICON" userId="94a6ae6d-3ccb-4b58-a804-76c2e74f6511" providerId="ADAL" clId="{931F5A44-9163-4FC9-8C22-E10649995436}" dt="2024-11-07T13:30:15.639" v="148" actId="1076"/>
          <ac:spMkLst>
            <pc:docMk/>
            <pc:sldMk cId="0" sldId="354"/>
            <ac:spMk id="20537" creationId="{BE56B94D-CA68-5D01-870B-592EA77A018B}"/>
          </ac:spMkLst>
        </pc:spChg>
        <pc:spChg chg="mod">
          <ac:chgData name="Jérémy  NICON" userId="94a6ae6d-3ccb-4b58-a804-76c2e74f6511" providerId="ADAL" clId="{931F5A44-9163-4FC9-8C22-E10649995436}" dt="2024-11-07T13:30:15.639" v="148" actId="1076"/>
          <ac:spMkLst>
            <pc:docMk/>
            <pc:sldMk cId="0" sldId="354"/>
            <ac:spMk id="20538" creationId="{D430EB76-9504-E87D-7D22-30849DB5F409}"/>
          </ac:spMkLst>
        </pc:spChg>
        <pc:spChg chg="mod">
          <ac:chgData name="Jérémy  NICON" userId="94a6ae6d-3ccb-4b58-a804-76c2e74f6511" providerId="ADAL" clId="{931F5A44-9163-4FC9-8C22-E10649995436}" dt="2024-11-07T13:30:15.639" v="148" actId="1076"/>
          <ac:spMkLst>
            <pc:docMk/>
            <pc:sldMk cId="0" sldId="354"/>
            <ac:spMk id="20539" creationId="{8029EF6F-F799-9132-FC8D-8F60AC3AA8AF}"/>
          </ac:spMkLst>
        </pc:spChg>
        <pc:spChg chg="mod">
          <ac:chgData name="Jérémy  NICON" userId="94a6ae6d-3ccb-4b58-a804-76c2e74f6511" providerId="ADAL" clId="{931F5A44-9163-4FC9-8C22-E10649995436}" dt="2024-11-07T13:30:15.639" v="148" actId="1076"/>
          <ac:spMkLst>
            <pc:docMk/>
            <pc:sldMk cId="0" sldId="354"/>
            <ac:spMk id="20540" creationId="{E566E810-CFD2-B051-1285-2EA00238646D}"/>
          </ac:spMkLst>
        </pc:spChg>
        <pc:spChg chg="mod">
          <ac:chgData name="Jérémy  NICON" userId="94a6ae6d-3ccb-4b58-a804-76c2e74f6511" providerId="ADAL" clId="{931F5A44-9163-4FC9-8C22-E10649995436}" dt="2024-11-07T13:30:15.639" v="148" actId="1076"/>
          <ac:spMkLst>
            <pc:docMk/>
            <pc:sldMk cId="0" sldId="354"/>
            <ac:spMk id="20541" creationId="{D5E621CC-97AA-8807-A9D7-3EED6AC0E64F}"/>
          </ac:spMkLst>
        </pc:spChg>
        <pc:spChg chg="mod">
          <ac:chgData name="Jérémy  NICON" userId="94a6ae6d-3ccb-4b58-a804-76c2e74f6511" providerId="ADAL" clId="{931F5A44-9163-4FC9-8C22-E10649995436}" dt="2024-11-07T13:30:15.639" v="148" actId="1076"/>
          <ac:spMkLst>
            <pc:docMk/>
            <pc:sldMk cId="0" sldId="354"/>
            <ac:spMk id="20542" creationId="{46469037-DC0F-0FE6-C1CB-596D8C356150}"/>
          </ac:spMkLst>
        </pc:spChg>
        <pc:spChg chg="mod">
          <ac:chgData name="Jérémy  NICON" userId="94a6ae6d-3ccb-4b58-a804-76c2e74f6511" providerId="ADAL" clId="{931F5A44-9163-4FC9-8C22-E10649995436}" dt="2024-11-07T13:30:15.639" v="148" actId="1076"/>
          <ac:spMkLst>
            <pc:docMk/>
            <pc:sldMk cId="0" sldId="354"/>
            <ac:spMk id="20543" creationId="{B1AD4A30-E7EA-703D-C2E5-A13039513010}"/>
          </ac:spMkLst>
        </pc:spChg>
        <pc:spChg chg="mod">
          <ac:chgData name="Jérémy  NICON" userId="94a6ae6d-3ccb-4b58-a804-76c2e74f6511" providerId="ADAL" clId="{931F5A44-9163-4FC9-8C22-E10649995436}" dt="2024-11-07T13:30:15.639" v="148" actId="1076"/>
          <ac:spMkLst>
            <pc:docMk/>
            <pc:sldMk cId="0" sldId="354"/>
            <ac:spMk id="20544" creationId="{C6745191-E561-097E-AE79-A05C51B50324}"/>
          </ac:spMkLst>
        </pc:spChg>
        <pc:spChg chg="mod">
          <ac:chgData name="Jérémy  NICON" userId="94a6ae6d-3ccb-4b58-a804-76c2e74f6511" providerId="ADAL" clId="{931F5A44-9163-4FC9-8C22-E10649995436}" dt="2024-11-07T13:30:15.639" v="148" actId="1076"/>
          <ac:spMkLst>
            <pc:docMk/>
            <pc:sldMk cId="0" sldId="354"/>
            <ac:spMk id="20545" creationId="{D6C74FE6-8869-5A1E-83AD-41859AD66182}"/>
          </ac:spMkLst>
        </pc:spChg>
        <pc:spChg chg="mod">
          <ac:chgData name="Jérémy  NICON" userId="94a6ae6d-3ccb-4b58-a804-76c2e74f6511" providerId="ADAL" clId="{931F5A44-9163-4FC9-8C22-E10649995436}" dt="2024-11-07T13:30:15.639" v="148" actId="1076"/>
          <ac:spMkLst>
            <pc:docMk/>
            <pc:sldMk cId="0" sldId="354"/>
            <ac:spMk id="20546" creationId="{07B77142-803F-C0EC-DFCB-9CAA5A2C564A}"/>
          </ac:spMkLst>
        </pc:spChg>
      </pc:sldChg>
      <pc:sldChg chg="delSp modSp mod">
        <pc:chgData name="Jérémy  NICON" userId="94a6ae6d-3ccb-4b58-a804-76c2e74f6511" providerId="ADAL" clId="{931F5A44-9163-4FC9-8C22-E10649995436}" dt="2024-11-07T13:30:30.042" v="151" actId="1076"/>
        <pc:sldMkLst>
          <pc:docMk/>
          <pc:sldMk cId="0" sldId="355"/>
        </pc:sldMkLst>
        <pc:spChg chg="del">
          <ac:chgData name="Jérémy  NICON" userId="94a6ae6d-3ccb-4b58-a804-76c2e74f6511" providerId="ADAL" clId="{931F5A44-9163-4FC9-8C22-E10649995436}" dt="2024-11-07T13:30:21.573" v="149" actId="478"/>
          <ac:spMkLst>
            <pc:docMk/>
            <pc:sldMk cId="0" sldId="355"/>
            <ac:spMk id="2" creationId="{7E4F098F-BCFE-7655-D837-B46A87191583}"/>
          </ac:spMkLst>
        </pc:spChg>
        <pc:spChg chg="mod">
          <ac:chgData name="Jérémy  NICON" userId="94a6ae6d-3ccb-4b58-a804-76c2e74f6511" providerId="ADAL" clId="{931F5A44-9163-4FC9-8C22-E10649995436}" dt="2024-11-07T13:30:27.326" v="150" actId="1076"/>
          <ac:spMkLst>
            <pc:docMk/>
            <pc:sldMk cId="0" sldId="355"/>
            <ac:spMk id="21506" creationId="{D630ECD0-E22F-650D-0E47-8D49985C1B9F}"/>
          </ac:spMkLst>
        </pc:spChg>
        <pc:spChg chg="mod">
          <ac:chgData name="Jérémy  NICON" userId="94a6ae6d-3ccb-4b58-a804-76c2e74f6511" providerId="ADAL" clId="{931F5A44-9163-4FC9-8C22-E10649995436}" dt="2024-11-07T13:30:30.042" v="151" actId="1076"/>
          <ac:spMkLst>
            <pc:docMk/>
            <pc:sldMk cId="0" sldId="355"/>
            <ac:spMk id="21507" creationId="{757FDA7F-9FA0-DEA1-D9E1-30EED8700C84}"/>
          </ac:spMkLst>
        </pc:spChg>
        <pc:spChg chg="mod">
          <ac:chgData name="Jérémy  NICON" userId="94a6ae6d-3ccb-4b58-a804-76c2e74f6511" providerId="ADAL" clId="{931F5A44-9163-4FC9-8C22-E10649995436}" dt="2024-11-07T13:30:27.326" v="150" actId="1076"/>
          <ac:spMkLst>
            <pc:docMk/>
            <pc:sldMk cId="0" sldId="355"/>
            <ac:spMk id="21508" creationId="{21E5D2A3-12A3-7521-10B4-1EE915156872}"/>
          </ac:spMkLst>
        </pc:spChg>
        <pc:spChg chg="mod">
          <ac:chgData name="Jérémy  NICON" userId="94a6ae6d-3ccb-4b58-a804-76c2e74f6511" providerId="ADAL" clId="{931F5A44-9163-4FC9-8C22-E10649995436}" dt="2024-11-07T13:30:27.326" v="150" actId="1076"/>
          <ac:spMkLst>
            <pc:docMk/>
            <pc:sldMk cId="0" sldId="355"/>
            <ac:spMk id="21509" creationId="{F0D76D12-FCE7-555D-97E1-BB403C0FBAE2}"/>
          </ac:spMkLst>
        </pc:spChg>
        <pc:spChg chg="mod">
          <ac:chgData name="Jérémy  NICON" userId="94a6ae6d-3ccb-4b58-a804-76c2e74f6511" providerId="ADAL" clId="{931F5A44-9163-4FC9-8C22-E10649995436}" dt="2024-11-07T13:30:27.326" v="150" actId="1076"/>
          <ac:spMkLst>
            <pc:docMk/>
            <pc:sldMk cId="0" sldId="355"/>
            <ac:spMk id="21510" creationId="{E22EFA59-09B5-8766-180F-BFD42AA3E3D9}"/>
          </ac:spMkLst>
        </pc:spChg>
        <pc:spChg chg="mod">
          <ac:chgData name="Jérémy  NICON" userId="94a6ae6d-3ccb-4b58-a804-76c2e74f6511" providerId="ADAL" clId="{931F5A44-9163-4FC9-8C22-E10649995436}" dt="2024-11-07T13:30:27.326" v="150" actId="1076"/>
          <ac:spMkLst>
            <pc:docMk/>
            <pc:sldMk cId="0" sldId="355"/>
            <ac:spMk id="21511" creationId="{9F949109-D0FD-D0B3-A56C-090D71B564C3}"/>
          </ac:spMkLst>
        </pc:spChg>
        <pc:spChg chg="mod">
          <ac:chgData name="Jérémy  NICON" userId="94a6ae6d-3ccb-4b58-a804-76c2e74f6511" providerId="ADAL" clId="{931F5A44-9163-4FC9-8C22-E10649995436}" dt="2024-11-07T13:30:27.326" v="150" actId="1076"/>
          <ac:spMkLst>
            <pc:docMk/>
            <pc:sldMk cId="0" sldId="355"/>
            <ac:spMk id="21512" creationId="{17510C21-FE47-EEBA-F524-9A3E480CE376}"/>
          </ac:spMkLst>
        </pc:spChg>
        <pc:spChg chg="mod">
          <ac:chgData name="Jérémy  NICON" userId="94a6ae6d-3ccb-4b58-a804-76c2e74f6511" providerId="ADAL" clId="{931F5A44-9163-4FC9-8C22-E10649995436}" dt="2024-11-07T13:30:27.326" v="150" actId="1076"/>
          <ac:spMkLst>
            <pc:docMk/>
            <pc:sldMk cId="0" sldId="355"/>
            <ac:spMk id="21513" creationId="{F8A28B09-66E7-3433-4C7C-5A6CA225F9F0}"/>
          </ac:spMkLst>
        </pc:spChg>
      </pc:sldChg>
      <pc:sldChg chg="delSp modSp mod">
        <pc:chgData name="Jérémy  NICON" userId="94a6ae6d-3ccb-4b58-a804-76c2e74f6511" providerId="ADAL" clId="{931F5A44-9163-4FC9-8C22-E10649995436}" dt="2024-11-07T13:30:41.856" v="153" actId="1076"/>
        <pc:sldMkLst>
          <pc:docMk/>
          <pc:sldMk cId="0" sldId="356"/>
        </pc:sldMkLst>
        <pc:spChg chg="del">
          <ac:chgData name="Jérémy  NICON" userId="94a6ae6d-3ccb-4b58-a804-76c2e74f6511" providerId="ADAL" clId="{931F5A44-9163-4FC9-8C22-E10649995436}" dt="2024-11-07T13:30:37.287" v="152" actId="478"/>
          <ac:spMkLst>
            <pc:docMk/>
            <pc:sldMk cId="0" sldId="356"/>
            <ac:spMk id="2" creationId="{0D05A0DE-929E-5992-CA20-E4D8D3537BEE}"/>
          </ac:spMkLst>
        </pc:spChg>
        <pc:spChg chg="mod">
          <ac:chgData name="Jérémy  NICON" userId="94a6ae6d-3ccb-4b58-a804-76c2e74f6511" providerId="ADAL" clId="{931F5A44-9163-4FC9-8C22-E10649995436}" dt="2024-11-07T13:30:41.856" v="153" actId="1076"/>
          <ac:spMkLst>
            <pc:docMk/>
            <pc:sldMk cId="0" sldId="356"/>
            <ac:spMk id="22530" creationId="{12875E14-F274-2163-F01C-7A07D431E368}"/>
          </ac:spMkLst>
        </pc:spChg>
        <pc:spChg chg="mod">
          <ac:chgData name="Jérémy  NICON" userId="94a6ae6d-3ccb-4b58-a804-76c2e74f6511" providerId="ADAL" clId="{931F5A44-9163-4FC9-8C22-E10649995436}" dt="2024-11-07T13:30:41.856" v="153" actId="1076"/>
          <ac:spMkLst>
            <pc:docMk/>
            <pc:sldMk cId="0" sldId="356"/>
            <ac:spMk id="22532" creationId="{12EA5B7E-FD09-C6C3-289A-DA1794CA5664}"/>
          </ac:spMkLst>
        </pc:spChg>
        <pc:spChg chg="mod">
          <ac:chgData name="Jérémy  NICON" userId="94a6ae6d-3ccb-4b58-a804-76c2e74f6511" providerId="ADAL" clId="{931F5A44-9163-4FC9-8C22-E10649995436}" dt="2024-11-07T13:30:41.856" v="153" actId="1076"/>
          <ac:spMkLst>
            <pc:docMk/>
            <pc:sldMk cId="0" sldId="356"/>
            <ac:spMk id="22533" creationId="{86BD43FC-11F3-DCE8-1344-62F5D2003AFE}"/>
          </ac:spMkLst>
        </pc:spChg>
        <pc:spChg chg="mod">
          <ac:chgData name="Jérémy  NICON" userId="94a6ae6d-3ccb-4b58-a804-76c2e74f6511" providerId="ADAL" clId="{931F5A44-9163-4FC9-8C22-E10649995436}" dt="2024-11-07T13:30:41.856" v="153" actId="1076"/>
          <ac:spMkLst>
            <pc:docMk/>
            <pc:sldMk cId="0" sldId="356"/>
            <ac:spMk id="22534" creationId="{6EAB497E-662D-2931-9D77-5B646267F671}"/>
          </ac:spMkLst>
        </pc:spChg>
      </pc:sldChg>
      <pc:sldChg chg="delSp modSp mod">
        <pc:chgData name="Jérémy  NICON" userId="94a6ae6d-3ccb-4b58-a804-76c2e74f6511" providerId="ADAL" clId="{931F5A44-9163-4FC9-8C22-E10649995436}" dt="2024-11-07T13:30:52.605" v="155" actId="1076"/>
        <pc:sldMkLst>
          <pc:docMk/>
          <pc:sldMk cId="0" sldId="357"/>
        </pc:sldMkLst>
        <pc:spChg chg="del">
          <ac:chgData name="Jérémy  NICON" userId="94a6ae6d-3ccb-4b58-a804-76c2e74f6511" providerId="ADAL" clId="{931F5A44-9163-4FC9-8C22-E10649995436}" dt="2024-11-07T13:30:48.831" v="154" actId="478"/>
          <ac:spMkLst>
            <pc:docMk/>
            <pc:sldMk cId="0" sldId="357"/>
            <ac:spMk id="2" creationId="{9C437616-C346-62A2-98B6-AA3F8C26A0D8}"/>
          </ac:spMkLst>
        </pc:spChg>
        <pc:spChg chg="mod">
          <ac:chgData name="Jérémy  NICON" userId="94a6ae6d-3ccb-4b58-a804-76c2e74f6511" providerId="ADAL" clId="{931F5A44-9163-4FC9-8C22-E10649995436}" dt="2024-11-07T13:30:52.605" v="155" actId="1076"/>
          <ac:spMkLst>
            <pc:docMk/>
            <pc:sldMk cId="0" sldId="357"/>
            <ac:spMk id="23554" creationId="{C14DD285-5928-6410-7FA3-8EFCA9C29B3D}"/>
          </ac:spMkLst>
        </pc:spChg>
        <pc:spChg chg="mod">
          <ac:chgData name="Jérémy  NICON" userId="94a6ae6d-3ccb-4b58-a804-76c2e74f6511" providerId="ADAL" clId="{931F5A44-9163-4FC9-8C22-E10649995436}" dt="2024-11-07T13:30:52.605" v="155" actId="1076"/>
          <ac:spMkLst>
            <pc:docMk/>
            <pc:sldMk cId="0" sldId="357"/>
            <ac:spMk id="23556" creationId="{D43A8D5E-81AF-92DC-5AB1-4F8C3AC33D3B}"/>
          </ac:spMkLst>
        </pc:spChg>
        <pc:spChg chg="mod">
          <ac:chgData name="Jérémy  NICON" userId="94a6ae6d-3ccb-4b58-a804-76c2e74f6511" providerId="ADAL" clId="{931F5A44-9163-4FC9-8C22-E10649995436}" dt="2024-11-07T13:30:52.605" v="155" actId="1076"/>
          <ac:spMkLst>
            <pc:docMk/>
            <pc:sldMk cId="0" sldId="357"/>
            <ac:spMk id="23557" creationId="{5ABDE9C0-6CE7-12F2-54E4-4291154A0DE3}"/>
          </ac:spMkLst>
        </pc:spChg>
        <pc:spChg chg="mod">
          <ac:chgData name="Jérémy  NICON" userId="94a6ae6d-3ccb-4b58-a804-76c2e74f6511" providerId="ADAL" clId="{931F5A44-9163-4FC9-8C22-E10649995436}" dt="2024-11-07T13:30:52.605" v="155" actId="1076"/>
          <ac:spMkLst>
            <pc:docMk/>
            <pc:sldMk cId="0" sldId="357"/>
            <ac:spMk id="23558" creationId="{9A2D5F28-BD8A-CF9C-9BC4-522CF21361CD}"/>
          </ac:spMkLst>
        </pc:spChg>
        <pc:spChg chg="mod">
          <ac:chgData name="Jérémy  NICON" userId="94a6ae6d-3ccb-4b58-a804-76c2e74f6511" providerId="ADAL" clId="{931F5A44-9163-4FC9-8C22-E10649995436}" dt="2024-11-07T13:30:52.605" v="155" actId="1076"/>
          <ac:spMkLst>
            <pc:docMk/>
            <pc:sldMk cId="0" sldId="357"/>
            <ac:spMk id="23559" creationId="{5DCF0A11-EF7A-F7A5-3B6F-42454E56EC52}"/>
          </ac:spMkLst>
        </pc:spChg>
      </pc:sldChg>
      <pc:sldChg chg="addSp delSp modSp mod">
        <pc:chgData name="Jérémy  NICON" userId="94a6ae6d-3ccb-4b58-a804-76c2e74f6511" providerId="ADAL" clId="{931F5A44-9163-4FC9-8C22-E10649995436}" dt="2024-11-07T13:31:11.744" v="158" actId="1076"/>
        <pc:sldMkLst>
          <pc:docMk/>
          <pc:sldMk cId="0" sldId="358"/>
        </pc:sldMkLst>
        <pc:spChg chg="add del mod">
          <ac:chgData name="Jérémy  NICON" userId="94a6ae6d-3ccb-4b58-a804-76c2e74f6511" providerId="ADAL" clId="{931F5A44-9163-4FC9-8C22-E10649995436}" dt="2024-11-07T13:31:07.289" v="157" actId="478"/>
          <ac:spMkLst>
            <pc:docMk/>
            <pc:sldMk cId="0" sldId="358"/>
            <ac:spMk id="3" creationId="{BF26507C-A646-66D9-E600-759FE24DFE0C}"/>
          </ac:spMkLst>
        </pc:spChg>
        <pc:spChg chg="add del">
          <ac:chgData name="Jérémy  NICON" userId="94a6ae6d-3ccb-4b58-a804-76c2e74f6511" providerId="ADAL" clId="{931F5A44-9163-4FC9-8C22-E10649995436}" dt="2024-11-07T13:31:07.289" v="157" actId="478"/>
          <ac:spMkLst>
            <pc:docMk/>
            <pc:sldMk cId="0" sldId="358"/>
            <ac:spMk id="24579" creationId="{FB7A0250-ACF6-6B10-1ABB-C0038FE87D1E}"/>
          </ac:spMkLst>
        </pc:spChg>
        <pc:spChg chg="mod">
          <ac:chgData name="Jérémy  NICON" userId="94a6ae6d-3ccb-4b58-a804-76c2e74f6511" providerId="ADAL" clId="{931F5A44-9163-4FC9-8C22-E10649995436}" dt="2024-11-07T13:31:11.744" v="158" actId="1076"/>
          <ac:spMkLst>
            <pc:docMk/>
            <pc:sldMk cId="0" sldId="358"/>
            <ac:spMk id="24580" creationId="{A0B3C251-DF83-8B14-0864-F831BFBBDAE9}"/>
          </ac:spMkLst>
        </pc:spChg>
      </pc:sldChg>
      <pc:sldChg chg="delSp modSp mod">
        <pc:chgData name="Jérémy  NICON" userId="94a6ae6d-3ccb-4b58-a804-76c2e74f6511" providerId="ADAL" clId="{931F5A44-9163-4FC9-8C22-E10649995436}" dt="2024-11-07T13:31:23.044" v="161" actId="1076"/>
        <pc:sldMkLst>
          <pc:docMk/>
          <pc:sldMk cId="0" sldId="359"/>
        </pc:sldMkLst>
        <pc:spChg chg="del mod">
          <ac:chgData name="Jérémy  NICON" userId="94a6ae6d-3ccb-4b58-a804-76c2e74f6511" providerId="ADAL" clId="{931F5A44-9163-4FC9-8C22-E10649995436}" dt="2024-11-07T13:31:18.785" v="160" actId="478"/>
          <ac:spMkLst>
            <pc:docMk/>
            <pc:sldMk cId="0" sldId="359"/>
            <ac:spMk id="2" creationId="{A41BADAB-A1FD-8678-5CFA-48A5CF3B8A2C}"/>
          </ac:spMkLst>
        </pc:spChg>
        <pc:spChg chg="mod">
          <ac:chgData name="Jérémy  NICON" userId="94a6ae6d-3ccb-4b58-a804-76c2e74f6511" providerId="ADAL" clId="{931F5A44-9163-4FC9-8C22-E10649995436}" dt="2024-11-07T13:31:23.044" v="161" actId="1076"/>
          <ac:spMkLst>
            <pc:docMk/>
            <pc:sldMk cId="0" sldId="359"/>
            <ac:spMk id="25603" creationId="{13C6C287-B34F-F348-5554-C4DB6074D3E7}"/>
          </ac:spMkLst>
        </pc:spChg>
        <pc:spChg chg="mod">
          <ac:chgData name="Jérémy  NICON" userId="94a6ae6d-3ccb-4b58-a804-76c2e74f6511" providerId="ADAL" clId="{931F5A44-9163-4FC9-8C22-E10649995436}" dt="2024-11-07T13:31:23.044" v="161" actId="1076"/>
          <ac:spMkLst>
            <pc:docMk/>
            <pc:sldMk cId="0" sldId="359"/>
            <ac:spMk id="25604" creationId="{803C7484-82CD-6AC4-2D37-D161B3BD440B}"/>
          </ac:spMkLst>
        </pc:spChg>
      </pc:sldChg>
      <pc:sldChg chg="delSp modSp mod">
        <pc:chgData name="Jérémy  NICON" userId="94a6ae6d-3ccb-4b58-a804-76c2e74f6511" providerId="ADAL" clId="{931F5A44-9163-4FC9-8C22-E10649995436}" dt="2024-11-07T13:31:31.846" v="163" actId="1076"/>
        <pc:sldMkLst>
          <pc:docMk/>
          <pc:sldMk cId="0" sldId="360"/>
        </pc:sldMkLst>
        <pc:spChg chg="del">
          <ac:chgData name="Jérémy  NICON" userId="94a6ae6d-3ccb-4b58-a804-76c2e74f6511" providerId="ADAL" clId="{931F5A44-9163-4FC9-8C22-E10649995436}" dt="2024-11-07T13:31:26.793" v="162" actId="478"/>
          <ac:spMkLst>
            <pc:docMk/>
            <pc:sldMk cId="0" sldId="360"/>
            <ac:spMk id="2" creationId="{273292A9-AD1E-2756-E6FE-B0D26469D72D}"/>
          </ac:spMkLst>
        </pc:spChg>
        <pc:spChg chg="mod">
          <ac:chgData name="Jérémy  NICON" userId="94a6ae6d-3ccb-4b58-a804-76c2e74f6511" providerId="ADAL" clId="{931F5A44-9163-4FC9-8C22-E10649995436}" dt="2024-11-07T13:31:31.846" v="163" actId="1076"/>
          <ac:spMkLst>
            <pc:docMk/>
            <pc:sldMk cId="0" sldId="360"/>
            <ac:spMk id="26627" creationId="{71CDD42E-6F0D-1058-ADF1-537B9D0AF60B}"/>
          </ac:spMkLst>
        </pc:spChg>
        <pc:spChg chg="mod">
          <ac:chgData name="Jérémy  NICON" userId="94a6ae6d-3ccb-4b58-a804-76c2e74f6511" providerId="ADAL" clId="{931F5A44-9163-4FC9-8C22-E10649995436}" dt="2024-11-07T13:31:31.846" v="163" actId="1076"/>
          <ac:spMkLst>
            <pc:docMk/>
            <pc:sldMk cId="0" sldId="360"/>
            <ac:spMk id="26628" creationId="{0695C56C-7C1A-4198-0186-2983A61C7E79}"/>
          </ac:spMkLst>
        </pc:spChg>
        <pc:spChg chg="mod">
          <ac:chgData name="Jérémy  NICON" userId="94a6ae6d-3ccb-4b58-a804-76c2e74f6511" providerId="ADAL" clId="{931F5A44-9163-4FC9-8C22-E10649995436}" dt="2024-11-07T13:31:31.846" v="163" actId="1076"/>
          <ac:spMkLst>
            <pc:docMk/>
            <pc:sldMk cId="0" sldId="360"/>
            <ac:spMk id="26629" creationId="{BF7E7E55-2962-90E7-14D4-D0D36C0B0AD7}"/>
          </ac:spMkLst>
        </pc:spChg>
        <pc:spChg chg="mod">
          <ac:chgData name="Jérémy  NICON" userId="94a6ae6d-3ccb-4b58-a804-76c2e74f6511" providerId="ADAL" clId="{931F5A44-9163-4FC9-8C22-E10649995436}" dt="2024-11-07T13:31:31.846" v="163" actId="1076"/>
          <ac:spMkLst>
            <pc:docMk/>
            <pc:sldMk cId="0" sldId="360"/>
            <ac:spMk id="26630" creationId="{6E42EC06-82F1-04D9-7C28-CA224043F1B3}"/>
          </ac:spMkLst>
        </pc:spChg>
      </pc:sldChg>
      <pc:sldChg chg="delSp modSp mod">
        <pc:chgData name="Jérémy  NICON" userId="94a6ae6d-3ccb-4b58-a804-76c2e74f6511" providerId="ADAL" clId="{931F5A44-9163-4FC9-8C22-E10649995436}" dt="2024-11-07T13:31:40.497" v="165" actId="1076"/>
        <pc:sldMkLst>
          <pc:docMk/>
          <pc:sldMk cId="0" sldId="361"/>
        </pc:sldMkLst>
        <pc:spChg chg="del">
          <ac:chgData name="Jérémy  NICON" userId="94a6ae6d-3ccb-4b58-a804-76c2e74f6511" providerId="ADAL" clId="{931F5A44-9163-4FC9-8C22-E10649995436}" dt="2024-11-07T13:31:37.029" v="164" actId="478"/>
          <ac:spMkLst>
            <pc:docMk/>
            <pc:sldMk cId="0" sldId="361"/>
            <ac:spMk id="2" creationId="{DC99CF18-8679-3319-56DD-915EEE48A378}"/>
          </ac:spMkLst>
        </pc:spChg>
        <pc:spChg chg="mod">
          <ac:chgData name="Jérémy  NICON" userId="94a6ae6d-3ccb-4b58-a804-76c2e74f6511" providerId="ADAL" clId="{931F5A44-9163-4FC9-8C22-E10649995436}" dt="2024-11-07T13:31:40.497" v="165" actId="1076"/>
          <ac:spMkLst>
            <pc:docMk/>
            <pc:sldMk cId="0" sldId="361"/>
            <ac:spMk id="27651" creationId="{8C559A46-1D95-9905-C3A8-497FC195ABA9}"/>
          </ac:spMkLst>
        </pc:spChg>
        <pc:spChg chg="mod">
          <ac:chgData name="Jérémy  NICON" userId="94a6ae6d-3ccb-4b58-a804-76c2e74f6511" providerId="ADAL" clId="{931F5A44-9163-4FC9-8C22-E10649995436}" dt="2024-11-07T13:31:40.497" v="165" actId="1076"/>
          <ac:spMkLst>
            <pc:docMk/>
            <pc:sldMk cId="0" sldId="361"/>
            <ac:spMk id="27652" creationId="{E20AE6B9-3E37-E177-5E37-836AD31B95EA}"/>
          </ac:spMkLst>
        </pc:spChg>
        <pc:spChg chg="mod">
          <ac:chgData name="Jérémy  NICON" userId="94a6ae6d-3ccb-4b58-a804-76c2e74f6511" providerId="ADAL" clId="{931F5A44-9163-4FC9-8C22-E10649995436}" dt="2024-11-07T13:31:40.497" v="165" actId="1076"/>
          <ac:spMkLst>
            <pc:docMk/>
            <pc:sldMk cId="0" sldId="361"/>
            <ac:spMk id="27653" creationId="{3AA9B32C-203E-02C3-EB96-50ADBC2192A8}"/>
          </ac:spMkLst>
        </pc:spChg>
        <pc:spChg chg="mod">
          <ac:chgData name="Jérémy  NICON" userId="94a6ae6d-3ccb-4b58-a804-76c2e74f6511" providerId="ADAL" clId="{931F5A44-9163-4FC9-8C22-E10649995436}" dt="2024-11-07T13:31:40.497" v="165" actId="1076"/>
          <ac:spMkLst>
            <pc:docMk/>
            <pc:sldMk cId="0" sldId="361"/>
            <ac:spMk id="27654" creationId="{9B001F54-C3DA-AE01-AB44-DA2F57176C59}"/>
          </ac:spMkLst>
        </pc:spChg>
        <pc:spChg chg="mod">
          <ac:chgData name="Jérémy  NICON" userId="94a6ae6d-3ccb-4b58-a804-76c2e74f6511" providerId="ADAL" clId="{931F5A44-9163-4FC9-8C22-E10649995436}" dt="2024-11-07T13:31:40.497" v="165" actId="1076"/>
          <ac:spMkLst>
            <pc:docMk/>
            <pc:sldMk cId="0" sldId="361"/>
            <ac:spMk id="27655" creationId="{067841CA-7173-5AFA-AD80-91C9D95A57F0}"/>
          </ac:spMkLst>
        </pc:spChg>
        <pc:spChg chg="mod">
          <ac:chgData name="Jérémy  NICON" userId="94a6ae6d-3ccb-4b58-a804-76c2e74f6511" providerId="ADAL" clId="{931F5A44-9163-4FC9-8C22-E10649995436}" dt="2024-11-07T13:31:40.497" v="165" actId="1076"/>
          <ac:spMkLst>
            <pc:docMk/>
            <pc:sldMk cId="0" sldId="361"/>
            <ac:spMk id="27656" creationId="{54725B55-2E5E-8B08-AC58-75B694FF0551}"/>
          </ac:spMkLst>
        </pc:spChg>
        <pc:spChg chg="mod">
          <ac:chgData name="Jérémy  NICON" userId="94a6ae6d-3ccb-4b58-a804-76c2e74f6511" providerId="ADAL" clId="{931F5A44-9163-4FC9-8C22-E10649995436}" dt="2024-11-07T13:31:40.497" v="165" actId="1076"/>
          <ac:spMkLst>
            <pc:docMk/>
            <pc:sldMk cId="0" sldId="361"/>
            <ac:spMk id="27657" creationId="{9F354850-17B3-3A5B-D4E0-7182297B8CFF}"/>
          </ac:spMkLst>
        </pc:spChg>
      </pc:sldChg>
      <pc:sldChg chg="delSp modSp mod">
        <pc:chgData name="Jérémy  NICON" userId="94a6ae6d-3ccb-4b58-a804-76c2e74f6511" providerId="ADAL" clId="{931F5A44-9163-4FC9-8C22-E10649995436}" dt="2024-11-07T13:31:54.564" v="169" actId="1076"/>
        <pc:sldMkLst>
          <pc:docMk/>
          <pc:sldMk cId="0" sldId="362"/>
        </pc:sldMkLst>
        <pc:spChg chg="del">
          <ac:chgData name="Jérémy  NICON" userId="94a6ae6d-3ccb-4b58-a804-76c2e74f6511" providerId="ADAL" clId="{931F5A44-9163-4FC9-8C22-E10649995436}" dt="2024-11-07T13:31:44.394" v="166" actId="478"/>
          <ac:spMkLst>
            <pc:docMk/>
            <pc:sldMk cId="0" sldId="362"/>
            <ac:spMk id="2" creationId="{060E7069-8234-2D19-6F23-A4F006C2791F}"/>
          </ac:spMkLst>
        </pc:spChg>
        <pc:spChg chg="mod">
          <ac:chgData name="Jérémy  NICON" userId="94a6ae6d-3ccb-4b58-a804-76c2e74f6511" providerId="ADAL" clId="{931F5A44-9163-4FC9-8C22-E10649995436}" dt="2024-11-07T13:31:54.564" v="169" actId="1076"/>
          <ac:spMkLst>
            <pc:docMk/>
            <pc:sldMk cId="0" sldId="362"/>
            <ac:spMk id="28674" creationId="{153BC782-35F1-92FD-5283-C2968E5A0F4A}"/>
          </ac:spMkLst>
        </pc:spChg>
        <pc:spChg chg="mod">
          <ac:chgData name="Jérémy  NICON" userId="94a6ae6d-3ccb-4b58-a804-76c2e74f6511" providerId="ADAL" clId="{931F5A44-9163-4FC9-8C22-E10649995436}" dt="2024-11-07T13:31:54.564" v="169" actId="1076"/>
          <ac:spMkLst>
            <pc:docMk/>
            <pc:sldMk cId="0" sldId="362"/>
            <ac:spMk id="28676" creationId="{62A3357A-2DF9-36D1-8064-898DF9DC165C}"/>
          </ac:spMkLst>
        </pc:spChg>
        <pc:spChg chg="mod">
          <ac:chgData name="Jérémy  NICON" userId="94a6ae6d-3ccb-4b58-a804-76c2e74f6511" providerId="ADAL" clId="{931F5A44-9163-4FC9-8C22-E10649995436}" dt="2024-11-07T13:31:54.564" v="169" actId="1076"/>
          <ac:spMkLst>
            <pc:docMk/>
            <pc:sldMk cId="0" sldId="362"/>
            <ac:spMk id="28677" creationId="{69206AED-C55E-339C-54EE-8F2B6A115C0A}"/>
          </ac:spMkLst>
        </pc:spChg>
        <pc:spChg chg="mod">
          <ac:chgData name="Jérémy  NICON" userId="94a6ae6d-3ccb-4b58-a804-76c2e74f6511" providerId="ADAL" clId="{931F5A44-9163-4FC9-8C22-E10649995436}" dt="2024-11-07T13:31:54.564" v="169" actId="1076"/>
          <ac:spMkLst>
            <pc:docMk/>
            <pc:sldMk cId="0" sldId="362"/>
            <ac:spMk id="28678" creationId="{37A3D65B-700A-9D6C-75B3-47E2C167ABD2}"/>
          </ac:spMkLst>
        </pc:spChg>
        <pc:spChg chg="mod">
          <ac:chgData name="Jérémy  NICON" userId="94a6ae6d-3ccb-4b58-a804-76c2e74f6511" providerId="ADAL" clId="{931F5A44-9163-4FC9-8C22-E10649995436}" dt="2024-11-07T13:31:54.564" v="169" actId="1076"/>
          <ac:spMkLst>
            <pc:docMk/>
            <pc:sldMk cId="0" sldId="362"/>
            <ac:spMk id="28681" creationId="{10169447-FC33-B0DD-8656-3D5487B45C75}"/>
          </ac:spMkLst>
        </pc:spChg>
        <pc:spChg chg="mod">
          <ac:chgData name="Jérémy  NICON" userId="94a6ae6d-3ccb-4b58-a804-76c2e74f6511" providerId="ADAL" clId="{931F5A44-9163-4FC9-8C22-E10649995436}" dt="2024-11-07T13:31:54.564" v="169" actId="1076"/>
          <ac:spMkLst>
            <pc:docMk/>
            <pc:sldMk cId="0" sldId="362"/>
            <ac:spMk id="28682" creationId="{5554D838-A19C-86D4-47C3-5A01908AF96A}"/>
          </ac:spMkLst>
        </pc:spChg>
        <pc:picChg chg="mod">
          <ac:chgData name="Jérémy  NICON" userId="94a6ae6d-3ccb-4b58-a804-76c2e74f6511" providerId="ADAL" clId="{931F5A44-9163-4FC9-8C22-E10649995436}" dt="2024-11-07T13:31:54.564" v="169" actId="1076"/>
          <ac:picMkLst>
            <pc:docMk/>
            <pc:sldMk cId="0" sldId="362"/>
            <ac:picMk id="28679" creationId="{D60D9E1D-ABFF-39D9-5729-A2F13DD0890D}"/>
          </ac:picMkLst>
        </pc:picChg>
        <pc:picChg chg="mod">
          <ac:chgData name="Jérémy  NICON" userId="94a6ae6d-3ccb-4b58-a804-76c2e74f6511" providerId="ADAL" clId="{931F5A44-9163-4FC9-8C22-E10649995436}" dt="2024-11-07T13:31:54.564" v="169" actId="1076"/>
          <ac:picMkLst>
            <pc:docMk/>
            <pc:sldMk cId="0" sldId="362"/>
            <ac:picMk id="28680" creationId="{A61A3216-863E-61A2-6FB3-4A8BF6DD8AED}"/>
          </ac:picMkLst>
        </pc:picChg>
      </pc:sldChg>
      <pc:sldChg chg="delSp modSp mod">
        <pc:chgData name="Jérémy  NICON" userId="94a6ae6d-3ccb-4b58-a804-76c2e74f6511" providerId="ADAL" clId="{931F5A44-9163-4FC9-8C22-E10649995436}" dt="2024-11-07T13:32:08.459" v="171" actId="1076"/>
        <pc:sldMkLst>
          <pc:docMk/>
          <pc:sldMk cId="0" sldId="364"/>
        </pc:sldMkLst>
        <pc:spChg chg="del">
          <ac:chgData name="Jérémy  NICON" userId="94a6ae6d-3ccb-4b58-a804-76c2e74f6511" providerId="ADAL" clId="{931F5A44-9163-4FC9-8C22-E10649995436}" dt="2024-11-07T13:32:04.699" v="170" actId="478"/>
          <ac:spMkLst>
            <pc:docMk/>
            <pc:sldMk cId="0" sldId="364"/>
            <ac:spMk id="2" creationId="{29C108E3-21A9-CF33-6E24-E134B050C30F}"/>
          </ac:spMkLst>
        </pc:spChg>
        <pc:spChg chg="mod">
          <ac:chgData name="Jérémy  NICON" userId="94a6ae6d-3ccb-4b58-a804-76c2e74f6511" providerId="ADAL" clId="{931F5A44-9163-4FC9-8C22-E10649995436}" dt="2024-11-07T13:32:08.459" v="171" actId="1076"/>
          <ac:spMkLst>
            <pc:docMk/>
            <pc:sldMk cId="0" sldId="364"/>
            <ac:spMk id="30723" creationId="{62FA437A-858F-760A-029B-045B18274A5C}"/>
          </ac:spMkLst>
        </pc:spChg>
        <pc:spChg chg="mod">
          <ac:chgData name="Jérémy  NICON" userId="94a6ae6d-3ccb-4b58-a804-76c2e74f6511" providerId="ADAL" clId="{931F5A44-9163-4FC9-8C22-E10649995436}" dt="2024-11-07T13:32:08.459" v="171" actId="1076"/>
          <ac:spMkLst>
            <pc:docMk/>
            <pc:sldMk cId="0" sldId="364"/>
            <ac:spMk id="30724" creationId="{B82F0CFF-CB4E-A97A-8675-5E08B1E2757A}"/>
          </ac:spMkLst>
        </pc:spChg>
        <pc:spChg chg="mod">
          <ac:chgData name="Jérémy  NICON" userId="94a6ae6d-3ccb-4b58-a804-76c2e74f6511" providerId="ADAL" clId="{931F5A44-9163-4FC9-8C22-E10649995436}" dt="2024-11-07T13:32:08.459" v="171" actId="1076"/>
          <ac:spMkLst>
            <pc:docMk/>
            <pc:sldMk cId="0" sldId="364"/>
            <ac:spMk id="30725" creationId="{21815CE3-F229-9997-ADCF-E2E5B1713536}"/>
          </ac:spMkLst>
        </pc:spChg>
        <pc:spChg chg="mod">
          <ac:chgData name="Jérémy  NICON" userId="94a6ae6d-3ccb-4b58-a804-76c2e74f6511" providerId="ADAL" clId="{931F5A44-9163-4FC9-8C22-E10649995436}" dt="2024-11-07T13:32:08.459" v="171" actId="1076"/>
          <ac:spMkLst>
            <pc:docMk/>
            <pc:sldMk cId="0" sldId="364"/>
            <ac:spMk id="30726" creationId="{D3056436-F93F-6FD5-2037-54386CA08590}"/>
          </ac:spMkLst>
        </pc:spChg>
        <pc:spChg chg="mod">
          <ac:chgData name="Jérémy  NICON" userId="94a6ae6d-3ccb-4b58-a804-76c2e74f6511" providerId="ADAL" clId="{931F5A44-9163-4FC9-8C22-E10649995436}" dt="2024-11-07T13:32:08.459" v="171" actId="1076"/>
          <ac:spMkLst>
            <pc:docMk/>
            <pc:sldMk cId="0" sldId="364"/>
            <ac:spMk id="30728" creationId="{5CE95AB7-1928-A82D-DCA8-EF3F12D96F2F}"/>
          </ac:spMkLst>
        </pc:spChg>
        <pc:spChg chg="mod">
          <ac:chgData name="Jérémy  NICON" userId="94a6ae6d-3ccb-4b58-a804-76c2e74f6511" providerId="ADAL" clId="{931F5A44-9163-4FC9-8C22-E10649995436}" dt="2024-11-07T13:32:08.459" v="171" actId="1076"/>
          <ac:spMkLst>
            <pc:docMk/>
            <pc:sldMk cId="0" sldId="364"/>
            <ac:spMk id="30729" creationId="{148597D5-0D54-783D-55F4-DA1369278800}"/>
          </ac:spMkLst>
        </pc:spChg>
        <pc:picChg chg="mod">
          <ac:chgData name="Jérémy  NICON" userId="94a6ae6d-3ccb-4b58-a804-76c2e74f6511" providerId="ADAL" clId="{931F5A44-9163-4FC9-8C22-E10649995436}" dt="2024-11-07T13:32:08.459" v="171" actId="1076"/>
          <ac:picMkLst>
            <pc:docMk/>
            <pc:sldMk cId="0" sldId="364"/>
            <ac:picMk id="30727" creationId="{3CBE616E-1285-3692-DAB7-1DBB4940BC68}"/>
          </ac:picMkLst>
        </pc:picChg>
      </pc:sldChg>
      <pc:sldChg chg="delSp modSp mod">
        <pc:chgData name="Jérémy  NICON" userId="94a6ae6d-3ccb-4b58-a804-76c2e74f6511" providerId="ADAL" clId="{931F5A44-9163-4FC9-8C22-E10649995436}" dt="2024-11-07T13:32:19.428" v="173" actId="1076"/>
        <pc:sldMkLst>
          <pc:docMk/>
          <pc:sldMk cId="0" sldId="365"/>
        </pc:sldMkLst>
        <pc:spChg chg="del">
          <ac:chgData name="Jérémy  NICON" userId="94a6ae6d-3ccb-4b58-a804-76c2e74f6511" providerId="ADAL" clId="{931F5A44-9163-4FC9-8C22-E10649995436}" dt="2024-11-07T13:32:15.742" v="172" actId="478"/>
          <ac:spMkLst>
            <pc:docMk/>
            <pc:sldMk cId="0" sldId="365"/>
            <ac:spMk id="2" creationId="{D54F3EAA-EB7B-C5C4-7989-DB4DA8C86396}"/>
          </ac:spMkLst>
        </pc:spChg>
        <pc:spChg chg="mod">
          <ac:chgData name="Jérémy  NICON" userId="94a6ae6d-3ccb-4b58-a804-76c2e74f6511" providerId="ADAL" clId="{931F5A44-9163-4FC9-8C22-E10649995436}" dt="2024-11-07T13:32:19.428" v="173" actId="1076"/>
          <ac:spMkLst>
            <pc:docMk/>
            <pc:sldMk cId="0" sldId="365"/>
            <ac:spMk id="31747" creationId="{B60497E0-CA6E-3BAC-D755-F22AB2F9289C}"/>
          </ac:spMkLst>
        </pc:spChg>
        <pc:spChg chg="mod">
          <ac:chgData name="Jérémy  NICON" userId="94a6ae6d-3ccb-4b58-a804-76c2e74f6511" providerId="ADAL" clId="{931F5A44-9163-4FC9-8C22-E10649995436}" dt="2024-11-07T13:32:19.428" v="173" actId="1076"/>
          <ac:spMkLst>
            <pc:docMk/>
            <pc:sldMk cId="0" sldId="365"/>
            <ac:spMk id="31748" creationId="{A88A5070-77FF-6CE3-77B6-1949FA011E0D}"/>
          </ac:spMkLst>
        </pc:spChg>
        <pc:spChg chg="mod">
          <ac:chgData name="Jérémy  NICON" userId="94a6ae6d-3ccb-4b58-a804-76c2e74f6511" providerId="ADAL" clId="{931F5A44-9163-4FC9-8C22-E10649995436}" dt="2024-11-07T13:32:19.428" v="173" actId="1076"/>
          <ac:spMkLst>
            <pc:docMk/>
            <pc:sldMk cId="0" sldId="365"/>
            <ac:spMk id="31749" creationId="{3925BF15-9908-5674-F8E6-8E806FA54862}"/>
          </ac:spMkLst>
        </pc:spChg>
        <pc:spChg chg="mod">
          <ac:chgData name="Jérémy  NICON" userId="94a6ae6d-3ccb-4b58-a804-76c2e74f6511" providerId="ADAL" clId="{931F5A44-9163-4FC9-8C22-E10649995436}" dt="2024-11-07T13:32:19.428" v="173" actId="1076"/>
          <ac:spMkLst>
            <pc:docMk/>
            <pc:sldMk cId="0" sldId="365"/>
            <ac:spMk id="31751" creationId="{F00AC433-AF49-35B7-46B0-FFFDCFC71A1E}"/>
          </ac:spMkLst>
        </pc:spChg>
        <pc:spChg chg="mod">
          <ac:chgData name="Jérémy  NICON" userId="94a6ae6d-3ccb-4b58-a804-76c2e74f6511" providerId="ADAL" clId="{931F5A44-9163-4FC9-8C22-E10649995436}" dt="2024-11-07T13:32:19.428" v="173" actId="1076"/>
          <ac:spMkLst>
            <pc:docMk/>
            <pc:sldMk cId="0" sldId="365"/>
            <ac:spMk id="31752" creationId="{47D0D99B-0A4A-31AD-F52B-7DD29DE04322}"/>
          </ac:spMkLst>
        </pc:spChg>
        <pc:spChg chg="mod">
          <ac:chgData name="Jérémy  NICON" userId="94a6ae6d-3ccb-4b58-a804-76c2e74f6511" providerId="ADAL" clId="{931F5A44-9163-4FC9-8C22-E10649995436}" dt="2024-11-07T13:32:19.428" v="173" actId="1076"/>
          <ac:spMkLst>
            <pc:docMk/>
            <pc:sldMk cId="0" sldId="365"/>
            <ac:spMk id="31753" creationId="{453B7BE0-E26F-A0DE-15C4-AFC4FE444F55}"/>
          </ac:spMkLst>
        </pc:spChg>
        <pc:picChg chg="mod">
          <ac:chgData name="Jérémy  NICON" userId="94a6ae6d-3ccb-4b58-a804-76c2e74f6511" providerId="ADAL" clId="{931F5A44-9163-4FC9-8C22-E10649995436}" dt="2024-11-07T13:32:19.428" v="173" actId="1076"/>
          <ac:picMkLst>
            <pc:docMk/>
            <pc:sldMk cId="0" sldId="365"/>
            <ac:picMk id="31750" creationId="{B9D036E2-E127-DCA5-0E3A-A1204C18B980}"/>
          </ac:picMkLst>
        </pc:picChg>
      </pc:sldChg>
      <pc:sldChg chg="delSp modSp mod">
        <pc:chgData name="Jérémy  NICON" userId="94a6ae6d-3ccb-4b58-a804-76c2e74f6511" providerId="ADAL" clId="{931F5A44-9163-4FC9-8C22-E10649995436}" dt="2024-11-07T13:32:33.908" v="175" actId="1076"/>
        <pc:sldMkLst>
          <pc:docMk/>
          <pc:sldMk cId="0" sldId="366"/>
        </pc:sldMkLst>
        <pc:spChg chg="del">
          <ac:chgData name="Jérémy  NICON" userId="94a6ae6d-3ccb-4b58-a804-76c2e74f6511" providerId="ADAL" clId="{931F5A44-9163-4FC9-8C22-E10649995436}" dt="2024-11-07T13:32:23.615" v="174" actId="478"/>
          <ac:spMkLst>
            <pc:docMk/>
            <pc:sldMk cId="0" sldId="366"/>
            <ac:spMk id="2" creationId="{1A1ECAA1-130D-6096-70B0-23639F8B8F3C}"/>
          </ac:spMkLst>
        </pc:spChg>
        <pc:spChg chg="mod">
          <ac:chgData name="Jérémy  NICON" userId="94a6ae6d-3ccb-4b58-a804-76c2e74f6511" providerId="ADAL" clId="{931F5A44-9163-4FC9-8C22-E10649995436}" dt="2024-11-07T13:32:33.908" v="175" actId="1076"/>
          <ac:spMkLst>
            <pc:docMk/>
            <pc:sldMk cId="0" sldId="366"/>
            <ac:spMk id="12" creationId="{B05AE9B1-1E3A-C2D5-9D4B-EC9C0151E81F}"/>
          </ac:spMkLst>
        </pc:spChg>
        <pc:spChg chg="mod">
          <ac:chgData name="Jérémy  NICON" userId="94a6ae6d-3ccb-4b58-a804-76c2e74f6511" providerId="ADAL" clId="{931F5A44-9163-4FC9-8C22-E10649995436}" dt="2024-11-07T13:32:33.908" v="175" actId="1076"/>
          <ac:spMkLst>
            <pc:docMk/>
            <pc:sldMk cId="0" sldId="366"/>
            <ac:spMk id="13" creationId="{F6941386-AEA8-848C-D4C2-E95D26F22C33}"/>
          </ac:spMkLst>
        </pc:spChg>
        <pc:spChg chg="mod">
          <ac:chgData name="Jérémy  NICON" userId="94a6ae6d-3ccb-4b58-a804-76c2e74f6511" providerId="ADAL" clId="{931F5A44-9163-4FC9-8C22-E10649995436}" dt="2024-11-07T13:32:33.908" v="175" actId="1076"/>
          <ac:spMkLst>
            <pc:docMk/>
            <pc:sldMk cId="0" sldId="366"/>
            <ac:spMk id="14" creationId="{08C7CC1D-39C1-EC9B-7B00-6D69AD50A1F4}"/>
          </ac:spMkLst>
        </pc:spChg>
        <pc:spChg chg="mod">
          <ac:chgData name="Jérémy  NICON" userId="94a6ae6d-3ccb-4b58-a804-76c2e74f6511" providerId="ADAL" clId="{931F5A44-9163-4FC9-8C22-E10649995436}" dt="2024-11-07T13:32:33.908" v="175" actId="1076"/>
          <ac:spMkLst>
            <pc:docMk/>
            <pc:sldMk cId="0" sldId="366"/>
            <ac:spMk id="18" creationId="{655AD500-A28E-463A-567D-3E3E23FA052A}"/>
          </ac:spMkLst>
        </pc:spChg>
        <pc:spChg chg="mod">
          <ac:chgData name="Jérémy  NICON" userId="94a6ae6d-3ccb-4b58-a804-76c2e74f6511" providerId="ADAL" clId="{931F5A44-9163-4FC9-8C22-E10649995436}" dt="2024-11-07T13:32:33.908" v="175" actId="1076"/>
          <ac:spMkLst>
            <pc:docMk/>
            <pc:sldMk cId="0" sldId="366"/>
            <ac:spMk id="19" creationId="{47F97F25-0413-4456-6631-E4488D1B34CF}"/>
          </ac:spMkLst>
        </pc:spChg>
        <pc:spChg chg="mod">
          <ac:chgData name="Jérémy  NICON" userId="94a6ae6d-3ccb-4b58-a804-76c2e74f6511" providerId="ADAL" clId="{931F5A44-9163-4FC9-8C22-E10649995436}" dt="2024-11-07T13:32:33.908" v="175" actId="1076"/>
          <ac:spMkLst>
            <pc:docMk/>
            <pc:sldMk cId="0" sldId="366"/>
            <ac:spMk id="32776" creationId="{1E774104-A5E0-2903-ED33-0D4729309753}"/>
          </ac:spMkLst>
        </pc:spChg>
        <pc:spChg chg="mod">
          <ac:chgData name="Jérémy  NICON" userId="94a6ae6d-3ccb-4b58-a804-76c2e74f6511" providerId="ADAL" clId="{931F5A44-9163-4FC9-8C22-E10649995436}" dt="2024-11-07T13:32:33.908" v="175" actId="1076"/>
          <ac:spMkLst>
            <pc:docMk/>
            <pc:sldMk cId="0" sldId="366"/>
            <ac:spMk id="32777" creationId="{18C18EF2-9BFE-9687-E382-7CDCA935F0CE}"/>
          </ac:spMkLst>
        </pc:spChg>
        <pc:spChg chg="mod">
          <ac:chgData name="Jérémy  NICON" userId="94a6ae6d-3ccb-4b58-a804-76c2e74f6511" providerId="ADAL" clId="{931F5A44-9163-4FC9-8C22-E10649995436}" dt="2024-11-07T13:32:33.908" v="175" actId="1076"/>
          <ac:spMkLst>
            <pc:docMk/>
            <pc:sldMk cId="0" sldId="366"/>
            <ac:spMk id="32788" creationId="{D8EA15EC-E51F-4874-3B5F-55F1F56F5CFF}"/>
          </ac:spMkLst>
        </pc:spChg>
        <pc:picChg chg="mod">
          <ac:chgData name="Jérémy  NICON" userId="94a6ae6d-3ccb-4b58-a804-76c2e74f6511" providerId="ADAL" clId="{931F5A44-9163-4FC9-8C22-E10649995436}" dt="2024-11-07T13:32:33.908" v="175" actId="1076"/>
          <ac:picMkLst>
            <pc:docMk/>
            <pc:sldMk cId="0" sldId="366"/>
            <ac:picMk id="4" creationId="{75AB0FDE-AE21-2B30-6C6A-83E10FA9523A}"/>
          </ac:picMkLst>
        </pc:picChg>
        <pc:picChg chg="mod">
          <ac:chgData name="Jérémy  NICON" userId="94a6ae6d-3ccb-4b58-a804-76c2e74f6511" providerId="ADAL" clId="{931F5A44-9163-4FC9-8C22-E10649995436}" dt="2024-11-07T13:32:33.908" v="175" actId="1076"/>
          <ac:picMkLst>
            <pc:docMk/>
            <pc:sldMk cId="0" sldId="366"/>
            <ac:picMk id="6" creationId="{6BAB9C6D-D969-FF89-C02B-ACAB37104F2C}"/>
          </ac:picMkLst>
        </pc:picChg>
        <pc:picChg chg="mod">
          <ac:chgData name="Jérémy  NICON" userId="94a6ae6d-3ccb-4b58-a804-76c2e74f6511" providerId="ADAL" clId="{931F5A44-9163-4FC9-8C22-E10649995436}" dt="2024-11-07T13:32:33.908" v="175" actId="1076"/>
          <ac:picMkLst>
            <pc:docMk/>
            <pc:sldMk cId="0" sldId="366"/>
            <ac:picMk id="7" creationId="{F0DE1F91-9D88-D6F5-DE49-D6B89C569910}"/>
          </ac:picMkLst>
        </pc:picChg>
        <pc:picChg chg="mod">
          <ac:chgData name="Jérémy  NICON" userId="94a6ae6d-3ccb-4b58-a804-76c2e74f6511" providerId="ADAL" clId="{931F5A44-9163-4FC9-8C22-E10649995436}" dt="2024-11-07T13:32:33.908" v="175" actId="1076"/>
          <ac:picMkLst>
            <pc:docMk/>
            <pc:sldMk cId="0" sldId="366"/>
            <ac:picMk id="21" creationId="{FBCD3988-687C-D0E0-B986-05CCEBF0A40F}"/>
          </ac:picMkLst>
        </pc:picChg>
        <pc:picChg chg="mod">
          <ac:chgData name="Jérémy  NICON" userId="94a6ae6d-3ccb-4b58-a804-76c2e74f6511" providerId="ADAL" clId="{931F5A44-9163-4FC9-8C22-E10649995436}" dt="2024-11-07T13:32:33.908" v="175" actId="1076"/>
          <ac:picMkLst>
            <pc:docMk/>
            <pc:sldMk cId="0" sldId="366"/>
            <ac:picMk id="22" creationId="{163F601E-C8C3-5CED-3947-DB965ACBDFD4}"/>
          </ac:picMkLst>
        </pc:picChg>
        <pc:picChg chg="mod">
          <ac:chgData name="Jérémy  NICON" userId="94a6ae6d-3ccb-4b58-a804-76c2e74f6511" providerId="ADAL" clId="{931F5A44-9163-4FC9-8C22-E10649995436}" dt="2024-11-07T13:32:33.908" v="175" actId="1076"/>
          <ac:picMkLst>
            <pc:docMk/>
            <pc:sldMk cId="0" sldId="366"/>
            <ac:picMk id="32774" creationId="{C903171D-6538-BB10-A5E3-1242BEE2DEF7}"/>
          </ac:picMkLst>
        </pc:picChg>
        <pc:picChg chg="mod">
          <ac:chgData name="Jérémy  NICON" userId="94a6ae6d-3ccb-4b58-a804-76c2e74f6511" providerId="ADAL" clId="{931F5A44-9163-4FC9-8C22-E10649995436}" dt="2024-11-07T13:32:33.908" v="175" actId="1076"/>
          <ac:picMkLst>
            <pc:docMk/>
            <pc:sldMk cId="0" sldId="366"/>
            <ac:picMk id="32775" creationId="{032F26CC-5C8C-913D-FD6E-10DE95F66EC6}"/>
          </ac:picMkLst>
        </pc:picChg>
        <pc:picChg chg="mod">
          <ac:chgData name="Jérémy  NICON" userId="94a6ae6d-3ccb-4b58-a804-76c2e74f6511" providerId="ADAL" clId="{931F5A44-9163-4FC9-8C22-E10649995436}" dt="2024-11-07T13:32:33.908" v="175" actId="1076"/>
          <ac:picMkLst>
            <pc:docMk/>
            <pc:sldMk cId="0" sldId="366"/>
            <ac:picMk id="32789" creationId="{6A688459-A18B-4418-0CFC-410F666B8062}"/>
          </ac:picMkLst>
        </pc:picChg>
        <pc:cxnChg chg="mod">
          <ac:chgData name="Jérémy  NICON" userId="94a6ae6d-3ccb-4b58-a804-76c2e74f6511" providerId="ADAL" clId="{931F5A44-9163-4FC9-8C22-E10649995436}" dt="2024-11-07T13:32:33.908" v="175" actId="1076"/>
          <ac:cxnSpMkLst>
            <pc:docMk/>
            <pc:sldMk cId="0" sldId="366"/>
            <ac:cxnSpMk id="15" creationId="{150D3BA1-F38A-7693-39D6-4FE0CD76A3A7}"/>
          </ac:cxnSpMkLst>
        </pc:cxnChg>
        <pc:cxnChg chg="mod">
          <ac:chgData name="Jérémy  NICON" userId="94a6ae6d-3ccb-4b58-a804-76c2e74f6511" providerId="ADAL" clId="{931F5A44-9163-4FC9-8C22-E10649995436}" dt="2024-11-07T13:32:33.908" v="175" actId="1076"/>
          <ac:cxnSpMkLst>
            <pc:docMk/>
            <pc:sldMk cId="0" sldId="366"/>
            <ac:cxnSpMk id="16" creationId="{7A678E51-B3C3-25CD-8AA2-AC089C4930D5}"/>
          </ac:cxnSpMkLst>
        </pc:cxnChg>
        <pc:cxnChg chg="mod">
          <ac:chgData name="Jérémy  NICON" userId="94a6ae6d-3ccb-4b58-a804-76c2e74f6511" providerId="ADAL" clId="{931F5A44-9163-4FC9-8C22-E10649995436}" dt="2024-11-07T13:32:33.908" v="175" actId="1076"/>
          <ac:cxnSpMkLst>
            <pc:docMk/>
            <pc:sldMk cId="0" sldId="366"/>
            <ac:cxnSpMk id="17" creationId="{5A488E83-A127-45E2-E7B7-70F5AE291642}"/>
          </ac:cxnSpMkLst>
        </pc:cxnChg>
      </pc:sldChg>
      <pc:sldChg chg="addSp delSp modSp mod modClrScheme chgLayout">
        <pc:chgData name="Jérémy  NICON" userId="94a6ae6d-3ccb-4b58-a804-76c2e74f6511" providerId="ADAL" clId="{931F5A44-9163-4FC9-8C22-E10649995436}" dt="2024-11-07T13:33:00.436" v="181" actId="1076"/>
        <pc:sldMkLst>
          <pc:docMk/>
          <pc:sldMk cId="0" sldId="367"/>
        </pc:sldMkLst>
        <pc:spChg chg="del">
          <ac:chgData name="Jérémy  NICON" userId="94a6ae6d-3ccb-4b58-a804-76c2e74f6511" providerId="ADAL" clId="{931F5A44-9163-4FC9-8C22-E10649995436}" dt="2024-11-07T13:32:39.250" v="176" actId="478"/>
          <ac:spMkLst>
            <pc:docMk/>
            <pc:sldMk cId="0" sldId="367"/>
            <ac:spMk id="2" creationId="{CAA87A76-2E8E-428E-BF28-80D4B7F3612D}"/>
          </ac:spMkLst>
        </pc:spChg>
        <pc:spChg chg="add del mod ord">
          <ac:chgData name="Jérémy  NICON" userId="94a6ae6d-3ccb-4b58-a804-76c2e74f6511" providerId="ADAL" clId="{931F5A44-9163-4FC9-8C22-E10649995436}" dt="2024-11-07T13:32:54.695" v="179" actId="478"/>
          <ac:spMkLst>
            <pc:docMk/>
            <pc:sldMk cId="0" sldId="367"/>
            <ac:spMk id="3" creationId="{DCC957E0-460F-892D-FC30-1B6198FDC453}"/>
          </ac:spMkLst>
        </pc:spChg>
        <pc:spChg chg="add mod ord">
          <ac:chgData name="Jérémy  NICON" userId="94a6ae6d-3ccb-4b58-a804-76c2e74f6511" providerId="ADAL" clId="{931F5A44-9163-4FC9-8C22-E10649995436}" dt="2024-11-07T13:32:49.755" v="177" actId="700"/>
          <ac:spMkLst>
            <pc:docMk/>
            <pc:sldMk cId="0" sldId="367"/>
            <ac:spMk id="4" creationId="{BFB16578-3654-51F3-7D06-96CBDD94D3CB}"/>
          </ac:spMkLst>
        </pc:spChg>
        <pc:spChg chg="add del mod ord">
          <ac:chgData name="Jérémy  NICON" userId="94a6ae6d-3ccb-4b58-a804-76c2e74f6511" providerId="ADAL" clId="{931F5A44-9163-4FC9-8C22-E10649995436}" dt="2024-11-07T13:32:52.522" v="178" actId="478"/>
          <ac:spMkLst>
            <pc:docMk/>
            <pc:sldMk cId="0" sldId="367"/>
            <ac:spMk id="5" creationId="{B7D5FE64-BDBD-F82D-BD16-003EBE82CD37}"/>
          </ac:spMkLst>
        </pc:spChg>
        <pc:spChg chg="mod">
          <ac:chgData name="Jérémy  NICON" userId="94a6ae6d-3ccb-4b58-a804-76c2e74f6511" providerId="ADAL" clId="{931F5A44-9163-4FC9-8C22-E10649995436}" dt="2024-11-07T13:33:00.436" v="181" actId="1076"/>
          <ac:spMkLst>
            <pc:docMk/>
            <pc:sldMk cId="0" sldId="367"/>
            <ac:spMk id="8" creationId="{790BC899-A671-7546-57CE-E3B8054E6A07}"/>
          </ac:spMkLst>
        </pc:spChg>
        <pc:spChg chg="mod ord">
          <ac:chgData name="Jérémy  NICON" userId="94a6ae6d-3ccb-4b58-a804-76c2e74f6511" providerId="ADAL" clId="{931F5A44-9163-4FC9-8C22-E10649995436}" dt="2024-11-07T13:32:49.755" v="177" actId="700"/>
          <ac:spMkLst>
            <pc:docMk/>
            <pc:sldMk cId="0" sldId="367"/>
            <ac:spMk id="33795" creationId="{06B07D85-F1BA-062C-486E-8EEC69A335DD}"/>
          </ac:spMkLst>
        </pc:spChg>
      </pc:sldChg>
      <pc:sldChg chg="addSp delSp modSp mod modClrScheme chgLayout">
        <pc:chgData name="Jérémy  NICON" userId="94a6ae6d-3ccb-4b58-a804-76c2e74f6511" providerId="ADAL" clId="{931F5A44-9163-4FC9-8C22-E10649995436}" dt="2024-11-07T13:58:50.766" v="203" actId="1076"/>
        <pc:sldMkLst>
          <pc:docMk/>
          <pc:sldMk cId="0" sldId="368"/>
        </pc:sldMkLst>
        <pc:spChg chg="del mod ord">
          <ac:chgData name="Jérémy  NICON" userId="94a6ae6d-3ccb-4b58-a804-76c2e74f6511" providerId="ADAL" clId="{931F5A44-9163-4FC9-8C22-E10649995436}" dt="2024-11-07T13:58:11.592" v="182" actId="700"/>
          <ac:spMkLst>
            <pc:docMk/>
            <pc:sldMk cId="0" sldId="368"/>
            <ac:spMk id="2" creationId="{2D7230D9-08DA-F796-E2AD-B6D95EBE31C2}"/>
          </ac:spMkLst>
        </pc:spChg>
        <pc:spChg chg="del mod ord">
          <ac:chgData name="Jérémy  NICON" userId="94a6ae6d-3ccb-4b58-a804-76c2e74f6511" providerId="ADAL" clId="{931F5A44-9163-4FC9-8C22-E10649995436}" dt="2024-11-07T13:58:11.592" v="182" actId="700"/>
          <ac:spMkLst>
            <pc:docMk/>
            <pc:sldMk cId="0" sldId="368"/>
            <ac:spMk id="3" creationId="{B3CFC440-A3CD-E862-64AB-E9B3D094EF98}"/>
          </ac:spMkLst>
        </pc:spChg>
        <pc:spChg chg="add del mod ord">
          <ac:chgData name="Jérémy  NICON" userId="94a6ae6d-3ccb-4b58-a804-76c2e74f6511" providerId="ADAL" clId="{931F5A44-9163-4FC9-8C22-E10649995436}" dt="2024-11-07T13:58:16.808" v="183" actId="478"/>
          <ac:spMkLst>
            <pc:docMk/>
            <pc:sldMk cId="0" sldId="368"/>
            <ac:spMk id="4" creationId="{A9DE003B-3153-2B5A-F512-9EC6B47C1599}"/>
          </ac:spMkLst>
        </pc:spChg>
        <pc:spChg chg="add del mod ord">
          <ac:chgData name="Jérémy  NICON" userId="94a6ae6d-3ccb-4b58-a804-76c2e74f6511" providerId="ADAL" clId="{931F5A44-9163-4FC9-8C22-E10649995436}" dt="2024-11-07T13:58:18.811" v="184" actId="478"/>
          <ac:spMkLst>
            <pc:docMk/>
            <pc:sldMk cId="0" sldId="368"/>
            <ac:spMk id="5" creationId="{161933A5-7784-1A91-A96D-CCAA8F5D2381}"/>
          </ac:spMkLst>
        </pc:spChg>
        <pc:spChg chg="mod">
          <ac:chgData name="Jérémy  NICON" userId="94a6ae6d-3ccb-4b58-a804-76c2e74f6511" providerId="ADAL" clId="{931F5A44-9163-4FC9-8C22-E10649995436}" dt="2024-11-07T13:58:50.766" v="203" actId="1076"/>
          <ac:spMkLst>
            <pc:docMk/>
            <pc:sldMk cId="0" sldId="368"/>
            <ac:spMk id="5122" creationId="{7AF97E34-04C5-E35F-63DA-C3C4BD430B00}"/>
          </ac:spMkLst>
        </pc:spChg>
      </pc:sldChg>
      <pc:sldChg chg="modSp mod">
        <pc:chgData name="Jérémy  NICON" userId="94a6ae6d-3ccb-4b58-a804-76c2e74f6511" providerId="ADAL" clId="{931F5A44-9163-4FC9-8C22-E10649995436}" dt="2024-11-07T13:59:00.665" v="204" actId="14100"/>
        <pc:sldMkLst>
          <pc:docMk/>
          <pc:sldMk cId="0" sldId="370"/>
        </pc:sldMkLst>
        <pc:spChg chg="mod">
          <ac:chgData name="Jérémy  NICON" userId="94a6ae6d-3ccb-4b58-a804-76c2e74f6511" providerId="ADAL" clId="{931F5A44-9163-4FC9-8C22-E10649995436}" dt="2024-11-07T13:59:00.665" v="204" actId="14100"/>
          <ac:spMkLst>
            <pc:docMk/>
            <pc:sldMk cId="0" sldId="370"/>
            <ac:spMk id="7170" creationId="{A242BE27-7942-260E-6C55-8F2EEA7A7126}"/>
          </ac:spMkLst>
        </pc:spChg>
      </pc:sldChg>
      <pc:sldChg chg="delSp modSp mod">
        <pc:chgData name="Jérémy  NICON" userId="94a6ae6d-3ccb-4b58-a804-76c2e74f6511" providerId="ADAL" clId="{931F5A44-9163-4FC9-8C22-E10649995436}" dt="2024-11-07T13:59:09.352" v="206" actId="1076"/>
        <pc:sldMkLst>
          <pc:docMk/>
          <pc:sldMk cId="0" sldId="371"/>
        </pc:sldMkLst>
        <pc:spChg chg="del">
          <ac:chgData name="Jérémy  NICON" userId="94a6ae6d-3ccb-4b58-a804-76c2e74f6511" providerId="ADAL" clId="{931F5A44-9163-4FC9-8C22-E10649995436}" dt="2024-11-07T13:59:04.553" v="205" actId="478"/>
          <ac:spMkLst>
            <pc:docMk/>
            <pc:sldMk cId="0" sldId="371"/>
            <ac:spMk id="2" creationId="{8F8F7CB7-30A9-3CD8-5289-2DE38F19784C}"/>
          </ac:spMkLst>
        </pc:spChg>
        <pc:spChg chg="mod">
          <ac:chgData name="Jérémy  NICON" userId="94a6ae6d-3ccb-4b58-a804-76c2e74f6511" providerId="ADAL" clId="{931F5A44-9163-4FC9-8C22-E10649995436}" dt="2024-11-07T13:59:09.352" v="206" actId="1076"/>
          <ac:spMkLst>
            <pc:docMk/>
            <pc:sldMk cId="0" sldId="371"/>
            <ac:spMk id="13" creationId="{9ECB27DC-0A6E-AFA4-8E4B-48F0D7700A88}"/>
          </ac:spMkLst>
        </pc:spChg>
        <pc:spChg chg="mod">
          <ac:chgData name="Jérémy  NICON" userId="94a6ae6d-3ccb-4b58-a804-76c2e74f6511" providerId="ADAL" clId="{931F5A44-9163-4FC9-8C22-E10649995436}" dt="2024-11-07T13:59:09.352" v="206" actId="1076"/>
          <ac:spMkLst>
            <pc:docMk/>
            <pc:sldMk cId="0" sldId="371"/>
            <ac:spMk id="14" creationId="{2E57B30C-5C9D-766C-EACE-3DC7684D1A72}"/>
          </ac:spMkLst>
        </pc:spChg>
        <pc:spChg chg="mod">
          <ac:chgData name="Jérémy  NICON" userId="94a6ae6d-3ccb-4b58-a804-76c2e74f6511" providerId="ADAL" clId="{931F5A44-9163-4FC9-8C22-E10649995436}" dt="2024-11-07T13:59:09.352" v="206" actId="1076"/>
          <ac:spMkLst>
            <pc:docMk/>
            <pc:sldMk cId="0" sldId="371"/>
            <ac:spMk id="15" creationId="{94E9917D-3C57-CFEE-B69C-9829F3A5BB6B}"/>
          </ac:spMkLst>
        </pc:spChg>
        <pc:spChg chg="mod">
          <ac:chgData name="Jérémy  NICON" userId="94a6ae6d-3ccb-4b58-a804-76c2e74f6511" providerId="ADAL" clId="{931F5A44-9163-4FC9-8C22-E10649995436}" dt="2024-11-07T13:59:09.352" v="206" actId="1076"/>
          <ac:spMkLst>
            <pc:docMk/>
            <pc:sldMk cId="0" sldId="371"/>
            <ac:spMk id="16" creationId="{F56DF853-CA91-C92D-AF57-BD2DC24370AE}"/>
          </ac:spMkLst>
        </pc:spChg>
        <pc:spChg chg="mod">
          <ac:chgData name="Jérémy  NICON" userId="94a6ae6d-3ccb-4b58-a804-76c2e74f6511" providerId="ADAL" clId="{931F5A44-9163-4FC9-8C22-E10649995436}" dt="2024-11-07T13:59:09.352" v="206" actId="1076"/>
          <ac:spMkLst>
            <pc:docMk/>
            <pc:sldMk cId="0" sldId="371"/>
            <ac:spMk id="8195" creationId="{5449ECCC-F9B6-844E-CFF5-EA0DD9527C9E}"/>
          </ac:spMkLst>
        </pc:spChg>
      </pc:sldChg>
      <pc:sldChg chg="delSp mod">
        <pc:chgData name="Jérémy  NICON" userId="94a6ae6d-3ccb-4b58-a804-76c2e74f6511" providerId="ADAL" clId="{931F5A44-9163-4FC9-8C22-E10649995436}" dt="2024-11-07T13:59:13.243" v="207" actId="478"/>
        <pc:sldMkLst>
          <pc:docMk/>
          <pc:sldMk cId="0" sldId="372"/>
        </pc:sldMkLst>
        <pc:spChg chg="del">
          <ac:chgData name="Jérémy  NICON" userId="94a6ae6d-3ccb-4b58-a804-76c2e74f6511" providerId="ADAL" clId="{931F5A44-9163-4FC9-8C22-E10649995436}" dt="2024-11-07T13:59:13.243" v="207" actId="478"/>
          <ac:spMkLst>
            <pc:docMk/>
            <pc:sldMk cId="0" sldId="372"/>
            <ac:spMk id="2" creationId="{9E4CBDCD-1783-B44F-7841-54AD35669BDD}"/>
          </ac:spMkLst>
        </pc:spChg>
      </pc:sldChg>
      <pc:sldChg chg="delSp modSp mod">
        <pc:chgData name="Jérémy  NICON" userId="94a6ae6d-3ccb-4b58-a804-76c2e74f6511" providerId="ADAL" clId="{931F5A44-9163-4FC9-8C22-E10649995436}" dt="2024-11-07T13:59:23.201" v="209" actId="1076"/>
        <pc:sldMkLst>
          <pc:docMk/>
          <pc:sldMk cId="0" sldId="373"/>
        </pc:sldMkLst>
        <pc:spChg chg="del">
          <ac:chgData name="Jérémy  NICON" userId="94a6ae6d-3ccb-4b58-a804-76c2e74f6511" providerId="ADAL" clId="{931F5A44-9163-4FC9-8C22-E10649995436}" dt="2024-11-07T13:59:17.925" v="208" actId="478"/>
          <ac:spMkLst>
            <pc:docMk/>
            <pc:sldMk cId="0" sldId="373"/>
            <ac:spMk id="2" creationId="{A10E2C97-FD01-5EDA-5A6D-D21F7C934331}"/>
          </ac:spMkLst>
        </pc:spChg>
        <pc:spChg chg="mod">
          <ac:chgData name="Jérémy  NICON" userId="94a6ae6d-3ccb-4b58-a804-76c2e74f6511" providerId="ADAL" clId="{931F5A44-9163-4FC9-8C22-E10649995436}" dt="2024-11-07T13:59:23.201" v="209" actId="1076"/>
          <ac:spMkLst>
            <pc:docMk/>
            <pc:sldMk cId="0" sldId="373"/>
            <ac:spMk id="21" creationId="{067C042A-F286-802A-AC93-36A7B8BF4AAA}"/>
          </ac:spMkLst>
        </pc:spChg>
        <pc:spChg chg="mod">
          <ac:chgData name="Jérémy  NICON" userId="94a6ae6d-3ccb-4b58-a804-76c2e74f6511" providerId="ADAL" clId="{931F5A44-9163-4FC9-8C22-E10649995436}" dt="2024-11-07T13:59:23.201" v="209" actId="1076"/>
          <ac:spMkLst>
            <pc:docMk/>
            <pc:sldMk cId="0" sldId="373"/>
            <ac:spMk id="22" creationId="{35E9C356-0F25-A0E4-338C-0CAA5AAEAD73}"/>
          </ac:spMkLst>
        </pc:spChg>
        <pc:spChg chg="mod">
          <ac:chgData name="Jérémy  NICON" userId="94a6ae6d-3ccb-4b58-a804-76c2e74f6511" providerId="ADAL" clId="{931F5A44-9163-4FC9-8C22-E10649995436}" dt="2024-11-07T13:59:23.201" v="209" actId="1076"/>
          <ac:spMkLst>
            <pc:docMk/>
            <pc:sldMk cId="0" sldId="373"/>
            <ac:spMk id="23" creationId="{D05545E0-AB66-7D9D-01DC-A8254B5E30BB}"/>
          </ac:spMkLst>
        </pc:spChg>
        <pc:spChg chg="mod">
          <ac:chgData name="Jérémy  NICON" userId="94a6ae6d-3ccb-4b58-a804-76c2e74f6511" providerId="ADAL" clId="{931F5A44-9163-4FC9-8C22-E10649995436}" dt="2024-11-07T13:59:23.201" v="209" actId="1076"/>
          <ac:spMkLst>
            <pc:docMk/>
            <pc:sldMk cId="0" sldId="373"/>
            <ac:spMk id="10243" creationId="{76B8AC8E-2E06-3413-4E84-2D3FAF097A8C}"/>
          </ac:spMkLst>
        </pc:spChg>
      </pc:sldChg>
      <pc:sldChg chg="delSp modSp mod">
        <pc:chgData name="Jérémy  NICON" userId="94a6ae6d-3ccb-4b58-a804-76c2e74f6511" providerId="ADAL" clId="{931F5A44-9163-4FC9-8C22-E10649995436}" dt="2024-11-07T13:59:38.005" v="211" actId="1076"/>
        <pc:sldMkLst>
          <pc:docMk/>
          <pc:sldMk cId="0" sldId="374"/>
        </pc:sldMkLst>
        <pc:spChg chg="del">
          <ac:chgData name="Jérémy  NICON" userId="94a6ae6d-3ccb-4b58-a804-76c2e74f6511" providerId="ADAL" clId="{931F5A44-9163-4FC9-8C22-E10649995436}" dt="2024-11-07T13:59:33.172" v="210" actId="478"/>
          <ac:spMkLst>
            <pc:docMk/>
            <pc:sldMk cId="0" sldId="374"/>
            <ac:spMk id="2" creationId="{44368B3B-4A48-76D6-8157-442896F8E16F}"/>
          </ac:spMkLst>
        </pc:spChg>
        <pc:spChg chg="mod">
          <ac:chgData name="Jérémy  NICON" userId="94a6ae6d-3ccb-4b58-a804-76c2e74f6511" providerId="ADAL" clId="{931F5A44-9163-4FC9-8C22-E10649995436}" dt="2024-11-07T13:59:38.005" v="211" actId="1076"/>
          <ac:spMkLst>
            <pc:docMk/>
            <pc:sldMk cId="0" sldId="374"/>
            <ac:spMk id="19" creationId="{7F028059-CF76-5002-3B42-FCFFE7C99FA8}"/>
          </ac:spMkLst>
        </pc:spChg>
        <pc:spChg chg="mod">
          <ac:chgData name="Jérémy  NICON" userId="94a6ae6d-3ccb-4b58-a804-76c2e74f6511" providerId="ADAL" clId="{931F5A44-9163-4FC9-8C22-E10649995436}" dt="2024-11-07T13:59:38.005" v="211" actId="1076"/>
          <ac:spMkLst>
            <pc:docMk/>
            <pc:sldMk cId="0" sldId="374"/>
            <ac:spMk id="21" creationId="{66503979-8229-2273-DA72-E190AADCCABC}"/>
          </ac:spMkLst>
        </pc:spChg>
        <pc:spChg chg="mod">
          <ac:chgData name="Jérémy  NICON" userId="94a6ae6d-3ccb-4b58-a804-76c2e74f6511" providerId="ADAL" clId="{931F5A44-9163-4FC9-8C22-E10649995436}" dt="2024-11-07T13:59:38.005" v="211" actId="1076"/>
          <ac:spMkLst>
            <pc:docMk/>
            <pc:sldMk cId="0" sldId="374"/>
            <ac:spMk id="22" creationId="{E43E3FBA-9E99-1FB7-D93A-D71572E063BA}"/>
          </ac:spMkLst>
        </pc:spChg>
        <pc:spChg chg="mod">
          <ac:chgData name="Jérémy  NICON" userId="94a6ae6d-3ccb-4b58-a804-76c2e74f6511" providerId="ADAL" clId="{931F5A44-9163-4FC9-8C22-E10649995436}" dt="2024-11-07T13:59:38.005" v="211" actId="1076"/>
          <ac:spMkLst>
            <pc:docMk/>
            <pc:sldMk cId="0" sldId="374"/>
            <ac:spMk id="23" creationId="{98E256E6-DAEB-C87E-7A97-D1CF8B548B88}"/>
          </ac:spMkLst>
        </pc:spChg>
        <pc:spChg chg="mod">
          <ac:chgData name="Jérémy  NICON" userId="94a6ae6d-3ccb-4b58-a804-76c2e74f6511" providerId="ADAL" clId="{931F5A44-9163-4FC9-8C22-E10649995436}" dt="2024-11-07T13:59:38.005" v="211" actId="1076"/>
          <ac:spMkLst>
            <pc:docMk/>
            <pc:sldMk cId="0" sldId="374"/>
            <ac:spMk id="11266" creationId="{E07CA9D2-8F7B-C6F7-AC46-F3B486E56F87}"/>
          </ac:spMkLst>
        </pc:spChg>
        <pc:picChg chg="mod">
          <ac:chgData name="Jérémy  NICON" userId="94a6ae6d-3ccb-4b58-a804-76c2e74f6511" providerId="ADAL" clId="{931F5A44-9163-4FC9-8C22-E10649995436}" dt="2024-11-07T13:59:38.005" v="211" actId="1076"/>
          <ac:picMkLst>
            <pc:docMk/>
            <pc:sldMk cId="0" sldId="374"/>
            <ac:picMk id="11272" creationId="{2B42DE4E-7115-6349-0260-792B6D2DA4A2}"/>
          </ac:picMkLst>
        </pc:picChg>
      </pc:sldChg>
      <pc:sldChg chg="delSp mod">
        <pc:chgData name="Jérémy  NICON" userId="94a6ae6d-3ccb-4b58-a804-76c2e74f6511" providerId="ADAL" clId="{931F5A44-9163-4FC9-8C22-E10649995436}" dt="2024-11-07T13:59:43.919" v="212" actId="478"/>
        <pc:sldMkLst>
          <pc:docMk/>
          <pc:sldMk cId="0" sldId="376"/>
        </pc:sldMkLst>
        <pc:spChg chg="del">
          <ac:chgData name="Jérémy  NICON" userId="94a6ae6d-3ccb-4b58-a804-76c2e74f6511" providerId="ADAL" clId="{931F5A44-9163-4FC9-8C22-E10649995436}" dt="2024-11-07T13:59:43.919" v="212" actId="478"/>
          <ac:spMkLst>
            <pc:docMk/>
            <pc:sldMk cId="0" sldId="376"/>
            <ac:spMk id="2" creationId="{779F4B21-ABB6-3B00-92B1-34804D497101}"/>
          </ac:spMkLst>
        </pc:spChg>
      </pc:sldChg>
      <pc:sldChg chg="delSp mod">
        <pc:chgData name="Jérémy  NICON" userId="94a6ae6d-3ccb-4b58-a804-76c2e74f6511" providerId="ADAL" clId="{931F5A44-9163-4FC9-8C22-E10649995436}" dt="2024-11-07T13:59:48.690" v="213" actId="478"/>
        <pc:sldMkLst>
          <pc:docMk/>
          <pc:sldMk cId="0" sldId="377"/>
        </pc:sldMkLst>
        <pc:spChg chg="del">
          <ac:chgData name="Jérémy  NICON" userId="94a6ae6d-3ccb-4b58-a804-76c2e74f6511" providerId="ADAL" clId="{931F5A44-9163-4FC9-8C22-E10649995436}" dt="2024-11-07T13:59:48.690" v="213" actId="478"/>
          <ac:spMkLst>
            <pc:docMk/>
            <pc:sldMk cId="0" sldId="377"/>
            <ac:spMk id="2" creationId="{2E1A6173-5889-8BE7-B6AD-EA1D5F129E07}"/>
          </ac:spMkLst>
        </pc:spChg>
      </pc:sldChg>
      <pc:sldChg chg="delSp modSp mod">
        <pc:chgData name="Jérémy  NICON" userId="94a6ae6d-3ccb-4b58-a804-76c2e74f6511" providerId="ADAL" clId="{931F5A44-9163-4FC9-8C22-E10649995436}" dt="2024-11-07T13:59:56.775" v="215" actId="1076"/>
        <pc:sldMkLst>
          <pc:docMk/>
          <pc:sldMk cId="0" sldId="378"/>
        </pc:sldMkLst>
        <pc:spChg chg="del">
          <ac:chgData name="Jérémy  NICON" userId="94a6ae6d-3ccb-4b58-a804-76c2e74f6511" providerId="ADAL" clId="{931F5A44-9163-4FC9-8C22-E10649995436}" dt="2024-11-07T13:59:53.430" v="214" actId="478"/>
          <ac:spMkLst>
            <pc:docMk/>
            <pc:sldMk cId="0" sldId="378"/>
            <ac:spMk id="2" creationId="{DD4C4D6E-ED2C-701F-40B6-BC2678C9639F}"/>
          </ac:spMkLst>
        </pc:spChg>
        <pc:spChg chg="mod">
          <ac:chgData name="Jérémy  NICON" userId="94a6ae6d-3ccb-4b58-a804-76c2e74f6511" providerId="ADAL" clId="{931F5A44-9163-4FC9-8C22-E10649995436}" dt="2024-11-07T13:59:56.775" v="215" actId="1076"/>
          <ac:spMkLst>
            <pc:docMk/>
            <pc:sldMk cId="0" sldId="378"/>
            <ac:spMk id="15363" creationId="{306AFE93-D8AE-725B-D777-B992B11A08C6}"/>
          </ac:spMkLst>
        </pc:spChg>
        <pc:spChg chg="mod">
          <ac:chgData name="Jérémy  NICON" userId="94a6ae6d-3ccb-4b58-a804-76c2e74f6511" providerId="ADAL" clId="{931F5A44-9163-4FC9-8C22-E10649995436}" dt="2024-11-07T13:59:56.775" v="215" actId="1076"/>
          <ac:spMkLst>
            <pc:docMk/>
            <pc:sldMk cId="0" sldId="378"/>
            <ac:spMk id="15364" creationId="{4D9B2968-21EF-421A-A873-3F607320D573}"/>
          </ac:spMkLst>
        </pc:spChg>
        <pc:spChg chg="mod">
          <ac:chgData name="Jérémy  NICON" userId="94a6ae6d-3ccb-4b58-a804-76c2e74f6511" providerId="ADAL" clId="{931F5A44-9163-4FC9-8C22-E10649995436}" dt="2024-11-07T13:59:56.775" v="215" actId="1076"/>
          <ac:spMkLst>
            <pc:docMk/>
            <pc:sldMk cId="0" sldId="378"/>
            <ac:spMk id="15365" creationId="{2750842C-3FB1-229C-C6E9-0D976477D08D}"/>
          </ac:spMkLst>
        </pc:spChg>
        <pc:spChg chg="mod">
          <ac:chgData name="Jérémy  NICON" userId="94a6ae6d-3ccb-4b58-a804-76c2e74f6511" providerId="ADAL" clId="{931F5A44-9163-4FC9-8C22-E10649995436}" dt="2024-11-07T13:59:56.775" v="215" actId="1076"/>
          <ac:spMkLst>
            <pc:docMk/>
            <pc:sldMk cId="0" sldId="378"/>
            <ac:spMk id="15367" creationId="{A3CEDA1F-2CB2-1DB9-E0F8-A89B643B242F}"/>
          </ac:spMkLst>
        </pc:spChg>
        <pc:picChg chg="mod">
          <ac:chgData name="Jérémy  NICON" userId="94a6ae6d-3ccb-4b58-a804-76c2e74f6511" providerId="ADAL" clId="{931F5A44-9163-4FC9-8C22-E10649995436}" dt="2024-11-07T13:59:56.775" v="215" actId="1076"/>
          <ac:picMkLst>
            <pc:docMk/>
            <pc:sldMk cId="0" sldId="378"/>
            <ac:picMk id="15366" creationId="{544B92DB-53D5-E4D3-2D56-725CD0578B79}"/>
          </ac:picMkLst>
        </pc:picChg>
      </pc:sldChg>
      <pc:sldChg chg="delSp modSp mod">
        <pc:chgData name="Jérémy  NICON" userId="94a6ae6d-3ccb-4b58-a804-76c2e74f6511" providerId="ADAL" clId="{931F5A44-9163-4FC9-8C22-E10649995436}" dt="2024-11-07T14:00:05.521" v="218" actId="1076"/>
        <pc:sldMkLst>
          <pc:docMk/>
          <pc:sldMk cId="0" sldId="379"/>
        </pc:sldMkLst>
        <pc:spChg chg="del mod">
          <ac:chgData name="Jérémy  NICON" userId="94a6ae6d-3ccb-4b58-a804-76c2e74f6511" providerId="ADAL" clId="{931F5A44-9163-4FC9-8C22-E10649995436}" dt="2024-11-07T14:00:01.500" v="217" actId="478"/>
          <ac:spMkLst>
            <pc:docMk/>
            <pc:sldMk cId="0" sldId="379"/>
            <ac:spMk id="2" creationId="{C9B6C3E8-AA21-2AD5-9549-2C4510C93896}"/>
          </ac:spMkLst>
        </pc:spChg>
        <pc:spChg chg="mod">
          <ac:chgData name="Jérémy  NICON" userId="94a6ae6d-3ccb-4b58-a804-76c2e74f6511" providerId="ADAL" clId="{931F5A44-9163-4FC9-8C22-E10649995436}" dt="2024-11-07T14:00:05.521" v="218" actId="1076"/>
          <ac:spMkLst>
            <pc:docMk/>
            <pc:sldMk cId="0" sldId="379"/>
            <ac:spMk id="16387" creationId="{D821B793-8BC8-2CA9-48D9-0B6DAFFBE62C}"/>
          </ac:spMkLst>
        </pc:spChg>
        <pc:spChg chg="mod">
          <ac:chgData name="Jérémy  NICON" userId="94a6ae6d-3ccb-4b58-a804-76c2e74f6511" providerId="ADAL" clId="{931F5A44-9163-4FC9-8C22-E10649995436}" dt="2024-11-07T14:00:05.521" v="218" actId="1076"/>
          <ac:spMkLst>
            <pc:docMk/>
            <pc:sldMk cId="0" sldId="379"/>
            <ac:spMk id="16388" creationId="{4C2D6E63-E0ED-D1C8-95CF-D55C168CA2C2}"/>
          </ac:spMkLst>
        </pc:spChg>
        <pc:spChg chg="mod">
          <ac:chgData name="Jérémy  NICON" userId="94a6ae6d-3ccb-4b58-a804-76c2e74f6511" providerId="ADAL" clId="{931F5A44-9163-4FC9-8C22-E10649995436}" dt="2024-11-07T14:00:05.521" v="218" actId="1076"/>
          <ac:spMkLst>
            <pc:docMk/>
            <pc:sldMk cId="0" sldId="379"/>
            <ac:spMk id="16389" creationId="{22D381AD-8474-25B6-DC4C-5DFD2892BA07}"/>
          </ac:spMkLst>
        </pc:spChg>
        <pc:spChg chg="mod">
          <ac:chgData name="Jérémy  NICON" userId="94a6ae6d-3ccb-4b58-a804-76c2e74f6511" providerId="ADAL" clId="{931F5A44-9163-4FC9-8C22-E10649995436}" dt="2024-11-07T14:00:05.521" v="218" actId="1076"/>
          <ac:spMkLst>
            <pc:docMk/>
            <pc:sldMk cId="0" sldId="379"/>
            <ac:spMk id="16390" creationId="{6514111E-6C6C-31C1-48B2-92C689DB85F2}"/>
          </ac:spMkLst>
        </pc:spChg>
        <pc:spChg chg="mod">
          <ac:chgData name="Jérémy  NICON" userId="94a6ae6d-3ccb-4b58-a804-76c2e74f6511" providerId="ADAL" clId="{931F5A44-9163-4FC9-8C22-E10649995436}" dt="2024-11-07T14:00:05.521" v="218" actId="1076"/>
          <ac:spMkLst>
            <pc:docMk/>
            <pc:sldMk cId="0" sldId="379"/>
            <ac:spMk id="16391" creationId="{ABFF4BFB-F262-833E-4F69-189E393B8F86}"/>
          </ac:spMkLst>
        </pc:spChg>
      </pc:sldChg>
      <pc:sldChg chg="delSp modSp mod">
        <pc:chgData name="Jérémy  NICON" userId="94a6ae6d-3ccb-4b58-a804-76c2e74f6511" providerId="ADAL" clId="{931F5A44-9163-4FC9-8C22-E10649995436}" dt="2024-11-07T14:00:14.786" v="220" actId="1076"/>
        <pc:sldMkLst>
          <pc:docMk/>
          <pc:sldMk cId="0" sldId="380"/>
        </pc:sldMkLst>
        <pc:spChg chg="del">
          <ac:chgData name="Jérémy  NICON" userId="94a6ae6d-3ccb-4b58-a804-76c2e74f6511" providerId="ADAL" clId="{931F5A44-9163-4FC9-8C22-E10649995436}" dt="2024-11-07T14:00:10.631" v="219" actId="478"/>
          <ac:spMkLst>
            <pc:docMk/>
            <pc:sldMk cId="0" sldId="380"/>
            <ac:spMk id="2" creationId="{2926A2AA-BC2F-F728-0B7A-537A4BA49B35}"/>
          </ac:spMkLst>
        </pc:spChg>
        <pc:spChg chg="mod">
          <ac:chgData name="Jérémy  NICON" userId="94a6ae6d-3ccb-4b58-a804-76c2e74f6511" providerId="ADAL" clId="{931F5A44-9163-4FC9-8C22-E10649995436}" dt="2024-11-07T14:00:14.786" v="220" actId="1076"/>
          <ac:spMkLst>
            <pc:docMk/>
            <pc:sldMk cId="0" sldId="380"/>
            <ac:spMk id="5" creationId="{4604591F-152B-5BF8-8BAA-C227432F45C4}"/>
          </ac:spMkLst>
        </pc:spChg>
        <pc:spChg chg="mod">
          <ac:chgData name="Jérémy  NICON" userId="94a6ae6d-3ccb-4b58-a804-76c2e74f6511" providerId="ADAL" clId="{931F5A44-9163-4FC9-8C22-E10649995436}" dt="2024-11-07T14:00:14.786" v="220" actId="1076"/>
          <ac:spMkLst>
            <pc:docMk/>
            <pc:sldMk cId="0" sldId="380"/>
            <ac:spMk id="6" creationId="{0783759F-212F-FB15-734F-6B2B281D9428}"/>
          </ac:spMkLst>
        </pc:spChg>
        <pc:spChg chg="mod">
          <ac:chgData name="Jérémy  NICON" userId="94a6ae6d-3ccb-4b58-a804-76c2e74f6511" providerId="ADAL" clId="{931F5A44-9163-4FC9-8C22-E10649995436}" dt="2024-11-07T14:00:14.786" v="220" actId="1076"/>
          <ac:spMkLst>
            <pc:docMk/>
            <pc:sldMk cId="0" sldId="380"/>
            <ac:spMk id="9" creationId="{E799EFD6-6648-F2C7-65E3-F9E09AE979BF}"/>
          </ac:spMkLst>
        </pc:spChg>
        <pc:spChg chg="mod">
          <ac:chgData name="Jérémy  NICON" userId="94a6ae6d-3ccb-4b58-a804-76c2e74f6511" providerId="ADAL" clId="{931F5A44-9163-4FC9-8C22-E10649995436}" dt="2024-11-07T14:00:14.786" v="220" actId="1076"/>
          <ac:spMkLst>
            <pc:docMk/>
            <pc:sldMk cId="0" sldId="380"/>
            <ac:spMk id="10" creationId="{A1ED6F91-ED13-CC5C-20C9-E31AEC092BC2}"/>
          </ac:spMkLst>
        </pc:spChg>
        <pc:spChg chg="mod">
          <ac:chgData name="Jérémy  NICON" userId="94a6ae6d-3ccb-4b58-a804-76c2e74f6511" providerId="ADAL" clId="{931F5A44-9163-4FC9-8C22-E10649995436}" dt="2024-11-07T14:00:14.786" v="220" actId="1076"/>
          <ac:spMkLst>
            <pc:docMk/>
            <pc:sldMk cId="0" sldId="380"/>
            <ac:spMk id="17413" creationId="{7C7D249D-7844-752B-2AA1-3F39EFE15D5B}"/>
          </ac:spMkLst>
        </pc:spChg>
        <pc:spChg chg="mod">
          <ac:chgData name="Jérémy  NICON" userId="94a6ae6d-3ccb-4b58-a804-76c2e74f6511" providerId="ADAL" clId="{931F5A44-9163-4FC9-8C22-E10649995436}" dt="2024-11-07T14:00:14.786" v="220" actId="1076"/>
          <ac:spMkLst>
            <pc:docMk/>
            <pc:sldMk cId="0" sldId="380"/>
            <ac:spMk id="17414" creationId="{F19D349E-27CA-6562-DBD6-25DA23491C01}"/>
          </ac:spMkLst>
        </pc:spChg>
      </pc:sldChg>
      <pc:sldChg chg="delSp modSp mod">
        <pc:chgData name="Jérémy  NICON" userId="94a6ae6d-3ccb-4b58-a804-76c2e74f6511" providerId="ADAL" clId="{931F5A44-9163-4FC9-8C22-E10649995436}" dt="2024-11-07T14:00:23.620" v="222" actId="1076"/>
        <pc:sldMkLst>
          <pc:docMk/>
          <pc:sldMk cId="0" sldId="382"/>
        </pc:sldMkLst>
        <pc:spChg chg="del">
          <ac:chgData name="Jérémy  NICON" userId="94a6ae6d-3ccb-4b58-a804-76c2e74f6511" providerId="ADAL" clId="{931F5A44-9163-4FC9-8C22-E10649995436}" dt="2024-11-07T14:00:20.461" v="221" actId="478"/>
          <ac:spMkLst>
            <pc:docMk/>
            <pc:sldMk cId="0" sldId="382"/>
            <ac:spMk id="2" creationId="{BFFDD685-6DEA-D0FC-A90C-F86F40892B0D}"/>
          </ac:spMkLst>
        </pc:spChg>
        <pc:spChg chg="mod">
          <ac:chgData name="Jérémy  NICON" userId="94a6ae6d-3ccb-4b58-a804-76c2e74f6511" providerId="ADAL" clId="{931F5A44-9163-4FC9-8C22-E10649995436}" dt="2024-11-07T14:00:23.620" v="222" actId="1076"/>
          <ac:spMkLst>
            <pc:docMk/>
            <pc:sldMk cId="0" sldId="382"/>
            <ac:spMk id="19459" creationId="{5990FF96-DEB1-3E6A-20C8-9903C8D10E1C}"/>
          </ac:spMkLst>
        </pc:spChg>
        <pc:spChg chg="mod">
          <ac:chgData name="Jérémy  NICON" userId="94a6ae6d-3ccb-4b58-a804-76c2e74f6511" providerId="ADAL" clId="{931F5A44-9163-4FC9-8C22-E10649995436}" dt="2024-11-07T14:00:23.620" v="222" actId="1076"/>
          <ac:spMkLst>
            <pc:docMk/>
            <pc:sldMk cId="0" sldId="382"/>
            <ac:spMk id="19460" creationId="{2FB3BADA-5F1F-CEC2-C6AA-B47FA5D11BDE}"/>
          </ac:spMkLst>
        </pc:spChg>
        <pc:spChg chg="mod">
          <ac:chgData name="Jérémy  NICON" userId="94a6ae6d-3ccb-4b58-a804-76c2e74f6511" providerId="ADAL" clId="{931F5A44-9163-4FC9-8C22-E10649995436}" dt="2024-11-07T14:00:23.620" v="222" actId="1076"/>
          <ac:spMkLst>
            <pc:docMk/>
            <pc:sldMk cId="0" sldId="382"/>
            <ac:spMk id="19461" creationId="{45288A54-3288-860E-42FC-65CFEE0F2154}"/>
          </ac:spMkLst>
        </pc:spChg>
        <pc:spChg chg="mod">
          <ac:chgData name="Jérémy  NICON" userId="94a6ae6d-3ccb-4b58-a804-76c2e74f6511" providerId="ADAL" clId="{931F5A44-9163-4FC9-8C22-E10649995436}" dt="2024-11-07T14:00:23.620" v="222" actId="1076"/>
          <ac:spMkLst>
            <pc:docMk/>
            <pc:sldMk cId="0" sldId="382"/>
            <ac:spMk id="19462" creationId="{F322BC76-25D1-B915-198F-3AF56EBDC78D}"/>
          </ac:spMkLst>
        </pc:spChg>
        <pc:spChg chg="mod">
          <ac:chgData name="Jérémy  NICON" userId="94a6ae6d-3ccb-4b58-a804-76c2e74f6511" providerId="ADAL" clId="{931F5A44-9163-4FC9-8C22-E10649995436}" dt="2024-11-07T14:00:23.620" v="222" actId="1076"/>
          <ac:spMkLst>
            <pc:docMk/>
            <pc:sldMk cId="0" sldId="382"/>
            <ac:spMk id="19463" creationId="{08C56DAE-34E0-8C99-5A18-B31E33649313}"/>
          </ac:spMkLst>
        </pc:spChg>
      </pc:sldChg>
      <pc:sldChg chg="delSp modSp mod">
        <pc:chgData name="Jérémy  NICON" userId="94a6ae6d-3ccb-4b58-a804-76c2e74f6511" providerId="ADAL" clId="{931F5A44-9163-4FC9-8C22-E10649995436}" dt="2024-11-07T14:00:31.325" v="224" actId="1076"/>
        <pc:sldMkLst>
          <pc:docMk/>
          <pc:sldMk cId="0" sldId="383"/>
        </pc:sldMkLst>
        <pc:spChg chg="del">
          <ac:chgData name="Jérémy  NICON" userId="94a6ae6d-3ccb-4b58-a804-76c2e74f6511" providerId="ADAL" clId="{931F5A44-9163-4FC9-8C22-E10649995436}" dt="2024-11-07T14:00:27.657" v="223" actId="478"/>
          <ac:spMkLst>
            <pc:docMk/>
            <pc:sldMk cId="0" sldId="383"/>
            <ac:spMk id="2" creationId="{2266ED30-8762-21CD-3C9A-0989890CE309}"/>
          </ac:spMkLst>
        </pc:spChg>
        <pc:spChg chg="mod">
          <ac:chgData name="Jérémy  NICON" userId="94a6ae6d-3ccb-4b58-a804-76c2e74f6511" providerId="ADAL" clId="{931F5A44-9163-4FC9-8C22-E10649995436}" dt="2024-11-07T14:00:31.325" v="224" actId="1076"/>
          <ac:spMkLst>
            <pc:docMk/>
            <pc:sldMk cId="0" sldId="383"/>
            <ac:spMk id="20483" creationId="{11B6AB8E-4962-E84D-E6C1-7E5E0F2A8809}"/>
          </ac:spMkLst>
        </pc:spChg>
        <pc:spChg chg="mod">
          <ac:chgData name="Jérémy  NICON" userId="94a6ae6d-3ccb-4b58-a804-76c2e74f6511" providerId="ADAL" clId="{931F5A44-9163-4FC9-8C22-E10649995436}" dt="2024-11-07T14:00:31.325" v="224" actId="1076"/>
          <ac:spMkLst>
            <pc:docMk/>
            <pc:sldMk cId="0" sldId="383"/>
            <ac:spMk id="20484" creationId="{4DC57FCC-1C1D-627C-FC95-4B62E2E4EEE4}"/>
          </ac:spMkLst>
        </pc:spChg>
        <pc:spChg chg="mod">
          <ac:chgData name="Jérémy  NICON" userId="94a6ae6d-3ccb-4b58-a804-76c2e74f6511" providerId="ADAL" clId="{931F5A44-9163-4FC9-8C22-E10649995436}" dt="2024-11-07T14:00:31.325" v="224" actId="1076"/>
          <ac:spMkLst>
            <pc:docMk/>
            <pc:sldMk cId="0" sldId="383"/>
            <ac:spMk id="20485" creationId="{A77F5F85-8BF5-62A6-6703-012110753FAD}"/>
          </ac:spMkLst>
        </pc:spChg>
        <pc:spChg chg="mod">
          <ac:chgData name="Jérémy  NICON" userId="94a6ae6d-3ccb-4b58-a804-76c2e74f6511" providerId="ADAL" clId="{931F5A44-9163-4FC9-8C22-E10649995436}" dt="2024-11-07T14:00:31.325" v="224" actId="1076"/>
          <ac:spMkLst>
            <pc:docMk/>
            <pc:sldMk cId="0" sldId="383"/>
            <ac:spMk id="20486" creationId="{D7D2308B-29C8-94F9-4DF7-378AAE8D7630}"/>
          </ac:spMkLst>
        </pc:spChg>
      </pc:sldChg>
      <pc:sldChg chg="delSp modSp mod">
        <pc:chgData name="Jérémy  NICON" userId="94a6ae6d-3ccb-4b58-a804-76c2e74f6511" providerId="ADAL" clId="{931F5A44-9163-4FC9-8C22-E10649995436}" dt="2024-11-07T14:00:50.731" v="226" actId="1076"/>
        <pc:sldMkLst>
          <pc:docMk/>
          <pc:sldMk cId="0" sldId="384"/>
        </pc:sldMkLst>
        <pc:spChg chg="del">
          <ac:chgData name="Jérémy  NICON" userId="94a6ae6d-3ccb-4b58-a804-76c2e74f6511" providerId="ADAL" clId="{931F5A44-9163-4FC9-8C22-E10649995436}" dt="2024-11-07T14:00:44.678" v="225" actId="478"/>
          <ac:spMkLst>
            <pc:docMk/>
            <pc:sldMk cId="0" sldId="384"/>
            <ac:spMk id="2" creationId="{8176311E-EE0B-FAE4-3B43-F5A259DFA4CF}"/>
          </ac:spMkLst>
        </pc:spChg>
        <pc:spChg chg="mod">
          <ac:chgData name="Jérémy  NICON" userId="94a6ae6d-3ccb-4b58-a804-76c2e74f6511" providerId="ADAL" clId="{931F5A44-9163-4FC9-8C22-E10649995436}" dt="2024-11-07T14:00:50.731" v="226" actId="1076"/>
          <ac:spMkLst>
            <pc:docMk/>
            <pc:sldMk cId="0" sldId="384"/>
            <ac:spMk id="13" creationId="{D5A637C5-5F74-B708-5955-E4301C76EC87}"/>
          </ac:spMkLst>
        </pc:spChg>
        <pc:spChg chg="mod">
          <ac:chgData name="Jérémy  NICON" userId="94a6ae6d-3ccb-4b58-a804-76c2e74f6511" providerId="ADAL" clId="{931F5A44-9163-4FC9-8C22-E10649995436}" dt="2024-11-07T14:00:50.731" v="226" actId="1076"/>
          <ac:spMkLst>
            <pc:docMk/>
            <pc:sldMk cId="0" sldId="384"/>
            <ac:spMk id="21508" creationId="{FC539611-DCCD-7248-ACAA-24BA4DE67586}"/>
          </ac:spMkLst>
        </pc:spChg>
        <pc:spChg chg="mod">
          <ac:chgData name="Jérémy  NICON" userId="94a6ae6d-3ccb-4b58-a804-76c2e74f6511" providerId="ADAL" clId="{931F5A44-9163-4FC9-8C22-E10649995436}" dt="2024-11-07T14:00:50.731" v="226" actId="1076"/>
          <ac:spMkLst>
            <pc:docMk/>
            <pc:sldMk cId="0" sldId="384"/>
            <ac:spMk id="21509" creationId="{0BE43139-77C4-7EBC-58EB-883B8293C7B2}"/>
          </ac:spMkLst>
        </pc:spChg>
      </pc:sldChg>
      <pc:sldChg chg="delSp modSp mod">
        <pc:chgData name="Jérémy  NICON" userId="94a6ae6d-3ccb-4b58-a804-76c2e74f6511" providerId="ADAL" clId="{931F5A44-9163-4FC9-8C22-E10649995436}" dt="2024-11-07T14:01:09.695" v="228" actId="1076"/>
        <pc:sldMkLst>
          <pc:docMk/>
          <pc:sldMk cId="0" sldId="385"/>
        </pc:sldMkLst>
        <pc:spChg chg="del">
          <ac:chgData name="Jérémy  NICON" userId="94a6ae6d-3ccb-4b58-a804-76c2e74f6511" providerId="ADAL" clId="{931F5A44-9163-4FC9-8C22-E10649995436}" dt="2024-11-07T14:01:04.813" v="227" actId="478"/>
          <ac:spMkLst>
            <pc:docMk/>
            <pc:sldMk cId="0" sldId="385"/>
            <ac:spMk id="2" creationId="{9D34ACDD-D22C-6D87-05B9-39AA955DCD17}"/>
          </ac:spMkLst>
        </pc:spChg>
        <pc:spChg chg="mod">
          <ac:chgData name="Jérémy  NICON" userId="94a6ae6d-3ccb-4b58-a804-76c2e74f6511" providerId="ADAL" clId="{931F5A44-9163-4FC9-8C22-E10649995436}" dt="2024-11-07T14:01:09.695" v="228" actId="1076"/>
          <ac:spMkLst>
            <pc:docMk/>
            <pc:sldMk cId="0" sldId="385"/>
            <ac:spMk id="9" creationId="{C7FA1F5A-9190-7023-A520-8A3F4787A694}"/>
          </ac:spMkLst>
        </pc:spChg>
        <pc:spChg chg="mod">
          <ac:chgData name="Jérémy  NICON" userId="94a6ae6d-3ccb-4b58-a804-76c2e74f6511" providerId="ADAL" clId="{931F5A44-9163-4FC9-8C22-E10649995436}" dt="2024-11-07T14:01:09.695" v="228" actId="1076"/>
          <ac:spMkLst>
            <pc:docMk/>
            <pc:sldMk cId="0" sldId="385"/>
            <ac:spMk id="22532" creationId="{078E4D70-E187-2984-CAD6-980988811E5D}"/>
          </ac:spMkLst>
        </pc:spChg>
      </pc:sldChg>
      <pc:sldChg chg="delSp modSp mod">
        <pc:chgData name="Jérémy  NICON" userId="94a6ae6d-3ccb-4b58-a804-76c2e74f6511" providerId="ADAL" clId="{931F5A44-9163-4FC9-8C22-E10649995436}" dt="2024-11-07T14:07:06.588" v="234" actId="1076"/>
        <pc:sldMkLst>
          <pc:docMk/>
          <pc:sldMk cId="0" sldId="387"/>
        </pc:sldMkLst>
        <pc:spChg chg="del">
          <ac:chgData name="Jérémy  NICON" userId="94a6ae6d-3ccb-4b58-a804-76c2e74f6511" providerId="ADAL" clId="{931F5A44-9163-4FC9-8C22-E10649995436}" dt="2024-11-07T14:06:45.914" v="229" actId="478"/>
          <ac:spMkLst>
            <pc:docMk/>
            <pc:sldMk cId="0" sldId="387"/>
            <ac:spMk id="2" creationId="{D8C4FBE0-C716-34FC-C07B-826F00DE7845}"/>
          </ac:spMkLst>
        </pc:spChg>
        <pc:spChg chg="mod">
          <ac:chgData name="Jérémy  NICON" userId="94a6ae6d-3ccb-4b58-a804-76c2e74f6511" providerId="ADAL" clId="{931F5A44-9163-4FC9-8C22-E10649995436}" dt="2024-11-07T14:07:06.588" v="234" actId="1076"/>
          <ac:spMkLst>
            <pc:docMk/>
            <pc:sldMk cId="0" sldId="387"/>
            <ac:spMk id="24578" creationId="{D47F9480-96B2-CC77-4FDD-35148D985240}"/>
          </ac:spMkLst>
        </pc:spChg>
        <pc:spChg chg="mod">
          <ac:chgData name="Jérémy  NICON" userId="94a6ae6d-3ccb-4b58-a804-76c2e74f6511" providerId="ADAL" clId="{931F5A44-9163-4FC9-8C22-E10649995436}" dt="2024-11-07T14:06:59.820" v="231" actId="1076"/>
          <ac:spMkLst>
            <pc:docMk/>
            <pc:sldMk cId="0" sldId="387"/>
            <ac:spMk id="24579" creationId="{50D7FDE3-6FF2-522C-D5F4-60C5D494530B}"/>
          </ac:spMkLst>
        </pc:spChg>
        <pc:spChg chg="mod">
          <ac:chgData name="Jérémy  NICON" userId="94a6ae6d-3ccb-4b58-a804-76c2e74f6511" providerId="ADAL" clId="{931F5A44-9163-4FC9-8C22-E10649995436}" dt="2024-11-07T14:07:01.321" v="232" actId="1076"/>
          <ac:spMkLst>
            <pc:docMk/>
            <pc:sldMk cId="0" sldId="387"/>
            <ac:spMk id="24580" creationId="{380BF47C-FBC0-6F7D-5828-4D2D4706A015}"/>
          </ac:spMkLst>
        </pc:spChg>
        <pc:spChg chg="mod">
          <ac:chgData name="Jérémy  NICON" userId="94a6ae6d-3ccb-4b58-a804-76c2e74f6511" providerId="ADAL" clId="{931F5A44-9163-4FC9-8C22-E10649995436}" dt="2024-11-07T14:07:03.061" v="233" actId="1076"/>
          <ac:spMkLst>
            <pc:docMk/>
            <pc:sldMk cId="0" sldId="387"/>
            <ac:spMk id="24581" creationId="{E48C619B-0922-06D9-2A8B-D7AFD9A57F23}"/>
          </ac:spMkLst>
        </pc:spChg>
        <pc:spChg chg="mod">
          <ac:chgData name="Jérémy  NICON" userId="94a6ae6d-3ccb-4b58-a804-76c2e74f6511" providerId="ADAL" clId="{931F5A44-9163-4FC9-8C22-E10649995436}" dt="2024-11-07T14:06:53.363" v="230" actId="14100"/>
          <ac:spMkLst>
            <pc:docMk/>
            <pc:sldMk cId="0" sldId="387"/>
            <ac:spMk id="24585" creationId="{0D98C53F-DFEC-9F5A-B3CE-03F5560679F9}"/>
          </ac:spMkLst>
        </pc:spChg>
      </pc:sldChg>
      <pc:sldChg chg="delSp modSp mod">
        <pc:chgData name="Jérémy  NICON" userId="94a6ae6d-3ccb-4b58-a804-76c2e74f6511" providerId="ADAL" clId="{931F5A44-9163-4FC9-8C22-E10649995436}" dt="2024-11-07T14:07:20.755" v="236" actId="1076"/>
        <pc:sldMkLst>
          <pc:docMk/>
          <pc:sldMk cId="0" sldId="388"/>
        </pc:sldMkLst>
        <pc:spChg chg="del">
          <ac:chgData name="Jérémy  NICON" userId="94a6ae6d-3ccb-4b58-a804-76c2e74f6511" providerId="ADAL" clId="{931F5A44-9163-4FC9-8C22-E10649995436}" dt="2024-11-07T14:07:15.309" v="235" actId="478"/>
          <ac:spMkLst>
            <pc:docMk/>
            <pc:sldMk cId="0" sldId="388"/>
            <ac:spMk id="2" creationId="{E93B63DE-0A5A-9D10-C6F4-058D75FF953E}"/>
          </ac:spMkLst>
        </pc:spChg>
        <pc:spChg chg="mod">
          <ac:chgData name="Jérémy  NICON" userId="94a6ae6d-3ccb-4b58-a804-76c2e74f6511" providerId="ADAL" clId="{931F5A44-9163-4FC9-8C22-E10649995436}" dt="2024-11-07T14:07:20.755" v="236" actId="1076"/>
          <ac:spMkLst>
            <pc:docMk/>
            <pc:sldMk cId="0" sldId="388"/>
            <ac:spMk id="8" creationId="{F9BAACFB-2DE4-AD2A-2593-C8EF6DDF359A}"/>
          </ac:spMkLst>
        </pc:spChg>
        <pc:spChg chg="mod">
          <ac:chgData name="Jérémy  NICON" userId="94a6ae6d-3ccb-4b58-a804-76c2e74f6511" providerId="ADAL" clId="{931F5A44-9163-4FC9-8C22-E10649995436}" dt="2024-11-07T14:07:20.755" v="236" actId="1076"/>
          <ac:spMkLst>
            <pc:docMk/>
            <pc:sldMk cId="0" sldId="388"/>
            <ac:spMk id="9" creationId="{2A70B702-DD3E-2F0B-D656-473A8100ED98}"/>
          </ac:spMkLst>
        </pc:spChg>
        <pc:spChg chg="mod">
          <ac:chgData name="Jérémy  NICON" userId="94a6ae6d-3ccb-4b58-a804-76c2e74f6511" providerId="ADAL" clId="{931F5A44-9163-4FC9-8C22-E10649995436}" dt="2024-11-07T14:07:20.755" v="236" actId="1076"/>
          <ac:spMkLst>
            <pc:docMk/>
            <pc:sldMk cId="0" sldId="388"/>
            <ac:spMk id="25603" creationId="{8B1A1F29-7D64-CC42-E536-1D161B7CF244}"/>
          </ac:spMkLst>
        </pc:spChg>
        <pc:spChg chg="mod">
          <ac:chgData name="Jérémy  NICON" userId="94a6ae6d-3ccb-4b58-a804-76c2e74f6511" providerId="ADAL" clId="{931F5A44-9163-4FC9-8C22-E10649995436}" dt="2024-11-07T14:07:20.755" v="236" actId="1076"/>
          <ac:spMkLst>
            <pc:docMk/>
            <pc:sldMk cId="0" sldId="388"/>
            <ac:spMk id="25604" creationId="{AA3C7CDF-F159-F3F9-8E4E-8799DA2CFABE}"/>
          </ac:spMkLst>
        </pc:spChg>
        <pc:spChg chg="mod">
          <ac:chgData name="Jérémy  NICON" userId="94a6ae6d-3ccb-4b58-a804-76c2e74f6511" providerId="ADAL" clId="{931F5A44-9163-4FC9-8C22-E10649995436}" dt="2024-11-07T14:07:20.755" v="236" actId="1076"/>
          <ac:spMkLst>
            <pc:docMk/>
            <pc:sldMk cId="0" sldId="388"/>
            <ac:spMk id="25605" creationId="{9CE3A23C-BEBA-5A84-87E4-6C86E7537B79}"/>
          </ac:spMkLst>
        </pc:spChg>
      </pc:sldChg>
      <pc:sldChg chg="delSp modSp mod">
        <pc:chgData name="Jérémy  NICON" userId="94a6ae6d-3ccb-4b58-a804-76c2e74f6511" providerId="ADAL" clId="{931F5A44-9163-4FC9-8C22-E10649995436}" dt="2024-11-07T14:07:29.541" v="238" actId="1076"/>
        <pc:sldMkLst>
          <pc:docMk/>
          <pc:sldMk cId="0" sldId="389"/>
        </pc:sldMkLst>
        <pc:spChg chg="del">
          <ac:chgData name="Jérémy  NICON" userId="94a6ae6d-3ccb-4b58-a804-76c2e74f6511" providerId="ADAL" clId="{931F5A44-9163-4FC9-8C22-E10649995436}" dt="2024-11-07T14:07:24.246" v="237" actId="478"/>
          <ac:spMkLst>
            <pc:docMk/>
            <pc:sldMk cId="0" sldId="389"/>
            <ac:spMk id="2" creationId="{748738CF-4CF9-744E-BD75-F56764EF6C6E}"/>
          </ac:spMkLst>
        </pc:spChg>
        <pc:spChg chg="mod">
          <ac:chgData name="Jérémy  NICON" userId="94a6ae6d-3ccb-4b58-a804-76c2e74f6511" providerId="ADAL" clId="{931F5A44-9163-4FC9-8C22-E10649995436}" dt="2024-11-07T14:07:29.541" v="238" actId="1076"/>
          <ac:spMkLst>
            <pc:docMk/>
            <pc:sldMk cId="0" sldId="389"/>
            <ac:spMk id="26627" creationId="{21979328-DBCC-6BE6-9167-75B9411ACA3B}"/>
          </ac:spMkLst>
        </pc:spChg>
        <pc:spChg chg="mod">
          <ac:chgData name="Jérémy  NICON" userId="94a6ae6d-3ccb-4b58-a804-76c2e74f6511" providerId="ADAL" clId="{931F5A44-9163-4FC9-8C22-E10649995436}" dt="2024-11-07T14:07:29.541" v="238" actId="1076"/>
          <ac:spMkLst>
            <pc:docMk/>
            <pc:sldMk cId="0" sldId="389"/>
            <ac:spMk id="26628" creationId="{9293888F-7102-7B7A-1D70-71E76EEA90EE}"/>
          </ac:spMkLst>
        </pc:spChg>
        <pc:spChg chg="mod">
          <ac:chgData name="Jérémy  NICON" userId="94a6ae6d-3ccb-4b58-a804-76c2e74f6511" providerId="ADAL" clId="{931F5A44-9163-4FC9-8C22-E10649995436}" dt="2024-11-07T14:07:29.541" v="238" actId="1076"/>
          <ac:spMkLst>
            <pc:docMk/>
            <pc:sldMk cId="0" sldId="389"/>
            <ac:spMk id="26629" creationId="{9770AD6B-DC1F-48E0-6BD2-195ABBD3C0B6}"/>
          </ac:spMkLst>
        </pc:spChg>
        <pc:spChg chg="mod">
          <ac:chgData name="Jérémy  NICON" userId="94a6ae6d-3ccb-4b58-a804-76c2e74f6511" providerId="ADAL" clId="{931F5A44-9163-4FC9-8C22-E10649995436}" dt="2024-11-07T14:07:29.541" v="238" actId="1076"/>
          <ac:spMkLst>
            <pc:docMk/>
            <pc:sldMk cId="0" sldId="389"/>
            <ac:spMk id="26630" creationId="{3DD7E18A-DEBC-007C-934F-14BA5C40A723}"/>
          </ac:spMkLst>
        </pc:spChg>
        <pc:spChg chg="mod">
          <ac:chgData name="Jérémy  NICON" userId="94a6ae6d-3ccb-4b58-a804-76c2e74f6511" providerId="ADAL" clId="{931F5A44-9163-4FC9-8C22-E10649995436}" dt="2024-11-07T14:07:29.541" v="238" actId="1076"/>
          <ac:spMkLst>
            <pc:docMk/>
            <pc:sldMk cId="0" sldId="389"/>
            <ac:spMk id="26631" creationId="{BFA4A72E-181B-4A2E-685F-465682933AA3}"/>
          </ac:spMkLst>
        </pc:spChg>
        <pc:spChg chg="mod">
          <ac:chgData name="Jérémy  NICON" userId="94a6ae6d-3ccb-4b58-a804-76c2e74f6511" providerId="ADAL" clId="{931F5A44-9163-4FC9-8C22-E10649995436}" dt="2024-11-07T14:07:29.541" v="238" actId="1076"/>
          <ac:spMkLst>
            <pc:docMk/>
            <pc:sldMk cId="0" sldId="389"/>
            <ac:spMk id="26632" creationId="{F2C4C3AF-A30D-4604-BAB1-43501988E254}"/>
          </ac:spMkLst>
        </pc:spChg>
      </pc:sldChg>
      <pc:sldChg chg="delSp modSp mod">
        <pc:chgData name="Jérémy  NICON" userId="94a6ae6d-3ccb-4b58-a804-76c2e74f6511" providerId="ADAL" clId="{931F5A44-9163-4FC9-8C22-E10649995436}" dt="2024-11-07T14:07:41.068" v="240" actId="1076"/>
        <pc:sldMkLst>
          <pc:docMk/>
          <pc:sldMk cId="0" sldId="390"/>
        </pc:sldMkLst>
        <pc:spChg chg="del">
          <ac:chgData name="Jérémy  NICON" userId="94a6ae6d-3ccb-4b58-a804-76c2e74f6511" providerId="ADAL" clId="{931F5A44-9163-4FC9-8C22-E10649995436}" dt="2024-11-07T14:07:35.816" v="239" actId="478"/>
          <ac:spMkLst>
            <pc:docMk/>
            <pc:sldMk cId="0" sldId="390"/>
            <ac:spMk id="2" creationId="{D06E8641-2C9A-DB5C-8485-0A4A622BF4F3}"/>
          </ac:spMkLst>
        </pc:spChg>
        <pc:spChg chg="mod">
          <ac:chgData name="Jérémy  NICON" userId="94a6ae6d-3ccb-4b58-a804-76c2e74f6511" providerId="ADAL" clId="{931F5A44-9163-4FC9-8C22-E10649995436}" dt="2024-11-07T14:07:41.068" v="240" actId="1076"/>
          <ac:spMkLst>
            <pc:docMk/>
            <pc:sldMk cId="0" sldId="390"/>
            <ac:spMk id="27651" creationId="{603C5AF2-E8E0-0A54-FB53-0ED582B01CC1}"/>
          </ac:spMkLst>
        </pc:spChg>
        <pc:spChg chg="mod">
          <ac:chgData name="Jérémy  NICON" userId="94a6ae6d-3ccb-4b58-a804-76c2e74f6511" providerId="ADAL" clId="{931F5A44-9163-4FC9-8C22-E10649995436}" dt="2024-11-07T14:07:41.068" v="240" actId="1076"/>
          <ac:spMkLst>
            <pc:docMk/>
            <pc:sldMk cId="0" sldId="390"/>
            <ac:spMk id="27652" creationId="{38C49805-DCC7-D01F-FCC5-D5E36A45BCD6}"/>
          </ac:spMkLst>
        </pc:spChg>
        <pc:spChg chg="mod">
          <ac:chgData name="Jérémy  NICON" userId="94a6ae6d-3ccb-4b58-a804-76c2e74f6511" providerId="ADAL" clId="{931F5A44-9163-4FC9-8C22-E10649995436}" dt="2024-11-07T14:07:41.068" v="240" actId="1076"/>
          <ac:spMkLst>
            <pc:docMk/>
            <pc:sldMk cId="0" sldId="390"/>
            <ac:spMk id="27653" creationId="{DB326817-17C4-A2CF-17DC-7FA145408358}"/>
          </ac:spMkLst>
        </pc:spChg>
        <pc:spChg chg="mod">
          <ac:chgData name="Jérémy  NICON" userId="94a6ae6d-3ccb-4b58-a804-76c2e74f6511" providerId="ADAL" clId="{931F5A44-9163-4FC9-8C22-E10649995436}" dt="2024-11-07T14:07:41.068" v="240" actId="1076"/>
          <ac:spMkLst>
            <pc:docMk/>
            <pc:sldMk cId="0" sldId="390"/>
            <ac:spMk id="27654" creationId="{3A617C2F-3A80-BC8B-A2C7-9D2126E4AE9F}"/>
          </ac:spMkLst>
        </pc:spChg>
        <pc:spChg chg="mod">
          <ac:chgData name="Jérémy  NICON" userId="94a6ae6d-3ccb-4b58-a804-76c2e74f6511" providerId="ADAL" clId="{931F5A44-9163-4FC9-8C22-E10649995436}" dt="2024-11-07T14:07:41.068" v="240" actId="1076"/>
          <ac:spMkLst>
            <pc:docMk/>
            <pc:sldMk cId="0" sldId="390"/>
            <ac:spMk id="27655" creationId="{69A94664-955E-933F-C3C5-240B31BD9116}"/>
          </ac:spMkLst>
        </pc:spChg>
        <pc:spChg chg="mod">
          <ac:chgData name="Jérémy  NICON" userId="94a6ae6d-3ccb-4b58-a804-76c2e74f6511" providerId="ADAL" clId="{931F5A44-9163-4FC9-8C22-E10649995436}" dt="2024-11-07T14:07:41.068" v="240" actId="1076"/>
          <ac:spMkLst>
            <pc:docMk/>
            <pc:sldMk cId="0" sldId="390"/>
            <ac:spMk id="27656" creationId="{B55A111E-F53C-599A-6CAB-51C158052D13}"/>
          </ac:spMkLst>
        </pc:spChg>
        <pc:spChg chg="mod">
          <ac:chgData name="Jérémy  NICON" userId="94a6ae6d-3ccb-4b58-a804-76c2e74f6511" providerId="ADAL" clId="{931F5A44-9163-4FC9-8C22-E10649995436}" dt="2024-11-07T14:07:41.068" v="240" actId="1076"/>
          <ac:spMkLst>
            <pc:docMk/>
            <pc:sldMk cId="0" sldId="390"/>
            <ac:spMk id="27657" creationId="{6A0F99E2-D24E-AE8D-2A46-9BE1FAA47AA6}"/>
          </ac:spMkLst>
        </pc:spChg>
        <pc:spChg chg="mod">
          <ac:chgData name="Jérémy  NICON" userId="94a6ae6d-3ccb-4b58-a804-76c2e74f6511" providerId="ADAL" clId="{931F5A44-9163-4FC9-8C22-E10649995436}" dt="2024-11-07T14:07:41.068" v="240" actId="1076"/>
          <ac:spMkLst>
            <pc:docMk/>
            <pc:sldMk cId="0" sldId="390"/>
            <ac:spMk id="27658" creationId="{343E4256-FCF8-7923-3EAD-DB93D21D40EC}"/>
          </ac:spMkLst>
        </pc:spChg>
      </pc:sldChg>
      <pc:sldChg chg="delSp modSp mod">
        <pc:chgData name="Jérémy  NICON" userId="94a6ae6d-3ccb-4b58-a804-76c2e74f6511" providerId="ADAL" clId="{931F5A44-9163-4FC9-8C22-E10649995436}" dt="2024-11-07T14:07:51.223" v="242" actId="1076"/>
        <pc:sldMkLst>
          <pc:docMk/>
          <pc:sldMk cId="0" sldId="391"/>
        </pc:sldMkLst>
        <pc:spChg chg="del">
          <ac:chgData name="Jérémy  NICON" userId="94a6ae6d-3ccb-4b58-a804-76c2e74f6511" providerId="ADAL" clId="{931F5A44-9163-4FC9-8C22-E10649995436}" dt="2024-11-07T14:07:46.196" v="241" actId="478"/>
          <ac:spMkLst>
            <pc:docMk/>
            <pc:sldMk cId="0" sldId="391"/>
            <ac:spMk id="2" creationId="{EE239E10-0F27-25CF-F598-4345338D4778}"/>
          </ac:spMkLst>
        </pc:spChg>
        <pc:spChg chg="mod">
          <ac:chgData name="Jérémy  NICON" userId="94a6ae6d-3ccb-4b58-a804-76c2e74f6511" providerId="ADAL" clId="{931F5A44-9163-4FC9-8C22-E10649995436}" dt="2024-11-07T14:07:51.223" v="242" actId="1076"/>
          <ac:spMkLst>
            <pc:docMk/>
            <pc:sldMk cId="0" sldId="391"/>
            <ac:spMk id="28675" creationId="{11DDDBC3-4521-83D6-052A-496915B07597}"/>
          </ac:spMkLst>
        </pc:spChg>
        <pc:spChg chg="mod">
          <ac:chgData name="Jérémy  NICON" userId="94a6ae6d-3ccb-4b58-a804-76c2e74f6511" providerId="ADAL" clId="{931F5A44-9163-4FC9-8C22-E10649995436}" dt="2024-11-07T14:07:51.223" v="242" actId="1076"/>
          <ac:spMkLst>
            <pc:docMk/>
            <pc:sldMk cId="0" sldId="391"/>
            <ac:spMk id="28676" creationId="{1EAB5F8D-CACB-2F39-201E-BC95361A445C}"/>
          </ac:spMkLst>
        </pc:spChg>
        <pc:spChg chg="mod">
          <ac:chgData name="Jérémy  NICON" userId="94a6ae6d-3ccb-4b58-a804-76c2e74f6511" providerId="ADAL" clId="{931F5A44-9163-4FC9-8C22-E10649995436}" dt="2024-11-07T14:07:51.223" v="242" actId="1076"/>
          <ac:spMkLst>
            <pc:docMk/>
            <pc:sldMk cId="0" sldId="391"/>
            <ac:spMk id="28677" creationId="{D20205E1-9907-011B-5AED-CEAE16F3A167}"/>
          </ac:spMkLst>
        </pc:spChg>
        <pc:spChg chg="mod">
          <ac:chgData name="Jérémy  NICON" userId="94a6ae6d-3ccb-4b58-a804-76c2e74f6511" providerId="ADAL" clId="{931F5A44-9163-4FC9-8C22-E10649995436}" dt="2024-11-07T14:07:51.223" v="242" actId="1076"/>
          <ac:spMkLst>
            <pc:docMk/>
            <pc:sldMk cId="0" sldId="391"/>
            <ac:spMk id="28678" creationId="{86AB7799-C0E8-4FBA-9128-420888B7AD0D}"/>
          </ac:spMkLst>
        </pc:spChg>
        <pc:spChg chg="mod">
          <ac:chgData name="Jérémy  NICON" userId="94a6ae6d-3ccb-4b58-a804-76c2e74f6511" providerId="ADAL" clId="{931F5A44-9163-4FC9-8C22-E10649995436}" dt="2024-11-07T14:07:51.223" v="242" actId="1076"/>
          <ac:spMkLst>
            <pc:docMk/>
            <pc:sldMk cId="0" sldId="391"/>
            <ac:spMk id="28679" creationId="{40CDFA10-54C0-A9CE-A32D-A90501AE0883}"/>
          </ac:spMkLst>
        </pc:spChg>
      </pc:sldChg>
      <pc:sldChg chg="delSp modSp mod">
        <pc:chgData name="Jérémy  NICON" userId="94a6ae6d-3ccb-4b58-a804-76c2e74f6511" providerId="ADAL" clId="{931F5A44-9163-4FC9-8C22-E10649995436}" dt="2024-11-07T14:07:59.447" v="244" actId="1076"/>
        <pc:sldMkLst>
          <pc:docMk/>
          <pc:sldMk cId="0" sldId="392"/>
        </pc:sldMkLst>
        <pc:spChg chg="del">
          <ac:chgData name="Jérémy  NICON" userId="94a6ae6d-3ccb-4b58-a804-76c2e74f6511" providerId="ADAL" clId="{931F5A44-9163-4FC9-8C22-E10649995436}" dt="2024-11-07T14:07:54.963" v="243" actId="478"/>
          <ac:spMkLst>
            <pc:docMk/>
            <pc:sldMk cId="0" sldId="392"/>
            <ac:spMk id="2" creationId="{6712EF99-F2DF-2329-6099-16387ADB40F0}"/>
          </ac:spMkLst>
        </pc:spChg>
        <pc:spChg chg="mod">
          <ac:chgData name="Jérémy  NICON" userId="94a6ae6d-3ccb-4b58-a804-76c2e74f6511" providerId="ADAL" clId="{931F5A44-9163-4FC9-8C22-E10649995436}" dt="2024-11-07T14:07:59.447" v="244" actId="1076"/>
          <ac:spMkLst>
            <pc:docMk/>
            <pc:sldMk cId="0" sldId="392"/>
            <ac:spMk id="29699" creationId="{6C77F5F5-395B-7B7B-E54F-37BBE33C9563}"/>
          </ac:spMkLst>
        </pc:spChg>
        <pc:spChg chg="mod">
          <ac:chgData name="Jérémy  NICON" userId="94a6ae6d-3ccb-4b58-a804-76c2e74f6511" providerId="ADAL" clId="{931F5A44-9163-4FC9-8C22-E10649995436}" dt="2024-11-07T14:07:59.447" v="244" actId="1076"/>
          <ac:spMkLst>
            <pc:docMk/>
            <pc:sldMk cId="0" sldId="392"/>
            <ac:spMk id="29700" creationId="{1314E029-0A1E-F005-E109-94543DE7BF30}"/>
          </ac:spMkLst>
        </pc:spChg>
        <pc:spChg chg="mod">
          <ac:chgData name="Jérémy  NICON" userId="94a6ae6d-3ccb-4b58-a804-76c2e74f6511" providerId="ADAL" clId="{931F5A44-9163-4FC9-8C22-E10649995436}" dt="2024-11-07T14:07:59.447" v="244" actId="1076"/>
          <ac:spMkLst>
            <pc:docMk/>
            <pc:sldMk cId="0" sldId="392"/>
            <ac:spMk id="29701" creationId="{370BCDD1-21D2-D075-9B77-226DEC771395}"/>
          </ac:spMkLst>
        </pc:spChg>
        <pc:spChg chg="mod">
          <ac:chgData name="Jérémy  NICON" userId="94a6ae6d-3ccb-4b58-a804-76c2e74f6511" providerId="ADAL" clId="{931F5A44-9163-4FC9-8C22-E10649995436}" dt="2024-11-07T14:07:59.447" v="244" actId="1076"/>
          <ac:spMkLst>
            <pc:docMk/>
            <pc:sldMk cId="0" sldId="392"/>
            <ac:spMk id="29702" creationId="{6165675A-FD24-19F5-83B9-234B19275133}"/>
          </ac:spMkLst>
        </pc:spChg>
        <pc:spChg chg="mod">
          <ac:chgData name="Jérémy  NICON" userId="94a6ae6d-3ccb-4b58-a804-76c2e74f6511" providerId="ADAL" clId="{931F5A44-9163-4FC9-8C22-E10649995436}" dt="2024-11-07T14:07:59.447" v="244" actId="1076"/>
          <ac:spMkLst>
            <pc:docMk/>
            <pc:sldMk cId="0" sldId="392"/>
            <ac:spMk id="29703" creationId="{B8CE5ADC-C994-712A-E5F7-6761CB709C5F}"/>
          </ac:spMkLst>
        </pc:spChg>
        <pc:spChg chg="mod">
          <ac:chgData name="Jérémy  NICON" userId="94a6ae6d-3ccb-4b58-a804-76c2e74f6511" providerId="ADAL" clId="{931F5A44-9163-4FC9-8C22-E10649995436}" dt="2024-11-07T14:07:59.447" v="244" actId="1076"/>
          <ac:spMkLst>
            <pc:docMk/>
            <pc:sldMk cId="0" sldId="392"/>
            <ac:spMk id="29704" creationId="{04BA6F1C-B0E4-0568-1B6B-565E45B8E9C3}"/>
          </ac:spMkLst>
        </pc:spChg>
        <pc:spChg chg="mod">
          <ac:chgData name="Jérémy  NICON" userId="94a6ae6d-3ccb-4b58-a804-76c2e74f6511" providerId="ADAL" clId="{931F5A44-9163-4FC9-8C22-E10649995436}" dt="2024-11-07T14:07:59.447" v="244" actId="1076"/>
          <ac:spMkLst>
            <pc:docMk/>
            <pc:sldMk cId="0" sldId="392"/>
            <ac:spMk id="29705" creationId="{08A2821E-7552-6605-AF26-60BAA8BD6649}"/>
          </ac:spMkLst>
        </pc:spChg>
        <pc:spChg chg="mod">
          <ac:chgData name="Jérémy  NICON" userId="94a6ae6d-3ccb-4b58-a804-76c2e74f6511" providerId="ADAL" clId="{931F5A44-9163-4FC9-8C22-E10649995436}" dt="2024-11-07T14:07:59.447" v="244" actId="1076"/>
          <ac:spMkLst>
            <pc:docMk/>
            <pc:sldMk cId="0" sldId="392"/>
            <ac:spMk id="29706" creationId="{3853B9EE-8F70-13FE-3350-A3D15B47E59E}"/>
          </ac:spMkLst>
        </pc:spChg>
      </pc:sldChg>
      <pc:sldChg chg="addSp delSp modSp mod modClrScheme chgLayout">
        <pc:chgData name="Jérémy  NICON" userId="94a6ae6d-3ccb-4b58-a804-76c2e74f6511" providerId="ADAL" clId="{931F5A44-9163-4FC9-8C22-E10649995436}" dt="2024-11-07T14:08:20.273" v="249" actId="1076"/>
        <pc:sldMkLst>
          <pc:docMk/>
          <pc:sldMk cId="0" sldId="393"/>
        </pc:sldMkLst>
        <pc:spChg chg="del mod ord">
          <ac:chgData name="Jérémy  NICON" userId="94a6ae6d-3ccb-4b58-a804-76c2e74f6511" providerId="ADAL" clId="{931F5A44-9163-4FC9-8C22-E10649995436}" dt="2024-11-07T14:08:08.207" v="245" actId="700"/>
          <ac:spMkLst>
            <pc:docMk/>
            <pc:sldMk cId="0" sldId="393"/>
            <ac:spMk id="2" creationId="{240C5239-BA79-CE08-24E1-E13194FD3D75}"/>
          </ac:spMkLst>
        </pc:spChg>
        <pc:spChg chg="add del mod ord">
          <ac:chgData name="Jérémy  NICON" userId="94a6ae6d-3ccb-4b58-a804-76c2e74f6511" providerId="ADAL" clId="{931F5A44-9163-4FC9-8C22-E10649995436}" dt="2024-11-07T14:08:13.170" v="247" actId="478"/>
          <ac:spMkLst>
            <pc:docMk/>
            <pc:sldMk cId="0" sldId="393"/>
            <ac:spMk id="3" creationId="{6FA90067-5731-EEFF-28CA-F845FE366884}"/>
          </ac:spMkLst>
        </pc:spChg>
        <pc:spChg chg="add mod ord">
          <ac:chgData name="Jérémy  NICON" userId="94a6ae6d-3ccb-4b58-a804-76c2e74f6511" providerId="ADAL" clId="{931F5A44-9163-4FC9-8C22-E10649995436}" dt="2024-11-07T14:08:08.207" v="245" actId="700"/>
          <ac:spMkLst>
            <pc:docMk/>
            <pc:sldMk cId="0" sldId="393"/>
            <ac:spMk id="4" creationId="{F19AC346-F9F7-9830-C86F-A0566CB459CE}"/>
          </ac:spMkLst>
        </pc:spChg>
        <pc:spChg chg="add del mod ord">
          <ac:chgData name="Jérémy  NICON" userId="94a6ae6d-3ccb-4b58-a804-76c2e74f6511" providerId="ADAL" clId="{931F5A44-9163-4FC9-8C22-E10649995436}" dt="2024-11-07T14:08:10.487" v="246" actId="478"/>
          <ac:spMkLst>
            <pc:docMk/>
            <pc:sldMk cId="0" sldId="393"/>
            <ac:spMk id="5" creationId="{C804D0C7-B9D3-F4C0-F510-4DC1823F64C9}"/>
          </ac:spMkLst>
        </pc:spChg>
        <pc:spChg chg="mod">
          <ac:chgData name="Jérémy  NICON" userId="94a6ae6d-3ccb-4b58-a804-76c2e74f6511" providerId="ADAL" clId="{931F5A44-9163-4FC9-8C22-E10649995436}" dt="2024-11-07T14:08:20.273" v="249" actId="1076"/>
          <ac:spMkLst>
            <pc:docMk/>
            <pc:sldMk cId="0" sldId="393"/>
            <ac:spMk id="8" creationId="{9C0BA417-0026-AB4E-29B3-6406AD83BDFE}"/>
          </ac:spMkLst>
        </pc:spChg>
        <pc:spChg chg="mod ord">
          <ac:chgData name="Jérémy  NICON" userId="94a6ae6d-3ccb-4b58-a804-76c2e74f6511" providerId="ADAL" clId="{931F5A44-9163-4FC9-8C22-E10649995436}" dt="2024-11-07T14:08:08.207" v="245" actId="700"/>
          <ac:spMkLst>
            <pc:docMk/>
            <pc:sldMk cId="0" sldId="393"/>
            <ac:spMk id="30723" creationId="{244BC82C-D1DC-B9AC-40C2-BD7A2589B036}"/>
          </ac:spMkLst>
        </pc:spChg>
      </pc:sldChg>
      <pc:sldChg chg="addSp delSp modSp mod modClrScheme chgLayout">
        <pc:chgData name="Jérémy  NICON" userId="94a6ae6d-3ccb-4b58-a804-76c2e74f6511" providerId="ADAL" clId="{931F5A44-9163-4FC9-8C22-E10649995436}" dt="2024-11-07T14:09:06.422" v="269" actId="122"/>
        <pc:sldMkLst>
          <pc:docMk/>
          <pc:sldMk cId="0" sldId="394"/>
        </pc:sldMkLst>
        <pc:spChg chg="del mod ord">
          <ac:chgData name="Jérémy  NICON" userId="94a6ae6d-3ccb-4b58-a804-76c2e74f6511" providerId="ADAL" clId="{931F5A44-9163-4FC9-8C22-E10649995436}" dt="2024-11-07T14:08:30.237" v="250" actId="700"/>
          <ac:spMkLst>
            <pc:docMk/>
            <pc:sldMk cId="0" sldId="394"/>
            <ac:spMk id="2" creationId="{8A890FFB-7DAD-CD43-2249-81B2DF9F226A}"/>
          </ac:spMkLst>
        </pc:spChg>
        <pc:spChg chg="del mod ord">
          <ac:chgData name="Jérémy  NICON" userId="94a6ae6d-3ccb-4b58-a804-76c2e74f6511" providerId="ADAL" clId="{931F5A44-9163-4FC9-8C22-E10649995436}" dt="2024-11-07T14:08:30.237" v="250" actId="700"/>
          <ac:spMkLst>
            <pc:docMk/>
            <pc:sldMk cId="0" sldId="394"/>
            <ac:spMk id="3" creationId="{D7DFBC0C-9D26-42AB-8EF5-21B4D6A75DEF}"/>
          </ac:spMkLst>
        </pc:spChg>
        <pc:spChg chg="add del mod ord">
          <ac:chgData name="Jérémy  NICON" userId="94a6ae6d-3ccb-4b58-a804-76c2e74f6511" providerId="ADAL" clId="{931F5A44-9163-4FC9-8C22-E10649995436}" dt="2024-11-07T14:08:34.640" v="252" actId="478"/>
          <ac:spMkLst>
            <pc:docMk/>
            <pc:sldMk cId="0" sldId="394"/>
            <ac:spMk id="4" creationId="{786EF6F8-FD01-8E59-D4F2-41E169CDADCF}"/>
          </ac:spMkLst>
        </pc:spChg>
        <pc:spChg chg="add del mod ord">
          <ac:chgData name="Jérémy  NICON" userId="94a6ae6d-3ccb-4b58-a804-76c2e74f6511" providerId="ADAL" clId="{931F5A44-9163-4FC9-8C22-E10649995436}" dt="2024-11-07T14:08:32.755" v="251" actId="478"/>
          <ac:spMkLst>
            <pc:docMk/>
            <pc:sldMk cId="0" sldId="394"/>
            <ac:spMk id="5" creationId="{ADE6ECF8-4440-A4D8-515A-5A3419778E76}"/>
          </ac:spMkLst>
        </pc:spChg>
        <pc:spChg chg="mod">
          <ac:chgData name="Jérémy  NICON" userId="94a6ae6d-3ccb-4b58-a804-76c2e74f6511" providerId="ADAL" clId="{931F5A44-9163-4FC9-8C22-E10649995436}" dt="2024-11-07T14:09:06.422" v="269" actId="122"/>
          <ac:spMkLst>
            <pc:docMk/>
            <pc:sldMk cId="0" sldId="394"/>
            <ac:spMk id="5122" creationId="{9D2F2A11-2005-23CC-A46A-FF8EC457E4DA}"/>
          </ac:spMkLst>
        </pc:spChg>
      </pc:sldChg>
      <pc:sldChg chg="modSp mod">
        <pc:chgData name="Jérémy  NICON" userId="94a6ae6d-3ccb-4b58-a804-76c2e74f6511" providerId="ADAL" clId="{931F5A44-9163-4FC9-8C22-E10649995436}" dt="2024-11-07T14:09:19.831" v="270" actId="14100"/>
        <pc:sldMkLst>
          <pc:docMk/>
          <pc:sldMk cId="0" sldId="396"/>
        </pc:sldMkLst>
        <pc:spChg chg="mod">
          <ac:chgData name="Jérémy  NICON" userId="94a6ae6d-3ccb-4b58-a804-76c2e74f6511" providerId="ADAL" clId="{931F5A44-9163-4FC9-8C22-E10649995436}" dt="2024-11-07T14:09:19.831" v="270" actId="14100"/>
          <ac:spMkLst>
            <pc:docMk/>
            <pc:sldMk cId="0" sldId="396"/>
            <ac:spMk id="7170" creationId="{1ADD1E62-5247-3E83-F8CB-534D23EAA4E4}"/>
          </ac:spMkLst>
        </pc:spChg>
      </pc:sldChg>
      <pc:sldChg chg="delSp modSp mod">
        <pc:chgData name="Jérémy  NICON" userId="94a6ae6d-3ccb-4b58-a804-76c2e74f6511" providerId="ADAL" clId="{931F5A44-9163-4FC9-8C22-E10649995436}" dt="2024-11-07T14:09:39.796" v="275" actId="1076"/>
        <pc:sldMkLst>
          <pc:docMk/>
          <pc:sldMk cId="0" sldId="397"/>
        </pc:sldMkLst>
        <pc:spChg chg="del">
          <ac:chgData name="Jérémy  NICON" userId="94a6ae6d-3ccb-4b58-a804-76c2e74f6511" providerId="ADAL" clId="{931F5A44-9163-4FC9-8C22-E10649995436}" dt="2024-11-07T14:09:24.271" v="271" actId="478"/>
          <ac:spMkLst>
            <pc:docMk/>
            <pc:sldMk cId="0" sldId="397"/>
            <ac:spMk id="2" creationId="{8D9D9DC4-B43F-D7A6-B17E-0A3841C56AA8}"/>
          </ac:spMkLst>
        </pc:spChg>
        <pc:spChg chg="mod">
          <ac:chgData name="Jérémy  NICON" userId="94a6ae6d-3ccb-4b58-a804-76c2e74f6511" providerId="ADAL" clId="{931F5A44-9163-4FC9-8C22-E10649995436}" dt="2024-11-07T14:09:35.242" v="274" actId="1076"/>
          <ac:spMkLst>
            <pc:docMk/>
            <pc:sldMk cId="0" sldId="397"/>
            <ac:spMk id="3" creationId="{238D5372-6DBB-5DFA-15DD-E0A04F1DF93B}"/>
          </ac:spMkLst>
        </pc:spChg>
        <pc:spChg chg="mod">
          <ac:chgData name="Jérémy  NICON" userId="94a6ae6d-3ccb-4b58-a804-76c2e74f6511" providerId="ADAL" clId="{931F5A44-9163-4FC9-8C22-E10649995436}" dt="2024-11-07T14:09:35.242" v="274" actId="1076"/>
          <ac:spMkLst>
            <pc:docMk/>
            <pc:sldMk cId="0" sldId="397"/>
            <ac:spMk id="4" creationId="{77C9C342-3B52-0D8D-593B-6D76E03C0D88}"/>
          </ac:spMkLst>
        </pc:spChg>
        <pc:spChg chg="mod">
          <ac:chgData name="Jérémy  NICON" userId="94a6ae6d-3ccb-4b58-a804-76c2e74f6511" providerId="ADAL" clId="{931F5A44-9163-4FC9-8C22-E10649995436}" dt="2024-11-07T14:09:35.242" v="274" actId="1076"/>
          <ac:spMkLst>
            <pc:docMk/>
            <pc:sldMk cId="0" sldId="397"/>
            <ac:spMk id="5" creationId="{C263A699-01D9-B5CD-8931-833BD79A03E8}"/>
          </ac:spMkLst>
        </pc:spChg>
        <pc:spChg chg="mod">
          <ac:chgData name="Jérémy  NICON" userId="94a6ae6d-3ccb-4b58-a804-76c2e74f6511" providerId="ADAL" clId="{931F5A44-9163-4FC9-8C22-E10649995436}" dt="2024-11-07T14:09:35.242" v="274" actId="1076"/>
          <ac:spMkLst>
            <pc:docMk/>
            <pc:sldMk cId="0" sldId="397"/>
            <ac:spMk id="8" creationId="{7EBE5985-9AAF-93FE-29EF-B6F6BDCDE783}"/>
          </ac:spMkLst>
        </pc:spChg>
        <pc:spChg chg="mod">
          <ac:chgData name="Jérémy  NICON" userId="94a6ae6d-3ccb-4b58-a804-76c2e74f6511" providerId="ADAL" clId="{931F5A44-9163-4FC9-8C22-E10649995436}" dt="2024-11-07T14:09:35.242" v="274" actId="1076"/>
          <ac:spMkLst>
            <pc:docMk/>
            <pc:sldMk cId="0" sldId="397"/>
            <ac:spMk id="18" creationId="{E29EF54C-7045-8B2D-9550-7F6D0DED2295}"/>
          </ac:spMkLst>
        </pc:spChg>
        <pc:spChg chg="mod">
          <ac:chgData name="Jérémy  NICON" userId="94a6ae6d-3ccb-4b58-a804-76c2e74f6511" providerId="ADAL" clId="{931F5A44-9163-4FC9-8C22-E10649995436}" dt="2024-11-07T14:09:35.242" v="274" actId="1076"/>
          <ac:spMkLst>
            <pc:docMk/>
            <pc:sldMk cId="0" sldId="397"/>
            <ac:spMk id="45" creationId="{87B96CA2-3898-9D63-F729-673FAA95AB76}"/>
          </ac:spMkLst>
        </pc:spChg>
        <pc:spChg chg="mod">
          <ac:chgData name="Jérémy  NICON" userId="94a6ae6d-3ccb-4b58-a804-76c2e74f6511" providerId="ADAL" clId="{931F5A44-9163-4FC9-8C22-E10649995436}" dt="2024-11-07T14:09:35.242" v="274" actId="1076"/>
          <ac:spMkLst>
            <pc:docMk/>
            <pc:sldMk cId="0" sldId="397"/>
            <ac:spMk id="48" creationId="{64AB1E3A-C44E-124F-2D1F-3779DF2CEA57}"/>
          </ac:spMkLst>
        </pc:spChg>
        <pc:spChg chg="mod">
          <ac:chgData name="Jérémy  NICON" userId="94a6ae6d-3ccb-4b58-a804-76c2e74f6511" providerId="ADAL" clId="{931F5A44-9163-4FC9-8C22-E10649995436}" dt="2024-11-07T14:09:35.242" v="274" actId="1076"/>
          <ac:spMkLst>
            <pc:docMk/>
            <pc:sldMk cId="0" sldId="397"/>
            <ac:spMk id="51" creationId="{3E28666F-FEAF-2135-077C-D33F45644B35}"/>
          </ac:spMkLst>
        </pc:spChg>
        <pc:spChg chg="mod">
          <ac:chgData name="Jérémy  NICON" userId="94a6ae6d-3ccb-4b58-a804-76c2e74f6511" providerId="ADAL" clId="{931F5A44-9163-4FC9-8C22-E10649995436}" dt="2024-11-07T14:09:35.242" v="274" actId="1076"/>
          <ac:spMkLst>
            <pc:docMk/>
            <pc:sldMk cId="0" sldId="397"/>
            <ac:spMk id="54" creationId="{6B343471-3B77-1847-85FB-038756AA30A9}"/>
          </ac:spMkLst>
        </pc:spChg>
        <pc:spChg chg="mod">
          <ac:chgData name="Jérémy  NICON" userId="94a6ae6d-3ccb-4b58-a804-76c2e74f6511" providerId="ADAL" clId="{931F5A44-9163-4FC9-8C22-E10649995436}" dt="2024-11-07T14:09:35.242" v="274" actId="1076"/>
          <ac:spMkLst>
            <pc:docMk/>
            <pc:sldMk cId="0" sldId="397"/>
            <ac:spMk id="74" creationId="{4E41FD2A-BB8F-044D-A5DC-A875870223F9}"/>
          </ac:spMkLst>
        </pc:spChg>
        <pc:spChg chg="mod">
          <ac:chgData name="Jérémy  NICON" userId="94a6ae6d-3ccb-4b58-a804-76c2e74f6511" providerId="ADAL" clId="{931F5A44-9163-4FC9-8C22-E10649995436}" dt="2024-11-07T14:09:35.242" v="274" actId="1076"/>
          <ac:spMkLst>
            <pc:docMk/>
            <pc:sldMk cId="0" sldId="397"/>
            <ac:spMk id="77" creationId="{640544AF-87F7-A773-4294-63AC78AC9398}"/>
          </ac:spMkLst>
        </pc:spChg>
        <pc:spChg chg="mod">
          <ac:chgData name="Jérémy  NICON" userId="94a6ae6d-3ccb-4b58-a804-76c2e74f6511" providerId="ADAL" clId="{931F5A44-9163-4FC9-8C22-E10649995436}" dt="2024-11-07T14:09:35.242" v="274" actId="1076"/>
          <ac:spMkLst>
            <pc:docMk/>
            <pc:sldMk cId="0" sldId="397"/>
            <ac:spMk id="80" creationId="{300ED24D-37DE-E07F-094E-6B566B2E6EC9}"/>
          </ac:spMkLst>
        </pc:spChg>
        <pc:spChg chg="mod">
          <ac:chgData name="Jérémy  NICON" userId="94a6ae6d-3ccb-4b58-a804-76c2e74f6511" providerId="ADAL" clId="{931F5A44-9163-4FC9-8C22-E10649995436}" dt="2024-11-07T14:09:35.242" v="274" actId="1076"/>
          <ac:spMkLst>
            <pc:docMk/>
            <pc:sldMk cId="0" sldId="397"/>
            <ac:spMk id="82" creationId="{CA0452BE-A6FA-135B-83D0-EB8818EF57B1}"/>
          </ac:spMkLst>
        </pc:spChg>
        <pc:spChg chg="mod">
          <ac:chgData name="Jérémy  NICON" userId="94a6ae6d-3ccb-4b58-a804-76c2e74f6511" providerId="ADAL" clId="{931F5A44-9163-4FC9-8C22-E10649995436}" dt="2024-11-07T14:09:35.242" v="274" actId="1076"/>
          <ac:spMkLst>
            <pc:docMk/>
            <pc:sldMk cId="0" sldId="397"/>
            <ac:spMk id="87" creationId="{346A32D8-4DF6-7A4E-CB3D-059E6C9B9FA1}"/>
          </ac:spMkLst>
        </pc:spChg>
        <pc:spChg chg="mod">
          <ac:chgData name="Jérémy  NICON" userId="94a6ae6d-3ccb-4b58-a804-76c2e74f6511" providerId="ADAL" clId="{931F5A44-9163-4FC9-8C22-E10649995436}" dt="2024-11-07T14:09:39.796" v="275" actId="1076"/>
          <ac:spMkLst>
            <pc:docMk/>
            <pc:sldMk cId="0" sldId="397"/>
            <ac:spMk id="8194" creationId="{AD9A2527-E752-BE2B-2EB3-AB6693DA5154}"/>
          </ac:spMkLst>
        </pc:spChg>
        <pc:spChg chg="mod">
          <ac:chgData name="Jérémy  NICON" userId="94a6ae6d-3ccb-4b58-a804-76c2e74f6511" providerId="ADAL" clId="{931F5A44-9163-4FC9-8C22-E10649995436}" dt="2024-11-07T14:09:35.242" v="274" actId="1076"/>
          <ac:spMkLst>
            <pc:docMk/>
            <pc:sldMk cId="0" sldId="397"/>
            <ac:spMk id="8195" creationId="{2E2CEEB5-D1A1-53B3-6819-C793AB13A489}"/>
          </ac:spMkLst>
        </pc:spChg>
        <pc:spChg chg="mod">
          <ac:chgData name="Jérémy  NICON" userId="94a6ae6d-3ccb-4b58-a804-76c2e74f6511" providerId="ADAL" clId="{931F5A44-9163-4FC9-8C22-E10649995436}" dt="2024-11-07T14:09:35.242" v="274" actId="1076"/>
          <ac:spMkLst>
            <pc:docMk/>
            <pc:sldMk cId="0" sldId="397"/>
            <ac:spMk id="8199" creationId="{A75090B0-0FC4-9762-6A33-E3F7214EA0AB}"/>
          </ac:spMkLst>
        </pc:spChg>
        <pc:spChg chg="mod">
          <ac:chgData name="Jérémy  NICON" userId="94a6ae6d-3ccb-4b58-a804-76c2e74f6511" providerId="ADAL" clId="{931F5A44-9163-4FC9-8C22-E10649995436}" dt="2024-11-07T14:09:35.242" v="274" actId="1076"/>
          <ac:spMkLst>
            <pc:docMk/>
            <pc:sldMk cId="0" sldId="397"/>
            <ac:spMk id="8201" creationId="{32231812-7D4D-8B05-8C8C-9696FFDB1FCD}"/>
          </ac:spMkLst>
        </pc:spChg>
        <pc:spChg chg="mod">
          <ac:chgData name="Jérémy  NICON" userId="94a6ae6d-3ccb-4b58-a804-76c2e74f6511" providerId="ADAL" clId="{931F5A44-9163-4FC9-8C22-E10649995436}" dt="2024-11-07T14:09:35.242" v="274" actId="1076"/>
          <ac:spMkLst>
            <pc:docMk/>
            <pc:sldMk cId="0" sldId="397"/>
            <ac:spMk id="8202" creationId="{7C0324E6-06A9-61F0-CA97-B496DAC2BFEF}"/>
          </ac:spMkLst>
        </pc:spChg>
        <pc:spChg chg="mod">
          <ac:chgData name="Jérémy  NICON" userId="94a6ae6d-3ccb-4b58-a804-76c2e74f6511" providerId="ADAL" clId="{931F5A44-9163-4FC9-8C22-E10649995436}" dt="2024-11-07T14:09:35.242" v="274" actId="1076"/>
          <ac:spMkLst>
            <pc:docMk/>
            <pc:sldMk cId="0" sldId="397"/>
            <ac:spMk id="8204" creationId="{AE53E28F-57E0-1727-251D-3BF9691771D3}"/>
          </ac:spMkLst>
        </pc:spChg>
        <pc:spChg chg="mod">
          <ac:chgData name="Jérémy  NICON" userId="94a6ae6d-3ccb-4b58-a804-76c2e74f6511" providerId="ADAL" clId="{931F5A44-9163-4FC9-8C22-E10649995436}" dt="2024-11-07T14:09:35.242" v="274" actId="1076"/>
          <ac:spMkLst>
            <pc:docMk/>
            <pc:sldMk cId="0" sldId="397"/>
            <ac:spMk id="8212" creationId="{22603793-EFDC-CBBA-4933-B046DAF3D370}"/>
          </ac:spMkLst>
        </pc:spChg>
        <pc:spChg chg="mod">
          <ac:chgData name="Jérémy  NICON" userId="94a6ae6d-3ccb-4b58-a804-76c2e74f6511" providerId="ADAL" clId="{931F5A44-9163-4FC9-8C22-E10649995436}" dt="2024-11-07T14:09:35.242" v="274" actId="1076"/>
          <ac:spMkLst>
            <pc:docMk/>
            <pc:sldMk cId="0" sldId="397"/>
            <ac:spMk id="8215" creationId="{7B0B8A6B-DE40-C481-5AE8-2E7AF8F06B92}"/>
          </ac:spMkLst>
        </pc:spChg>
        <pc:spChg chg="mod">
          <ac:chgData name="Jérémy  NICON" userId="94a6ae6d-3ccb-4b58-a804-76c2e74f6511" providerId="ADAL" clId="{931F5A44-9163-4FC9-8C22-E10649995436}" dt="2024-11-07T14:09:35.242" v="274" actId="1076"/>
          <ac:spMkLst>
            <pc:docMk/>
            <pc:sldMk cId="0" sldId="397"/>
            <ac:spMk id="8218" creationId="{99644662-8C22-F198-73E6-28F38443EDDC}"/>
          </ac:spMkLst>
        </pc:spChg>
        <pc:spChg chg="mod">
          <ac:chgData name="Jérémy  NICON" userId="94a6ae6d-3ccb-4b58-a804-76c2e74f6511" providerId="ADAL" clId="{931F5A44-9163-4FC9-8C22-E10649995436}" dt="2024-11-07T14:09:35.242" v="274" actId="1076"/>
          <ac:spMkLst>
            <pc:docMk/>
            <pc:sldMk cId="0" sldId="397"/>
            <ac:spMk id="8223" creationId="{97FE7941-6ECA-AB4E-DBC3-B7F6C1A06424}"/>
          </ac:spMkLst>
        </pc:spChg>
        <pc:spChg chg="mod">
          <ac:chgData name="Jérémy  NICON" userId="94a6ae6d-3ccb-4b58-a804-76c2e74f6511" providerId="ADAL" clId="{931F5A44-9163-4FC9-8C22-E10649995436}" dt="2024-11-07T14:09:35.242" v="274" actId="1076"/>
          <ac:spMkLst>
            <pc:docMk/>
            <pc:sldMk cId="0" sldId="397"/>
            <ac:spMk id="8225" creationId="{5867E927-B3F8-EB8A-AE57-3A8501ECFE3D}"/>
          </ac:spMkLst>
        </pc:spChg>
        <pc:spChg chg="mod">
          <ac:chgData name="Jérémy  NICON" userId="94a6ae6d-3ccb-4b58-a804-76c2e74f6511" providerId="ADAL" clId="{931F5A44-9163-4FC9-8C22-E10649995436}" dt="2024-11-07T14:09:35.242" v="274" actId="1076"/>
          <ac:spMkLst>
            <pc:docMk/>
            <pc:sldMk cId="0" sldId="397"/>
            <ac:spMk id="8226" creationId="{AFC66BD9-6EC6-6553-6AE4-8FDE6F6EAF9C}"/>
          </ac:spMkLst>
        </pc:spChg>
        <pc:spChg chg="mod">
          <ac:chgData name="Jérémy  NICON" userId="94a6ae6d-3ccb-4b58-a804-76c2e74f6511" providerId="ADAL" clId="{931F5A44-9163-4FC9-8C22-E10649995436}" dt="2024-11-07T14:09:35.242" v="274" actId="1076"/>
          <ac:spMkLst>
            <pc:docMk/>
            <pc:sldMk cId="0" sldId="397"/>
            <ac:spMk id="8228" creationId="{9322ADCB-4A26-9D26-3C00-706DDC363904}"/>
          </ac:spMkLst>
        </pc:spChg>
        <pc:spChg chg="mod">
          <ac:chgData name="Jérémy  NICON" userId="94a6ae6d-3ccb-4b58-a804-76c2e74f6511" providerId="ADAL" clId="{931F5A44-9163-4FC9-8C22-E10649995436}" dt="2024-11-07T14:09:35.242" v="274" actId="1076"/>
          <ac:spMkLst>
            <pc:docMk/>
            <pc:sldMk cId="0" sldId="397"/>
            <ac:spMk id="8230" creationId="{2823DAE3-3A1F-A8B1-FC04-8749DAC04494}"/>
          </ac:spMkLst>
        </pc:spChg>
        <pc:spChg chg="mod">
          <ac:chgData name="Jérémy  NICON" userId="94a6ae6d-3ccb-4b58-a804-76c2e74f6511" providerId="ADAL" clId="{931F5A44-9163-4FC9-8C22-E10649995436}" dt="2024-11-07T14:09:35.242" v="274" actId="1076"/>
          <ac:spMkLst>
            <pc:docMk/>
            <pc:sldMk cId="0" sldId="397"/>
            <ac:spMk id="8232" creationId="{BF9CDAD1-7677-9999-F1AF-11845A330E9D}"/>
          </ac:spMkLst>
        </pc:spChg>
        <pc:spChg chg="mod">
          <ac:chgData name="Jérémy  NICON" userId="94a6ae6d-3ccb-4b58-a804-76c2e74f6511" providerId="ADAL" clId="{931F5A44-9163-4FC9-8C22-E10649995436}" dt="2024-11-07T14:09:35.242" v="274" actId="1076"/>
          <ac:spMkLst>
            <pc:docMk/>
            <pc:sldMk cId="0" sldId="397"/>
            <ac:spMk id="8234" creationId="{2A6A50B2-71B3-143B-CED5-E4C3CB0E3B9A}"/>
          </ac:spMkLst>
        </pc:spChg>
        <pc:grpChg chg="mod">
          <ac:chgData name="Jérémy  NICON" userId="94a6ae6d-3ccb-4b58-a804-76c2e74f6511" providerId="ADAL" clId="{931F5A44-9163-4FC9-8C22-E10649995436}" dt="2024-11-07T14:09:35.242" v="274" actId="1076"/>
          <ac:grpSpMkLst>
            <pc:docMk/>
            <pc:sldMk cId="0" sldId="397"/>
            <ac:grpSpMk id="8205" creationId="{264BB92D-18A1-591A-B4FC-C1AD83DC3A40}"/>
          </ac:grpSpMkLst>
        </pc:grpChg>
        <pc:grpChg chg="mod">
          <ac:chgData name="Jérémy  NICON" userId="94a6ae6d-3ccb-4b58-a804-76c2e74f6511" providerId="ADAL" clId="{931F5A44-9163-4FC9-8C22-E10649995436}" dt="2024-11-07T14:09:35.242" v="274" actId="1076"/>
          <ac:grpSpMkLst>
            <pc:docMk/>
            <pc:sldMk cId="0" sldId="397"/>
            <ac:grpSpMk id="8206" creationId="{BC664564-8BF8-B57D-B9F6-3C626D0F00F7}"/>
          </ac:grpSpMkLst>
        </pc:grpChg>
        <pc:grpChg chg="mod">
          <ac:chgData name="Jérémy  NICON" userId="94a6ae6d-3ccb-4b58-a804-76c2e74f6511" providerId="ADAL" clId="{931F5A44-9163-4FC9-8C22-E10649995436}" dt="2024-11-07T14:09:35.242" v="274" actId="1076"/>
          <ac:grpSpMkLst>
            <pc:docMk/>
            <pc:sldMk cId="0" sldId="397"/>
            <ac:grpSpMk id="8207" creationId="{6D25B3EB-A329-198B-198D-4AACF9CF43D6}"/>
          </ac:grpSpMkLst>
        </pc:grpChg>
        <pc:grpChg chg="mod">
          <ac:chgData name="Jérémy  NICON" userId="94a6ae6d-3ccb-4b58-a804-76c2e74f6511" providerId="ADAL" clId="{931F5A44-9163-4FC9-8C22-E10649995436}" dt="2024-11-07T14:09:35.242" v="274" actId="1076"/>
          <ac:grpSpMkLst>
            <pc:docMk/>
            <pc:sldMk cId="0" sldId="397"/>
            <ac:grpSpMk id="8216" creationId="{00DD1C7C-CC2B-94A5-58D2-3C776AA63770}"/>
          </ac:grpSpMkLst>
        </pc:grpChg>
        <pc:cxnChg chg="mod">
          <ac:chgData name="Jérémy  NICON" userId="94a6ae6d-3ccb-4b58-a804-76c2e74f6511" providerId="ADAL" clId="{931F5A44-9163-4FC9-8C22-E10649995436}" dt="2024-11-07T14:09:35.242" v="274" actId="1076"/>
          <ac:cxnSpMkLst>
            <pc:docMk/>
            <pc:sldMk cId="0" sldId="397"/>
            <ac:cxnSpMk id="56" creationId="{F1CDCA58-DFB6-E233-57CF-BEAD62E85AF1}"/>
          </ac:cxnSpMkLst>
        </pc:cxnChg>
        <pc:cxnChg chg="mod">
          <ac:chgData name="Jérémy  NICON" userId="94a6ae6d-3ccb-4b58-a804-76c2e74f6511" providerId="ADAL" clId="{931F5A44-9163-4FC9-8C22-E10649995436}" dt="2024-11-07T14:09:35.242" v="274" actId="1076"/>
          <ac:cxnSpMkLst>
            <pc:docMk/>
            <pc:sldMk cId="0" sldId="397"/>
            <ac:cxnSpMk id="57" creationId="{08416A7F-E552-0165-60F5-4417D79FB9C8}"/>
          </ac:cxnSpMkLst>
        </pc:cxnChg>
        <pc:cxnChg chg="mod">
          <ac:chgData name="Jérémy  NICON" userId="94a6ae6d-3ccb-4b58-a804-76c2e74f6511" providerId="ADAL" clId="{931F5A44-9163-4FC9-8C22-E10649995436}" dt="2024-11-07T14:09:35.242" v="274" actId="1076"/>
          <ac:cxnSpMkLst>
            <pc:docMk/>
            <pc:sldMk cId="0" sldId="397"/>
            <ac:cxnSpMk id="58" creationId="{F6DFC53A-7B0C-90AD-1C95-400299AD2C0D}"/>
          </ac:cxnSpMkLst>
        </pc:cxnChg>
        <pc:cxnChg chg="mod">
          <ac:chgData name="Jérémy  NICON" userId="94a6ae6d-3ccb-4b58-a804-76c2e74f6511" providerId="ADAL" clId="{931F5A44-9163-4FC9-8C22-E10649995436}" dt="2024-11-07T14:09:35.242" v="274" actId="1076"/>
          <ac:cxnSpMkLst>
            <pc:docMk/>
            <pc:sldMk cId="0" sldId="397"/>
            <ac:cxnSpMk id="76" creationId="{157A6D20-4C14-121D-C8D7-D2BD8D6F3A8B}"/>
          </ac:cxnSpMkLst>
        </pc:cxnChg>
        <pc:cxnChg chg="mod">
          <ac:chgData name="Jérémy  NICON" userId="94a6ae6d-3ccb-4b58-a804-76c2e74f6511" providerId="ADAL" clId="{931F5A44-9163-4FC9-8C22-E10649995436}" dt="2024-11-07T14:09:35.242" v="274" actId="1076"/>
          <ac:cxnSpMkLst>
            <pc:docMk/>
            <pc:sldMk cId="0" sldId="397"/>
            <ac:cxnSpMk id="84" creationId="{9629F93A-544C-1FCD-EAD1-A4F6A6FB98FB}"/>
          </ac:cxnSpMkLst>
        </pc:cxnChg>
        <pc:cxnChg chg="mod">
          <ac:chgData name="Jérémy  NICON" userId="94a6ae6d-3ccb-4b58-a804-76c2e74f6511" providerId="ADAL" clId="{931F5A44-9163-4FC9-8C22-E10649995436}" dt="2024-11-07T14:09:35.242" v="274" actId="1076"/>
          <ac:cxnSpMkLst>
            <pc:docMk/>
            <pc:sldMk cId="0" sldId="397"/>
            <ac:cxnSpMk id="85" creationId="{8973313F-EE31-2AF2-762B-1AAA61D32747}"/>
          </ac:cxnSpMkLst>
        </pc:cxnChg>
        <pc:cxnChg chg="mod">
          <ac:chgData name="Jérémy  NICON" userId="94a6ae6d-3ccb-4b58-a804-76c2e74f6511" providerId="ADAL" clId="{931F5A44-9163-4FC9-8C22-E10649995436}" dt="2024-11-07T14:09:35.242" v="274" actId="1076"/>
          <ac:cxnSpMkLst>
            <pc:docMk/>
            <pc:sldMk cId="0" sldId="397"/>
            <ac:cxnSpMk id="86" creationId="{84DF210F-1FD4-ABD3-C428-F9E7DD48003A}"/>
          </ac:cxnSpMkLst>
        </pc:cxnChg>
      </pc:sldChg>
      <pc:sldChg chg="delSp modSp mod">
        <pc:chgData name="Jérémy  NICON" userId="94a6ae6d-3ccb-4b58-a804-76c2e74f6511" providerId="ADAL" clId="{931F5A44-9163-4FC9-8C22-E10649995436}" dt="2024-11-07T14:10:11.386" v="277" actId="1076"/>
        <pc:sldMkLst>
          <pc:docMk/>
          <pc:sldMk cId="0" sldId="398"/>
        </pc:sldMkLst>
        <pc:spChg chg="del">
          <ac:chgData name="Jérémy  NICON" userId="94a6ae6d-3ccb-4b58-a804-76c2e74f6511" providerId="ADAL" clId="{931F5A44-9163-4FC9-8C22-E10649995436}" dt="2024-11-07T14:10:07.097" v="276" actId="478"/>
          <ac:spMkLst>
            <pc:docMk/>
            <pc:sldMk cId="0" sldId="398"/>
            <ac:spMk id="2" creationId="{DEBF1F87-8685-50DF-5807-204F9315740F}"/>
          </ac:spMkLst>
        </pc:spChg>
        <pc:spChg chg="mod">
          <ac:chgData name="Jérémy  NICON" userId="94a6ae6d-3ccb-4b58-a804-76c2e74f6511" providerId="ADAL" clId="{931F5A44-9163-4FC9-8C22-E10649995436}" dt="2024-11-07T14:10:11.386" v="277" actId="1076"/>
          <ac:spMkLst>
            <pc:docMk/>
            <pc:sldMk cId="0" sldId="398"/>
            <ac:spMk id="9219" creationId="{7C07C119-71E8-0BBB-6CDA-B7860DD21D27}"/>
          </ac:spMkLst>
        </pc:spChg>
      </pc:sldChg>
      <pc:sldChg chg="delSp modSp mod">
        <pc:chgData name="Jérémy  NICON" userId="94a6ae6d-3ccb-4b58-a804-76c2e74f6511" providerId="ADAL" clId="{931F5A44-9163-4FC9-8C22-E10649995436}" dt="2024-11-07T14:10:34.461" v="279" actId="1076"/>
        <pc:sldMkLst>
          <pc:docMk/>
          <pc:sldMk cId="0" sldId="399"/>
        </pc:sldMkLst>
        <pc:spChg chg="del">
          <ac:chgData name="Jérémy  NICON" userId="94a6ae6d-3ccb-4b58-a804-76c2e74f6511" providerId="ADAL" clId="{931F5A44-9163-4FC9-8C22-E10649995436}" dt="2024-11-07T14:10:27.419" v="278" actId="478"/>
          <ac:spMkLst>
            <pc:docMk/>
            <pc:sldMk cId="0" sldId="399"/>
            <ac:spMk id="2" creationId="{2508339C-EDC7-2B0E-DFC1-B18FDE763B44}"/>
          </ac:spMkLst>
        </pc:spChg>
        <pc:spChg chg="mod">
          <ac:chgData name="Jérémy  NICON" userId="94a6ae6d-3ccb-4b58-a804-76c2e74f6511" providerId="ADAL" clId="{931F5A44-9163-4FC9-8C22-E10649995436}" dt="2024-11-07T14:10:34.461" v="279" actId="1076"/>
          <ac:spMkLst>
            <pc:docMk/>
            <pc:sldMk cId="0" sldId="399"/>
            <ac:spMk id="48" creationId="{2C01E510-5A5F-548A-A82F-8E787CDACADE}"/>
          </ac:spMkLst>
        </pc:spChg>
        <pc:spChg chg="mod">
          <ac:chgData name="Jérémy  NICON" userId="94a6ae6d-3ccb-4b58-a804-76c2e74f6511" providerId="ADAL" clId="{931F5A44-9163-4FC9-8C22-E10649995436}" dt="2024-11-07T14:10:34.461" v="279" actId="1076"/>
          <ac:spMkLst>
            <pc:docMk/>
            <pc:sldMk cId="0" sldId="399"/>
            <ac:spMk id="49" creationId="{771C760B-3A68-42ED-9C4C-2AA6301A9099}"/>
          </ac:spMkLst>
        </pc:spChg>
        <pc:spChg chg="mod">
          <ac:chgData name="Jérémy  NICON" userId="94a6ae6d-3ccb-4b58-a804-76c2e74f6511" providerId="ADAL" clId="{931F5A44-9163-4FC9-8C22-E10649995436}" dt="2024-11-07T14:10:34.461" v="279" actId="1076"/>
          <ac:spMkLst>
            <pc:docMk/>
            <pc:sldMk cId="0" sldId="399"/>
            <ac:spMk id="50" creationId="{69E90EFF-905F-277E-F336-AADA8D841F5D}"/>
          </ac:spMkLst>
        </pc:spChg>
        <pc:spChg chg="mod">
          <ac:chgData name="Jérémy  NICON" userId="94a6ae6d-3ccb-4b58-a804-76c2e74f6511" providerId="ADAL" clId="{931F5A44-9163-4FC9-8C22-E10649995436}" dt="2024-11-07T14:10:34.461" v="279" actId="1076"/>
          <ac:spMkLst>
            <pc:docMk/>
            <pc:sldMk cId="0" sldId="399"/>
            <ac:spMk id="52" creationId="{47FE7BAF-ED77-DA14-4903-FAE766A5E076}"/>
          </ac:spMkLst>
        </pc:spChg>
        <pc:spChg chg="mod">
          <ac:chgData name="Jérémy  NICON" userId="94a6ae6d-3ccb-4b58-a804-76c2e74f6511" providerId="ADAL" clId="{931F5A44-9163-4FC9-8C22-E10649995436}" dt="2024-11-07T14:10:34.461" v="279" actId="1076"/>
          <ac:spMkLst>
            <pc:docMk/>
            <pc:sldMk cId="0" sldId="399"/>
            <ac:spMk id="55" creationId="{5937F19C-94F2-157A-1990-4571FD0E8727}"/>
          </ac:spMkLst>
        </pc:spChg>
        <pc:spChg chg="mod">
          <ac:chgData name="Jérémy  NICON" userId="94a6ae6d-3ccb-4b58-a804-76c2e74f6511" providerId="ADAL" clId="{931F5A44-9163-4FC9-8C22-E10649995436}" dt="2024-11-07T14:10:34.461" v="279" actId="1076"/>
          <ac:spMkLst>
            <pc:docMk/>
            <pc:sldMk cId="0" sldId="399"/>
            <ac:spMk id="58" creationId="{05782A77-F166-8862-EC62-54AED390408B}"/>
          </ac:spMkLst>
        </pc:spChg>
        <pc:spChg chg="mod">
          <ac:chgData name="Jérémy  NICON" userId="94a6ae6d-3ccb-4b58-a804-76c2e74f6511" providerId="ADAL" clId="{931F5A44-9163-4FC9-8C22-E10649995436}" dt="2024-11-07T14:10:34.461" v="279" actId="1076"/>
          <ac:spMkLst>
            <pc:docMk/>
            <pc:sldMk cId="0" sldId="399"/>
            <ac:spMk id="61" creationId="{74E03E3D-EA17-3B89-FFAA-28E9E4F23B87}"/>
          </ac:spMkLst>
        </pc:spChg>
        <pc:spChg chg="mod">
          <ac:chgData name="Jérémy  NICON" userId="94a6ae6d-3ccb-4b58-a804-76c2e74f6511" providerId="ADAL" clId="{931F5A44-9163-4FC9-8C22-E10649995436}" dt="2024-11-07T14:10:34.461" v="279" actId="1076"/>
          <ac:spMkLst>
            <pc:docMk/>
            <pc:sldMk cId="0" sldId="399"/>
            <ac:spMk id="64" creationId="{F4B3AFAB-FF98-CF89-D994-55805E5A11C1}"/>
          </ac:spMkLst>
        </pc:spChg>
        <pc:spChg chg="mod">
          <ac:chgData name="Jérémy  NICON" userId="94a6ae6d-3ccb-4b58-a804-76c2e74f6511" providerId="ADAL" clId="{931F5A44-9163-4FC9-8C22-E10649995436}" dt="2024-11-07T14:10:34.461" v="279" actId="1076"/>
          <ac:spMkLst>
            <pc:docMk/>
            <pc:sldMk cId="0" sldId="399"/>
            <ac:spMk id="69" creationId="{20A5AE7D-B6A2-E8C4-A574-AF0733B6F93C}"/>
          </ac:spMkLst>
        </pc:spChg>
        <pc:spChg chg="mod">
          <ac:chgData name="Jérémy  NICON" userId="94a6ae6d-3ccb-4b58-a804-76c2e74f6511" providerId="ADAL" clId="{931F5A44-9163-4FC9-8C22-E10649995436}" dt="2024-11-07T14:10:34.461" v="279" actId="1076"/>
          <ac:spMkLst>
            <pc:docMk/>
            <pc:sldMk cId="0" sldId="399"/>
            <ac:spMk id="72" creationId="{4F62248B-8ED1-AF28-1A68-7E370EF9FA6E}"/>
          </ac:spMkLst>
        </pc:spChg>
        <pc:spChg chg="mod">
          <ac:chgData name="Jérémy  NICON" userId="94a6ae6d-3ccb-4b58-a804-76c2e74f6511" providerId="ADAL" clId="{931F5A44-9163-4FC9-8C22-E10649995436}" dt="2024-11-07T14:10:34.461" v="279" actId="1076"/>
          <ac:spMkLst>
            <pc:docMk/>
            <pc:sldMk cId="0" sldId="399"/>
            <ac:spMk id="75" creationId="{1735315A-7940-7024-B01B-2CA95DB812DB}"/>
          </ac:spMkLst>
        </pc:spChg>
        <pc:spChg chg="mod">
          <ac:chgData name="Jérémy  NICON" userId="94a6ae6d-3ccb-4b58-a804-76c2e74f6511" providerId="ADAL" clId="{931F5A44-9163-4FC9-8C22-E10649995436}" dt="2024-11-07T14:10:34.461" v="279" actId="1076"/>
          <ac:spMkLst>
            <pc:docMk/>
            <pc:sldMk cId="0" sldId="399"/>
            <ac:spMk id="77" creationId="{DAD5853A-CA2D-4C05-A0DB-5DAA14F4B5BD}"/>
          </ac:spMkLst>
        </pc:spChg>
        <pc:spChg chg="mod">
          <ac:chgData name="Jérémy  NICON" userId="94a6ae6d-3ccb-4b58-a804-76c2e74f6511" providerId="ADAL" clId="{931F5A44-9163-4FC9-8C22-E10649995436}" dt="2024-11-07T14:10:34.461" v="279" actId="1076"/>
          <ac:spMkLst>
            <pc:docMk/>
            <pc:sldMk cId="0" sldId="399"/>
            <ac:spMk id="82" creationId="{1DD031E6-7E6E-9C71-4BCD-62F603505017}"/>
          </ac:spMkLst>
        </pc:spChg>
        <pc:spChg chg="mod">
          <ac:chgData name="Jérémy  NICON" userId="94a6ae6d-3ccb-4b58-a804-76c2e74f6511" providerId="ADAL" clId="{931F5A44-9163-4FC9-8C22-E10649995436}" dt="2024-11-07T14:10:34.461" v="279" actId="1076"/>
          <ac:spMkLst>
            <pc:docMk/>
            <pc:sldMk cId="0" sldId="399"/>
            <ac:spMk id="84" creationId="{E596A953-E206-5BEC-4592-F2E05FA7576B}"/>
          </ac:spMkLst>
        </pc:spChg>
        <pc:spChg chg="mod">
          <ac:chgData name="Jérémy  NICON" userId="94a6ae6d-3ccb-4b58-a804-76c2e74f6511" providerId="ADAL" clId="{931F5A44-9163-4FC9-8C22-E10649995436}" dt="2024-11-07T14:10:34.461" v="279" actId="1076"/>
          <ac:spMkLst>
            <pc:docMk/>
            <pc:sldMk cId="0" sldId="399"/>
            <ac:spMk id="87" creationId="{98CB7250-9CEA-3A1F-AC0E-526DE2E996E7}"/>
          </ac:spMkLst>
        </pc:spChg>
        <pc:spChg chg="mod">
          <ac:chgData name="Jérémy  NICON" userId="94a6ae6d-3ccb-4b58-a804-76c2e74f6511" providerId="ADAL" clId="{931F5A44-9163-4FC9-8C22-E10649995436}" dt="2024-11-07T14:10:34.461" v="279" actId="1076"/>
          <ac:spMkLst>
            <pc:docMk/>
            <pc:sldMk cId="0" sldId="399"/>
            <ac:spMk id="10243" creationId="{80B0C71C-2F06-3597-A7C3-EA0A4F7A9AC4}"/>
          </ac:spMkLst>
        </pc:spChg>
        <pc:spChg chg="mod">
          <ac:chgData name="Jérémy  NICON" userId="94a6ae6d-3ccb-4b58-a804-76c2e74f6511" providerId="ADAL" clId="{931F5A44-9163-4FC9-8C22-E10649995436}" dt="2024-11-07T14:10:34.461" v="279" actId="1076"/>
          <ac:spMkLst>
            <pc:docMk/>
            <pc:sldMk cId="0" sldId="399"/>
            <ac:spMk id="10247" creationId="{1F429568-D96C-EED9-5EBE-13748C21C0E2}"/>
          </ac:spMkLst>
        </pc:spChg>
        <pc:spChg chg="mod">
          <ac:chgData name="Jérémy  NICON" userId="94a6ae6d-3ccb-4b58-a804-76c2e74f6511" providerId="ADAL" clId="{931F5A44-9163-4FC9-8C22-E10649995436}" dt="2024-11-07T14:10:34.461" v="279" actId="1076"/>
          <ac:spMkLst>
            <pc:docMk/>
            <pc:sldMk cId="0" sldId="399"/>
            <ac:spMk id="10250" creationId="{87893411-3A5F-38ED-BB8B-388E12EEF2ED}"/>
          </ac:spMkLst>
        </pc:spChg>
        <pc:spChg chg="mod">
          <ac:chgData name="Jérémy  NICON" userId="94a6ae6d-3ccb-4b58-a804-76c2e74f6511" providerId="ADAL" clId="{931F5A44-9163-4FC9-8C22-E10649995436}" dt="2024-11-07T14:10:34.461" v="279" actId="1076"/>
          <ac:spMkLst>
            <pc:docMk/>
            <pc:sldMk cId="0" sldId="399"/>
            <ac:spMk id="10251" creationId="{1A3736C7-F33C-9D00-BF17-11C77CBD5CA5}"/>
          </ac:spMkLst>
        </pc:spChg>
        <pc:spChg chg="mod">
          <ac:chgData name="Jérémy  NICON" userId="94a6ae6d-3ccb-4b58-a804-76c2e74f6511" providerId="ADAL" clId="{931F5A44-9163-4FC9-8C22-E10649995436}" dt="2024-11-07T14:10:34.461" v="279" actId="1076"/>
          <ac:spMkLst>
            <pc:docMk/>
            <pc:sldMk cId="0" sldId="399"/>
            <ac:spMk id="10253" creationId="{18A87CC4-8074-FB80-8E13-F565F13E309E}"/>
          </ac:spMkLst>
        </pc:spChg>
        <pc:spChg chg="mod">
          <ac:chgData name="Jérémy  NICON" userId="94a6ae6d-3ccb-4b58-a804-76c2e74f6511" providerId="ADAL" clId="{931F5A44-9163-4FC9-8C22-E10649995436}" dt="2024-11-07T14:10:34.461" v="279" actId="1076"/>
          <ac:spMkLst>
            <pc:docMk/>
            <pc:sldMk cId="0" sldId="399"/>
            <ac:spMk id="10261" creationId="{282523E9-F67A-CEA2-BD5E-E809FFB7C04E}"/>
          </ac:spMkLst>
        </pc:spChg>
        <pc:spChg chg="mod">
          <ac:chgData name="Jérémy  NICON" userId="94a6ae6d-3ccb-4b58-a804-76c2e74f6511" providerId="ADAL" clId="{931F5A44-9163-4FC9-8C22-E10649995436}" dt="2024-11-07T14:10:34.461" v="279" actId="1076"/>
          <ac:spMkLst>
            <pc:docMk/>
            <pc:sldMk cId="0" sldId="399"/>
            <ac:spMk id="10264" creationId="{5D721A98-74F9-E2F3-BB70-A298B65E71D6}"/>
          </ac:spMkLst>
        </pc:spChg>
        <pc:spChg chg="mod">
          <ac:chgData name="Jérémy  NICON" userId="94a6ae6d-3ccb-4b58-a804-76c2e74f6511" providerId="ADAL" clId="{931F5A44-9163-4FC9-8C22-E10649995436}" dt="2024-11-07T14:10:34.461" v="279" actId="1076"/>
          <ac:spMkLst>
            <pc:docMk/>
            <pc:sldMk cId="0" sldId="399"/>
            <ac:spMk id="10267" creationId="{52446540-5244-D31D-A964-84FF7DD6A3C8}"/>
          </ac:spMkLst>
        </pc:spChg>
        <pc:spChg chg="mod">
          <ac:chgData name="Jérémy  NICON" userId="94a6ae6d-3ccb-4b58-a804-76c2e74f6511" providerId="ADAL" clId="{931F5A44-9163-4FC9-8C22-E10649995436}" dt="2024-11-07T14:10:34.461" v="279" actId="1076"/>
          <ac:spMkLst>
            <pc:docMk/>
            <pc:sldMk cId="0" sldId="399"/>
            <ac:spMk id="10272" creationId="{86C74C05-C615-EE40-D430-2D131D1C2332}"/>
          </ac:spMkLst>
        </pc:spChg>
        <pc:spChg chg="mod">
          <ac:chgData name="Jérémy  NICON" userId="94a6ae6d-3ccb-4b58-a804-76c2e74f6511" providerId="ADAL" clId="{931F5A44-9163-4FC9-8C22-E10649995436}" dt="2024-11-07T14:10:34.461" v="279" actId="1076"/>
          <ac:spMkLst>
            <pc:docMk/>
            <pc:sldMk cId="0" sldId="399"/>
            <ac:spMk id="10274" creationId="{17BF94F7-A9F9-5B66-AA1F-C33C6E13DDB5}"/>
          </ac:spMkLst>
        </pc:spChg>
        <pc:spChg chg="mod">
          <ac:chgData name="Jérémy  NICON" userId="94a6ae6d-3ccb-4b58-a804-76c2e74f6511" providerId="ADAL" clId="{931F5A44-9163-4FC9-8C22-E10649995436}" dt="2024-11-07T14:10:34.461" v="279" actId="1076"/>
          <ac:spMkLst>
            <pc:docMk/>
            <pc:sldMk cId="0" sldId="399"/>
            <ac:spMk id="10275" creationId="{54A210AB-FEF7-8BB0-9D5A-C287F7F78DE1}"/>
          </ac:spMkLst>
        </pc:spChg>
        <pc:spChg chg="mod">
          <ac:chgData name="Jérémy  NICON" userId="94a6ae6d-3ccb-4b58-a804-76c2e74f6511" providerId="ADAL" clId="{931F5A44-9163-4FC9-8C22-E10649995436}" dt="2024-11-07T14:10:34.461" v="279" actId="1076"/>
          <ac:spMkLst>
            <pc:docMk/>
            <pc:sldMk cId="0" sldId="399"/>
            <ac:spMk id="10277" creationId="{260E78A4-7128-FA11-3292-5B17E2561093}"/>
          </ac:spMkLst>
        </pc:spChg>
        <pc:spChg chg="mod">
          <ac:chgData name="Jérémy  NICON" userId="94a6ae6d-3ccb-4b58-a804-76c2e74f6511" providerId="ADAL" clId="{931F5A44-9163-4FC9-8C22-E10649995436}" dt="2024-11-07T14:10:34.461" v="279" actId="1076"/>
          <ac:spMkLst>
            <pc:docMk/>
            <pc:sldMk cId="0" sldId="399"/>
            <ac:spMk id="10279" creationId="{CC066DF8-E8B5-4417-F0CE-ECE7C1A5AA51}"/>
          </ac:spMkLst>
        </pc:spChg>
        <pc:spChg chg="mod">
          <ac:chgData name="Jérémy  NICON" userId="94a6ae6d-3ccb-4b58-a804-76c2e74f6511" providerId="ADAL" clId="{931F5A44-9163-4FC9-8C22-E10649995436}" dt="2024-11-07T14:10:34.461" v="279" actId="1076"/>
          <ac:spMkLst>
            <pc:docMk/>
            <pc:sldMk cId="0" sldId="399"/>
            <ac:spMk id="10281" creationId="{7C4392FB-D2FE-50EF-17EB-020FABBC1848}"/>
          </ac:spMkLst>
        </pc:spChg>
        <pc:spChg chg="mod">
          <ac:chgData name="Jérémy  NICON" userId="94a6ae6d-3ccb-4b58-a804-76c2e74f6511" providerId="ADAL" clId="{931F5A44-9163-4FC9-8C22-E10649995436}" dt="2024-11-07T14:10:34.461" v="279" actId="1076"/>
          <ac:spMkLst>
            <pc:docMk/>
            <pc:sldMk cId="0" sldId="399"/>
            <ac:spMk id="10283" creationId="{7A46E423-182C-403A-FFCC-058EB0A3612E}"/>
          </ac:spMkLst>
        </pc:spChg>
        <pc:grpChg chg="mod">
          <ac:chgData name="Jérémy  NICON" userId="94a6ae6d-3ccb-4b58-a804-76c2e74f6511" providerId="ADAL" clId="{931F5A44-9163-4FC9-8C22-E10649995436}" dt="2024-11-07T14:10:34.461" v="279" actId="1076"/>
          <ac:grpSpMkLst>
            <pc:docMk/>
            <pc:sldMk cId="0" sldId="399"/>
            <ac:grpSpMk id="10254" creationId="{403699B3-E51C-B9F6-B54C-D4D172346BB8}"/>
          </ac:grpSpMkLst>
        </pc:grpChg>
        <pc:grpChg chg="mod">
          <ac:chgData name="Jérémy  NICON" userId="94a6ae6d-3ccb-4b58-a804-76c2e74f6511" providerId="ADAL" clId="{931F5A44-9163-4FC9-8C22-E10649995436}" dt="2024-11-07T14:10:34.461" v="279" actId="1076"/>
          <ac:grpSpMkLst>
            <pc:docMk/>
            <pc:sldMk cId="0" sldId="399"/>
            <ac:grpSpMk id="10255" creationId="{8E003F6A-E2D5-E31C-F5FD-E720442A3043}"/>
          </ac:grpSpMkLst>
        </pc:grpChg>
        <pc:grpChg chg="mod">
          <ac:chgData name="Jérémy  NICON" userId="94a6ae6d-3ccb-4b58-a804-76c2e74f6511" providerId="ADAL" clId="{931F5A44-9163-4FC9-8C22-E10649995436}" dt="2024-11-07T14:10:34.461" v="279" actId="1076"/>
          <ac:grpSpMkLst>
            <pc:docMk/>
            <pc:sldMk cId="0" sldId="399"/>
            <ac:grpSpMk id="10256" creationId="{4A981B0C-F577-949A-0902-F49514E9FE27}"/>
          </ac:grpSpMkLst>
        </pc:grpChg>
        <pc:grpChg chg="mod">
          <ac:chgData name="Jérémy  NICON" userId="94a6ae6d-3ccb-4b58-a804-76c2e74f6511" providerId="ADAL" clId="{931F5A44-9163-4FC9-8C22-E10649995436}" dt="2024-11-07T14:10:34.461" v="279" actId="1076"/>
          <ac:grpSpMkLst>
            <pc:docMk/>
            <pc:sldMk cId="0" sldId="399"/>
            <ac:grpSpMk id="10265" creationId="{6959BA24-F07F-86C1-915B-75A2F8539B6C}"/>
          </ac:grpSpMkLst>
        </pc:grpChg>
        <pc:cxnChg chg="mod">
          <ac:chgData name="Jérémy  NICON" userId="94a6ae6d-3ccb-4b58-a804-76c2e74f6511" providerId="ADAL" clId="{931F5A44-9163-4FC9-8C22-E10649995436}" dt="2024-11-07T14:10:34.461" v="279" actId="1076"/>
          <ac:cxnSpMkLst>
            <pc:docMk/>
            <pc:sldMk cId="0" sldId="399"/>
            <ac:cxnSpMk id="66" creationId="{2CC44B77-8A0C-208F-8EDC-4ECBCED7781A}"/>
          </ac:cxnSpMkLst>
        </pc:cxnChg>
        <pc:cxnChg chg="mod">
          <ac:chgData name="Jérémy  NICON" userId="94a6ae6d-3ccb-4b58-a804-76c2e74f6511" providerId="ADAL" clId="{931F5A44-9163-4FC9-8C22-E10649995436}" dt="2024-11-07T14:10:34.461" v="279" actId="1076"/>
          <ac:cxnSpMkLst>
            <pc:docMk/>
            <pc:sldMk cId="0" sldId="399"/>
            <ac:cxnSpMk id="67" creationId="{0F936B70-AA27-7405-7BEF-8C44D237542D}"/>
          </ac:cxnSpMkLst>
        </pc:cxnChg>
        <pc:cxnChg chg="mod">
          <ac:chgData name="Jérémy  NICON" userId="94a6ae6d-3ccb-4b58-a804-76c2e74f6511" providerId="ADAL" clId="{931F5A44-9163-4FC9-8C22-E10649995436}" dt="2024-11-07T14:10:34.461" v="279" actId="1076"/>
          <ac:cxnSpMkLst>
            <pc:docMk/>
            <pc:sldMk cId="0" sldId="399"/>
            <ac:cxnSpMk id="68" creationId="{32F99351-9403-B93C-E447-F3750ED62D51}"/>
          </ac:cxnSpMkLst>
        </pc:cxnChg>
        <pc:cxnChg chg="mod">
          <ac:chgData name="Jérémy  NICON" userId="94a6ae6d-3ccb-4b58-a804-76c2e74f6511" providerId="ADAL" clId="{931F5A44-9163-4FC9-8C22-E10649995436}" dt="2024-11-07T14:10:34.461" v="279" actId="1076"/>
          <ac:cxnSpMkLst>
            <pc:docMk/>
            <pc:sldMk cId="0" sldId="399"/>
            <ac:cxnSpMk id="71" creationId="{28F382ED-7D17-47F3-FEF4-DD4BCAD2420A}"/>
          </ac:cxnSpMkLst>
        </pc:cxnChg>
        <pc:cxnChg chg="mod">
          <ac:chgData name="Jérémy  NICON" userId="94a6ae6d-3ccb-4b58-a804-76c2e74f6511" providerId="ADAL" clId="{931F5A44-9163-4FC9-8C22-E10649995436}" dt="2024-11-07T14:10:34.461" v="279" actId="1076"/>
          <ac:cxnSpMkLst>
            <pc:docMk/>
            <pc:sldMk cId="0" sldId="399"/>
            <ac:cxnSpMk id="79" creationId="{88424575-5402-0AD0-7C01-A9F04606EE64}"/>
          </ac:cxnSpMkLst>
        </pc:cxnChg>
        <pc:cxnChg chg="mod">
          <ac:chgData name="Jérémy  NICON" userId="94a6ae6d-3ccb-4b58-a804-76c2e74f6511" providerId="ADAL" clId="{931F5A44-9163-4FC9-8C22-E10649995436}" dt="2024-11-07T14:10:34.461" v="279" actId="1076"/>
          <ac:cxnSpMkLst>
            <pc:docMk/>
            <pc:sldMk cId="0" sldId="399"/>
            <ac:cxnSpMk id="80" creationId="{A716F138-D0EE-4DD8-3738-FFDF9B3C7E5A}"/>
          </ac:cxnSpMkLst>
        </pc:cxnChg>
        <pc:cxnChg chg="mod">
          <ac:chgData name="Jérémy  NICON" userId="94a6ae6d-3ccb-4b58-a804-76c2e74f6511" providerId="ADAL" clId="{931F5A44-9163-4FC9-8C22-E10649995436}" dt="2024-11-07T14:10:34.461" v="279" actId="1076"/>
          <ac:cxnSpMkLst>
            <pc:docMk/>
            <pc:sldMk cId="0" sldId="399"/>
            <ac:cxnSpMk id="81" creationId="{579DCCBA-720B-FE15-C301-233BC9EF3206}"/>
          </ac:cxnSpMkLst>
        </pc:cxnChg>
      </pc:sldChg>
      <pc:sldChg chg="delSp modSp mod">
        <pc:chgData name="Jérémy  NICON" userId="94a6ae6d-3ccb-4b58-a804-76c2e74f6511" providerId="ADAL" clId="{931F5A44-9163-4FC9-8C22-E10649995436}" dt="2024-11-07T14:10:45.080" v="281" actId="1076"/>
        <pc:sldMkLst>
          <pc:docMk/>
          <pc:sldMk cId="0" sldId="400"/>
        </pc:sldMkLst>
        <pc:spChg chg="mod">
          <ac:chgData name="Jérémy  NICON" userId="94a6ae6d-3ccb-4b58-a804-76c2e74f6511" providerId="ADAL" clId="{931F5A44-9163-4FC9-8C22-E10649995436}" dt="2024-11-07T14:10:45.080" v="281" actId="1076"/>
          <ac:spMkLst>
            <pc:docMk/>
            <pc:sldMk cId="0" sldId="400"/>
            <ac:spMk id="2" creationId="{710F10B2-74EB-E55F-95EF-359D30647C2B}"/>
          </ac:spMkLst>
        </pc:spChg>
        <pc:spChg chg="mod">
          <ac:chgData name="Jérémy  NICON" userId="94a6ae6d-3ccb-4b58-a804-76c2e74f6511" providerId="ADAL" clId="{931F5A44-9163-4FC9-8C22-E10649995436}" dt="2024-11-07T14:10:45.080" v="281" actId="1076"/>
          <ac:spMkLst>
            <pc:docMk/>
            <pc:sldMk cId="0" sldId="400"/>
            <ac:spMk id="3" creationId="{6973561C-142A-5681-B61F-D26FCF90CB38}"/>
          </ac:spMkLst>
        </pc:spChg>
        <pc:spChg chg="del">
          <ac:chgData name="Jérémy  NICON" userId="94a6ae6d-3ccb-4b58-a804-76c2e74f6511" providerId="ADAL" clId="{931F5A44-9163-4FC9-8C22-E10649995436}" dt="2024-11-07T14:10:41.572" v="280" actId="478"/>
          <ac:spMkLst>
            <pc:docMk/>
            <pc:sldMk cId="0" sldId="400"/>
            <ac:spMk id="4" creationId="{2960CD06-84F6-24AF-6229-22599EF98416}"/>
          </ac:spMkLst>
        </pc:spChg>
        <pc:spChg chg="mod">
          <ac:chgData name="Jérémy  NICON" userId="94a6ae6d-3ccb-4b58-a804-76c2e74f6511" providerId="ADAL" clId="{931F5A44-9163-4FC9-8C22-E10649995436}" dt="2024-11-07T14:10:45.080" v="281" actId="1076"/>
          <ac:spMkLst>
            <pc:docMk/>
            <pc:sldMk cId="0" sldId="400"/>
            <ac:spMk id="11266" creationId="{B78D877A-E38D-8726-CEA1-9671450D11C3}"/>
          </ac:spMkLst>
        </pc:spChg>
        <pc:spChg chg="mod">
          <ac:chgData name="Jérémy  NICON" userId="94a6ae6d-3ccb-4b58-a804-76c2e74f6511" providerId="ADAL" clId="{931F5A44-9163-4FC9-8C22-E10649995436}" dt="2024-11-07T14:10:45.080" v="281" actId="1076"/>
          <ac:spMkLst>
            <pc:docMk/>
            <pc:sldMk cId="0" sldId="400"/>
            <ac:spMk id="11268" creationId="{AF2F1A66-6529-A1FC-3E6D-0E88464EAE9A}"/>
          </ac:spMkLst>
        </pc:spChg>
        <pc:spChg chg="mod">
          <ac:chgData name="Jérémy  NICON" userId="94a6ae6d-3ccb-4b58-a804-76c2e74f6511" providerId="ADAL" clId="{931F5A44-9163-4FC9-8C22-E10649995436}" dt="2024-11-07T14:10:45.080" v="281" actId="1076"/>
          <ac:spMkLst>
            <pc:docMk/>
            <pc:sldMk cId="0" sldId="400"/>
            <ac:spMk id="11269" creationId="{7B50117A-C20F-8233-4EFC-0548D37C4AA7}"/>
          </ac:spMkLst>
        </pc:spChg>
        <pc:spChg chg="mod">
          <ac:chgData name="Jérémy  NICON" userId="94a6ae6d-3ccb-4b58-a804-76c2e74f6511" providerId="ADAL" clId="{931F5A44-9163-4FC9-8C22-E10649995436}" dt="2024-11-07T14:10:45.080" v="281" actId="1076"/>
          <ac:spMkLst>
            <pc:docMk/>
            <pc:sldMk cId="0" sldId="400"/>
            <ac:spMk id="11270" creationId="{85BD7103-F4DF-E86D-3314-B058AE969E3A}"/>
          </ac:spMkLst>
        </pc:spChg>
        <pc:spChg chg="mod">
          <ac:chgData name="Jérémy  NICON" userId="94a6ae6d-3ccb-4b58-a804-76c2e74f6511" providerId="ADAL" clId="{931F5A44-9163-4FC9-8C22-E10649995436}" dt="2024-11-07T14:10:45.080" v="281" actId="1076"/>
          <ac:spMkLst>
            <pc:docMk/>
            <pc:sldMk cId="0" sldId="400"/>
            <ac:spMk id="11271" creationId="{828B3CAC-26F6-BE93-B31F-F078F5BF49A7}"/>
          </ac:spMkLst>
        </pc:spChg>
        <pc:spChg chg="mod">
          <ac:chgData name="Jérémy  NICON" userId="94a6ae6d-3ccb-4b58-a804-76c2e74f6511" providerId="ADAL" clId="{931F5A44-9163-4FC9-8C22-E10649995436}" dt="2024-11-07T14:10:45.080" v="281" actId="1076"/>
          <ac:spMkLst>
            <pc:docMk/>
            <pc:sldMk cId="0" sldId="400"/>
            <ac:spMk id="11272" creationId="{B9B59E80-E300-7AF3-1EA4-E5BEE4FD5CAD}"/>
          </ac:spMkLst>
        </pc:spChg>
        <pc:spChg chg="mod">
          <ac:chgData name="Jérémy  NICON" userId="94a6ae6d-3ccb-4b58-a804-76c2e74f6511" providerId="ADAL" clId="{931F5A44-9163-4FC9-8C22-E10649995436}" dt="2024-11-07T14:10:45.080" v="281" actId="1076"/>
          <ac:spMkLst>
            <pc:docMk/>
            <pc:sldMk cId="0" sldId="400"/>
            <ac:spMk id="11273" creationId="{94AB2DBC-C60F-4977-85E1-FBD73AF2900F}"/>
          </ac:spMkLst>
        </pc:spChg>
        <pc:spChg chg="mod">
          <ac:chgData name="Jérémy  NICON" userId="94a6ae6d-3ccb-4b58-a804-76c2e74f6511" providerId="ADAL" clId="{931F5A44-9163-4FC9-8C22-E10649995436}" dt="2024-11-07T14:10:45.080" v="281" actId="1076"/>
          <ac:spMkLst>
            <pc:docMk/>
            <pc:sldMk cId="0" sldId="400"/>
            <ac:spMk id="11274" creationId="{D9E37243-B324-6466-5D07-0D5A30123B5A}"/>
          </ac:spMkLst>
        </pc:spChg>
      </pc:sldChg>
      <pc:sldChg chg="delSp mod">
        <pc:chgData name="Jérémy  NICON" userId="94a6ae6d-3ccb-4b58-a804-76c2e74f6511" providerId="ADAL" clId="{931F5A44-9163-4FC9-8C22-E10649995436}" dt="2024-11-07T14:10:50.071" v="282" actId="478"/>
        <pc:sldMkLst>
          <pc:docMk/>
          <pc:sldMk cId="0" sldId="401"/>
        </pc:sldMkLst>
        <pc:spChg chg="del">
          <ac:chgData name="Jérémy  NICON" userId="94a6ae6d-3ccb-4b58-a804-76c2e74f6511" providerId="ADAL" clId="{931F5A44-9163-4FC9-8C22-E10649995436}" dt="2024-11-07T14:10:50.071" v="282" actId="478"/>
          <ac:spMkLst>
            <pc:docMk/>
            <pc:sldMk cId="0" sldId="401"/>
            <ac:spMk id="2" creationId="{31E41898-D1F0-15A4-FE5C-713E91BCB5A9}"/>
          </ac:spMkLst>
        </pc:spChg>
      </pc:sldChg>
      <pc:sldChg chg="delSp modSp mod">
        <pc:chgData name="Jérémy  NICON" userId="94a6ae6d-3ccb-4b58-a804-76c2e74f6511" providerId="ADAL" clId="{931F5A44-9163-4FC9-8C22-E10649995436}" dt="2024-11-07T14:11:00.703" v="284" actId="1076"/>
        <pc:sldMkLst>
          <pc:docMk/>
          <pc:sldMk cId="0" sldId="402"/>
        </pc:sldMkLst>
        <pc:spChg chg="del">
          <ac:chgData name="Jérémy  NICON" userId="94a6ae6d-3ccb-4b58-a804-76c2e74f6511" providerId="ADAL" clId="{931F5A44-9163-4FC9-8C22-E10649995436}" dt="2024-11-07T14:10:56.578" v="283" actId="478"/>
          <ac:spMkLst>
            <pc:docMk/>
            <pc:sldMk cId="0" sldId="402"/>
            <ac:spMk id="2" creationId="{17B47419-2481-24F8-A06B-A135852C2EED}"/>
          </ac:spMkLst>
        </pc:spChg>
        <pc:spChg chg="mod">
          <ac:chgData name="Jérémy  NICON" userId="94a6ae6d-3ccb-4b58-a804-76c2e74f6511" providerId="ADAL" clId="{931F5A44-9163-4FC9-8C22-E10649995436}" dt="2024-11-07T14:11:00.703" v="284" actId="1076"/>
          <ac:spMkLst>
            <pc:docMk/>
            <pc:sldMk cId="0" sldId="402"/>
            <ac:spMk id="13315" creationId="{E060AD6A-F0F0-9A63-7598-8FFD0B9C2F0E}"/>
          </ac:spMkLst>
        </pc:spChg>
        <pc:spChg chg="mod">
          <ac:chgData name="Jérémy  NICON" userId="94a6ae6d-3ccb-4b58-a804-76c2e74f6511" providerId="ADAL" clId="{931F5A44-9163-4FC9-8C22-E10649995436}" dt="2024-11-07T14:11:00.703" v="284" actId="1076"/>
          <ac:spMkLst>
            <pc:docMk/>
            <pc:sldMk cId="0" sldId="402"/>
            <ac:spMk id="13316" creationId="{29B5F388-EF62-547D-21E4-16C1D982E9F4}"/>
          </ac:spMkLst>
        </pc:spChg>
        <pc:spChg chg="mod">
          <ac:chgData name="Jérémy  NICON" userId="94a6ae6d-3ccb-4b58-a804-76c2e74f6511" providerId="ADAL" clId="{931F5A44-9163-4FC9-8C22-E10649995436}" dt="2024-11-07T14:11:00.703" v="284" actId="1076"/>
          <ac:spMkLst>
            <pc:docMk/>
            <pc:sldMk cId="0" sldId="402"/>
            <ac:spMk id="13317" creationId="{25395B1C-8A10-73E9-8ECF-E8DA2B91FEF6}"/>
          </ac:spMkLst>
        </pc:spChg>
        <pc:spChg chg="mod">
          <ac:chgData name="Jérémy  NICON" userId="94a6ae6d-3ccb-4b58-a804-76c2e74f6511" providerId="ADAL" clId="{931F5A44-9163-4FC9-8C22-E10649995436}" dt="2024-11-07T14:11:00.703" v="284" actId="1076"/>
          <ac:spMkLst>
            <pc:docMk/>
            <pc:sldMk cId="0" sldId="402"/>
            <ac:spMk id="13318" creationId="{04618E70-67B3-0C5A-6166-8A58F904F0CD}"/>
          </ac:spMkLst>
        </pc:spChg>
        <pc:spChg chg="mod">
          <ac:chgData name="Jérémy  NICON" userId="94a6ae6d-3ccb-4b58-a804-76c2e74f6511" providerId="ADAL" clId="{931F5A44-9163-4FC9-8C22-E10649995436}" dt="2024-11-07T14:11:00.703" v="284" actId="1076"/>
          <ac:spMkLst>
            <pc:docMk/>
            <pc:sldMk cId="0" sldId="402"/>
            <ac:spMk id="13320" creationId="{63BF1B03-CA14-2230-7993-0BC26F2BC8C0}"/>
          </ac:spMkLst>
        </pc:spChg>
        <pc:spChg chg="mod">
          <ac:chgData name="Jérémy  NICON" userId="94a6ae6d-3ccb-4b58-a804-76c2e74f6511" providerId="ADAL" clId="{931F5A44-9163-4FC9-8C22-E10649995436}" dt="2024-11-07T14:11:00.703" v="284" actId="1076"/>
          <ac:spMkLst>
            <pc:docMk/>
            <pc:sldMk cId="0" sldId="402"/>
            <ac:spMk id="13321" creationId="{ECB80966-38FB-B38C-3157-A223C105568D}"/>
          </ac:spMkLst>
        </pc:spChg>
        <pc:picChg chg="mod">
          <ac:chgData name="Jérémy  NICON" userId="94a6ae6d-3ccb-4b58-a804-76c2e74f6511" providerId="ADAL" clId="{931F5A44-9163-4FC9-8C22-E10649995436}" dt="2024-11-07T14:11:00.703" v="284" actId="1076"/>
          <ac:picMkLst>
            <pc:docMk/>
            <pc:sldMk cId="0" sldId="402"/>
            <ac:picMk id="13319" creationId="{98369B9B-DE0A-721E-72A7-912DE230F811}"/>
          </ac:picMkLst>
        </pc:picChg>
      </pc:sldChg>
      <pc:sldChg chg="delSp modSp mod">
        <pc:chgData name="Jérémy  NICON" userId="94a6ae6d-3ccb-4b58-a804-76c2e74f6511" providerId="ADAL" clId="{931F5A44-9163-4FC9-8C22-E10649995436}" dt="2024-11-07T14:11:31.649" v="289" actId="1076"/>
        <pc:sldMkLst>
          <pc:docMk/>
          <pc:sldMk cId="0" sldId="404"/>
        </pc:sldMkLst>
        <pc:spChg chg="del">
          <ac:chgData name="Jérémy  NICON" userId="94a6ae6d-3ccb-4b58-a804-76c2e74f6511" providerId="ADAL" clId="{931F5A44-9163-4FC9-8C22-E10649995436}" dt="2024-11-07T14:11:23.664" v="287" actId="478"/>
          <ac:spMkLst>
            <pc:docMk/>
            <pc:sldMk cId="0" sldId="404"/>
            <ac:spMk id="2" creationId="{41EFACDF-738C-AFD7-FAA7-7547FFC2B8CE}"/>
          </ac:spMkLst>
        </pc:spChg>
        <pc:spChg chg="mod">
          <ac:chgData name="Jérémy  NICON" userId="94a6ae6d-3ccb-4b58-a804-76c2e74f6511" providerId="ADAL" clId="{931F5A44-9163-4FC9-8C22-E10649995436}" dt="2024-11-07T14:11:31.649" v="289" actId="1076"/>
          <ac:spMkLst>
            <pc:docMk/>
            <pc:sldMk cId="0" sldId="404"/>
            <ac:spMk id="10" creationId="{361432ED-D970-4BE5-B41C-7E259E4514D3}"/>
          </ac:spMkLst>
        </pc:spChg>
        <pc:spChg chg="mod">
          <ac:chgData name="Jérémy  NICON" userId="94a6ae6d-3ccb-4b58-a804-76c2e74f6511" providerId="ADAL" clId="{931F5A44-9163-4FC9-8C22-E10649995436}" dt="2024-11-07T14:11:31.649" v="289" actId="1076"/>
          <ac:spMkLst>
            <pc:docMk/>
            <pc:sldMk cId="0" sldId="404"/>
            <ac:spMk id="16387" creationId="{B65B8BC5-4DD1-457C-AC5D-6BE909E82A6F}"/>
          </ac:spMkLst>
        </pc:spChg>
        <pc:spChg chg="mod">
          <ac:chgData name="Jérémy  NICON" userId="94a6ae6d-3ccb-4b58-a804-76c2e74f6511" providerId="ADAL" clId="{931F5A44-9163-4FC9-8C22-E10649995436}" dt="2024-11-07T14:11:31.649" v="289" actId="1076"/>
          <ac:spMkLst>
            <pc:docMk/>
            <pc:sldMk cId="0" sldId="404"/>
            <ac:spMk id="16388" creationId="{86B5D044-2EB0-FC2B-7E81-E8BB3769EBCF}"/>
          </ac:spMkLst>
        </pc:spChg>
        <pc:spChg chg="mod">
          <ac:chgData name="Jérémy  NICON" userId="94a6ae6d-3ccb-4b58-a804-76c2e74f6511" providerId="ADAL" clId="{931F5A44-9163-4FC9-8C22-E10649995436}" dt="2024-11-07T14:11:31.649" v="289" actId="1076"/>
          <ac:spMkLst>
            <pc:docMk/>
            <pc:sldMk cId="0" sldId="404"/>
            <ac:spMk id="16389" creationId="{D3879409-8DE5-C9DD-8F9C-14E4F22A5E6E}"/>
          </ac:spMkLst>
        </pc:spChg>
        <pc:spChg chg="mod">
          <ac:chgData name="Jérémy  NICON" userId="94a6ae6d-3ccb-4b58-a804-76c2e74f6511" providerId="ADAL" clId="{931F5A44-9163-4FC9-8C22-E10649995436}" dt="2024-11-07T14:11:31.649" v="289" actId="1076"/>
          <ac:spMkLst>
            <pc:docMk/>
            <pc:sldMk cId="0" sldId="404"/>
            <ac:spMk id="16400" creationId="{F7BED15C-CB12-501E-B785-FEADAFA402F1}"/>
          </ac:spMkLst>
        </pc:spChg>
        <pc:spChg chg="mod">
          <ac:chgData name="Jérémy  NICON" userId="94a6ae6d-3ccb-4b58-a804-76c2e74f6511" providerId="ADAL" clId="{931F5A44-9163-4FC9-8C22-E10649995436}" dt="2024-11-07T14:11:31.649" v="289" actId="1076"/>
          <ac:spMkLst>
            <pc:docMk/>
            <pc:sldMk cId="0" sldId="404"/>
            <ac:spMk id="16401" creationId="{8B838BA5-6292-3C42-0D8C-F701B3A6C887}"/>
          </ac:spMkLst>
        </pc:spChg>
        <pc:spChg chg="mod">
          <ac:chgData name="Jérémy  NICON" userId="94a6ae6d-3ccb-4b58-a804-76c2e74f6511" providerId="ADAL" clId="{931F5A44-9163-4FC9-8C22-E10649995436}" dt="2024-11-07T14:11:31.649" v="289" actId="1076"/>
          <ac:spMkLst>
            <pc:docMk/>
            <pc:sldMk cId="0" sldId="404"/>
            <ac:spMk id="16403" creationId="{CF8F64CB-601F-2591-C1EB-2E399C2C79F3}"/>
          </ac:spMkLst>
        </pc:spChg>
        <pc:spChg chg="mod">
          <ac:chgData name="Jérémy  NICON" userId="94a6ae6d-3ccb-4b58-a804-76c2e74f6511" providerId="ADAL" clId="{931F5A44-9163-4FC9-8C22-E10649995436}" dt="2024-11-07T14:11:31.649" v="289" actId="1076"/>
          <ac:spMkLst>
            <pc:docMk/>
            <pc:sldMk cId="0" sldId="404"/>
            <ac:spMk id="16404" creationId="{8C04D95A-CF61-8E47-2ED2-C520AF302CD8}"/>
          </ac:spMkLst>
        </pc:spChg>
        <pc:spChg chg="mod">
          <ac:chgData name="Jérémy  NICON" userId="94a6ae6d-3ccb-4b58-a804-76c2e74f6511" providerId="ADAL" clId="{931F5A44-9163-4FC9-8C22-E10649995436}" dt="2024-11-07T14:11:31.649" v="289" actId="1076"/>
          <ac:spMkLst>
            <pc:docMk/>
            <pc:sldMk cId="0" sldId="404"/>
            <ac:spMk id="16406" creationId="{D4016AE4-7239-DBD3-2898-2B2187D9C2A7}"/>
          </ac:spMkLst>
        </pc:spChg>
        <pc:spChg chg="mod">
          <ac:chgData name="Jérémy  NICON" userId="94a6ae6d-3ccb-4b58-a804-76c2e74f6511" providerId="ADAL" clId="{931F5A44-9163-4FC9-8C22-E10649995436}" dt="2024-11-07T14:11:31.649" v="289" actId="1076"/>
          <ac:spMkLst>
            <pc:docMk/>
            <pc:sldMk cId="0" sldId="404"/>
            <ac:spMk id="16407" creationId="{0BA3C9F0-0571-1F25-C4B9-A1A0180D5010}"/>
          </ac:spMkLst>
        </pc:spChg>
        <pc:spChg chg="mod">
          <ac:chgData name="Jérémy  NICON" userId="94a6ae6d-3ccb-4b58-a804-76c2e74f6511" providerId="ADAL" clId="{931F5A44-9163-4FC9-8C22-E10649995436}" dt="2024-11-07T14:11:31.649" v="289" actId="1076"/>
          <ac:spMkLst>
            <pc:docMk/>
            <pc:sldMk cId="0" sldId="404"/>
            <ac:spMk id="16408" creationId="{268BA51C-36D3-4AED-CBE4-F3A55B7D22A9}"/>
          </ac:spMkLst>
        </pc:spChg>
        <pc:spChg chg="mod">
          <ac:chgData name="Jérémy  NICON" userId="94a6ae6d-3ccb-4b58-a804-76c2e74f6511" providerId="ADAL" clId="{931F5A44-9163-4FC9-8C22-E10649995436}" dt="2024-11-07T14:11:31.649" v="289" actId="1076"/>
          <ac:spMkLst>
            <pc:docMk/>
            <pc:sldMk cId="0" sldId="404"/>
            <ac:spMk id="16409" creationId="{06FF9782-7DD2-94D9-4735-943AB4FADF12}"/>
          </ac:spMkLst>
        </pc:spChg>
        <pc:spChg chg="mod">
          <ac:chgData name="Jérémy  NICON" userId="94a6ae6d-3ccb-4b58-a804-76c2e74f6511" providerId="ADAL" clId="{931F5A44-9163-4FC9-8C22-E10649995436}" dt="2024-11-07T14:11:31.649" v="289" actId="1076"/>
          <ac:spMkLst>
            <pc:docMk/>
            <pc:sldMk cId="0" sldId="404"/>
            <ac:spMk id="16410" creationId="{991A0728-DF7F-B8B1-CDE9-14E8D1F95B75}"/>
          </ac:spMkLst>
        </pc:spChg>
        <pc:spChg chg="mod">
          <ac:chgData name="Jérémy  NICON" userId="94a6ae6d-3ccb-4b58-a804-76c2e74f6511" providerId="ADAL" clId="{931F5A44-9163-4FC9-8C22-E10649995436}" dt="2024-11-07T14:11:31.649" v="289" actId="1076"/>
          <ac:spMkLst>
            <pc:docMk/>
            <pc:sldMk cId="0" sldId="404"/>
            <ac:spMk id="16412" creationId="{71D39F0E-ACCB-B5D1-02EC-AB4ACB0DF2C5}"/>
          </ac:spMkLst>
        </pc:spChg>
        <pc:spChg chg="mod">
          <ac:chgData name="Jérémy  NICON" userId="94a6ae6d-3ccb-4b58-a804-76c2e74f6511" providerId="ADAL" clId="{931F5A44-9163-4FC9-8C22-E10649995436}" dt="2024-11-07T14:11:31.649" v="289" actId="1076"/>
          <ac:spMkLst>
            <pc:docMk/>
            <pc:sldMk cId="0" sldId="404"/>
            <ac:spMk id="16413" creationId="{B20EC827-71DF-8C6A-7815-5BDF26A3D21D}"/>
          </ac:spMkLst>
        </pc:spChg>
        <pc:spChg chg="mod">
          <ac:chgData name="Jérémy  NICON" userId="94a6ae6d-3ccb-4b58-a804-76c2e74f6511" providerId="ADAL" clId="{931F5A44-9163-4FC9-8C22-E10649995436}" dt="2024-11-07T14:11:31.649" v="289" actId="1076"/>
          <ac:spMkLst>
            <pc:docMk/>
            <pc:sldMk cId="0" sldId="404"/>
            <ac:spMk id="16415" creationId="{90BC17CA-4CCB-B73E-3CB7-22093AACD98B}"/>
          </ac:spMkLst>
        </pc:spChg>
        <pc:grpChg chg="mod">
          <ac:chgData name="Jérémy  NICON" userId="94a6ae6d-3ccb-4b58-a804-76c2e74f6511" providerId="ADAL" clId="{931F5A44-9163-4FC9-8C22-E10649995436}" dt="2024-11-07T14:11:31.649" v="289" actId="1076"/>
          <ac:grpSpMkLst>
            <pc:docMk/>
            <pc:sldMk cId="0" sldId="404"/>
            <ac:grpSpMk id="12" creationId="{A204B05A-FC8E-8A32-0685-A04ABEC5DFBC}"/>
          </ac:grpSpMkLst>
        </pc:grpChg>
        <pc:grpChg chg="mod">
          <ac:chgData name="Jérémy  NICON" userId="94a6ae6d-3ccb-4b58-a804-76c2e74f6511" providerId="ADAL" clId="{931F5A44-9163-4FC9-8C22-E10649995436}" dt="2024-11-07T14:11:31.649" v="289" actId="1076"/>
          <ac:grpSpMkLst>
            <pc:docMk/>
            <pc:sldMk cId="0" sldId="404"/>
            <ac:grpSpMk id="16" creationId="{AC529E16-E8A6-D945-5745-6407ED11C574}"/>
          </ac:grpSpMkLst>
        </pc:grpChg>
        <pc:grpChg chg="mod">
          <ac:chgData name="Jérémy  NICON" userId="94a6ae6d-3ccb-4b58-a804-76c2e74f6511" providerId="ADAL" clId="{931F5A44-9163-4FC9-8C22-E10649995436}" dt="2024-11-07T14:11:31.649" v="289" actId="1076"/>
          <ac:grpSpMkLst>
            <pc:docMk/>
            <pc:sldMk cId="0" sldId="404"/>
            <ac:grpSpMk id="20" creationId="{2434041B-AB66-1BEE-490D-DA2BCEAFEC4F}"/>
          </ac:grpSpMkLst>
        </pc:grpChg>
        <pc:grpChg chg="mod">
          <ac:chgData name="Jérémy  NICON" userId="94a6ae6d-3ccb-4b58-a804-76c2e74f6511" providerId="ADAL" clId="{931F5A44-9163-4FC9-8C22-E10649995436}" dt="2024-11-07T14:11:31.649" v="289" actId="1076"/>
          <ac:grpSpMkLst>
            <pc:docMk/>
            <pc:sldMk cId="0" sldId="404"/>
            <ac:grpSpMk id="23" creationId="{BF727E0E-F4C6-D417-7946-8A402F02A6C9}"/>
          </ac:grpSpMkLst>
        </pc:grpChg>
        <pc:grpChg chg="mod">
          <ac:chgData name="Jérémy  NICON" userId="94a6ae6d-3ccb-4b58-a804-76c2e74f6511" providerId="ADAL" clId="{931F5A44-9163-4FC9-8C22-E10649995436}" dt="2024-11-07T14:11:31.649" v="289" actId="1076"/>
          <ac:grpSpMkLst>
            <pc:docMk/>
            <pc:sldMk cId="0" sldId="404"/>
            <ac:grpSpMk id="27" creationId="{AE598D9F-5212-34E4-61C8-3410600CCFC3}"/>
          </ac:grpSpMkLst>
        </pc:grpChg>
        <pc:grpChg chg="mod">
          <ac:chgData name="Jérémy  NICON" userId="94a6ae6d-3ccb-4b58-a804-76c2e74f6511" providerId="ADAL" clId="{931F5A44-9163-4FC9-8C22-E10649995436}" dt="2024-11-07T14:11:31.649" v="289" actId="1076"/>
          <ac:grpSpMkLst>
            <pc:docMk/>
            <pc:sldMk cId="0" sldId="404"/>
            <ac:grpSpMk id="31" creationId="{3778E0CB-841A-A2E5-2CF0-9DB9ABC92A65}"/>
          </ac:grpSpMkLst>
        </pc:grpChg>
        <pc:picChg chg="mod">
          <ac:chgData name="Jérémy  NICON" userId="94a6ae6d-3ccb-4b58-a804-76c2e74f6511" providerId="ADAL" clId="{931F5A44-9163-4FC9-8C22-E10649995436}" dt="2024-11-07T14:11:31.649" v="289" actId="1076"/>
          <ac:picMkLst>
            <pc:docMk/>
            <pc:sldMk cId="0" sldId="404"/>
            <ac:picMk id="16391" creationId="{01530070-729E-C89A-B371-6021064F24E5}"/>
          </ac:picMkLst>
        </pc:picChg>
        <pc:picChg chg="mod">
          <ac:chgData name="Jérémy  NICON" userId="94a6ae6d-3ccb-4b58-a804-76c2e74f6511" providerId="ADAL" clId="{931F5A44-9163-4FC9-8C22-E10649995436}" dt="2024-11-07T14:11:31.649" v="289" actId="1076"/>
          <ac:picMkLst>
            <pc:docMk/>
            <pc:sldMk cId="0" sldId="404"/>
            <ac:picMk id="16398" creationId="{EFC9CBD0-14FA-F32F-1C44-FB6CD71FCAC7}"/>
          </ac:picMkLst>
        </pc:picChg>
        <pc:picChg chg="mod">
          <ac:chgData name="Jérémy  NICON" userId="94a6ae6d-3ccb-4b58-a804-76c2e74f6511" providerId="ADAL" clId="{931F5A44-9163-4FC9-8C22-E10649995436}" dt="2024-11-07T14:11:31.649" v="289" actId="1076"/>
          <ac:picMkLst>
            <pc:docMk/>
            <pc:sldMk cId="0" sldId="404"/>
            <ac:picMk id="16399" creationId="{FC8A7AB0-3954-DCC7-EE6B-195DDA907CB2}"/>
          </ac:picMkLst>
        </pc:picChg>
        <pc:picChg chg="mod">
          <ac:chgData name="Jérémy  NICON" userId="94a6ae6d-3ccb-4b58-a804-76c2e74f6511" providerId="ADAL" clId="{931F5A44-9163-4FC9-8C22-E10649995436}" dt="2024-11-07T14:11:31.649" v="289" actId="1076"/>
          <ac:picMkLst>
            <pc:docMk/>
            <pc:sldMk cId="0" sldId="404"/>
            <ac:picMk id="16402" creationId="{2089C42E-7024-96F5-BE6C-2FD3D3077096}"/>
          </ac:picMkLst>
        </pc:picChg>
        <pc:picChg chg="mod">
          <ac:chgData name="Jérémy  NICON" userId="94a6ae6d-3ccb-4b58-a804-76c2e74f6511" providerId="ADAL" clId="{931F5A44-9163-4FC9-8C22-E10649995436}" dt="2024-11-07T14:11:31.649" v="289" actId="1076"/>
          <ac:picMkLst>
            <pc:docMk/>
            <pc:sldMk cId="0" sldId="404"/>
            <ac:picMk id="16405" creationId="{7F91515B-A3C1-1683-6CA2-493BE6195061}"/>
          </ac:picMkLst>
        </pc:picChg>
        <pc:picChg chg="mod">
          <ac:chgData name="Jérémy  NICON" userId="94a6ae6d-3ccb-4b58-a804-76c2e74f6511" providerId="ADAL" clId="{931F5A44-9163-4FC9-8C22-E10649995436}" dt="2024-11-07T14:11:31.649" v="289" actId="1076"/>
          <ac:picMkLst>
            <pc:docMk/>
            <pc:sldMk cId="0" sldId="404"/>
            <ac:picMk id="16411" creationId="{B82B902E-ED19-FDE2-9DD6-E3855DF7F68C}"/>
          </ac:picMkLst>
        </pc:picChg>
        <pc:picChg chg="mod">
          <ac:chgData name="Jérémy  NICON" userId="94a6ae6d-3ccb-4b58-a804-76c2e74f6511" providerId="ADAL" clId="{931F5A44-9163-4FC9-8C22-E10649995436}" dt="2024-11-07T14:11:31.649" v="289" actId="1076"/>
          <ac:picMkLst>
            <pc:docMk/>
            <pc:sldMk cId="0" sldId="404"/>
            <ac:picMk id="16414" creationId="{745A1447-BD7C-4541-C6F8-2A646DA4B2E9}"/>
          </ac:picMkLst>
        </pc:picChg>
      </pc:sldChg>
      <pc:sldChg chg="delSp modSp mod">
        <pc:chgData name="Jérémy  NICON" userId="94a6ae6d-3ccb-4b58-a804-76c2e74f6511" providerId="ADAL" clId="{931F5A44-9163-4FC9-8C22-E10649995436}" dt="2024-11-07T14:11:43.879" v="291" actId="1076"/>
        <pc:sldMkLst>
          <pc:docMk/>
          <pc:sldMk cId="0" sldId="405"/>
        </pc:sldMkLst>
        <pc:spChg chg="del">
          <ac:chgData name="Jérémy  NICON" userId="94a6ae6d-3ccb-4b58-a804-76c2e74f6511" providerId="ADAL" clId="{931F5A44-9163-4FC9-8C22-E10649995436}" dt="2024-11-07T14:11:40.384" v="290" actId="478"/>
          <ac:spMkLst>
            <pc:docMk/>
            <pc:sldMk cId="0" sldId="405"/>
            <ac:spMk id="2" creationId="{A5DB0A16-93DA-C75F-84D9-78BB092D27A3}"/>
          </ac:spMkLst>
        </pc:spChg>
        <pc:spChg chg="mod">
          <ac:chgData name="Jérémy  NICON" userId="94a6ae6d-3ccb-4b58-a804-76c2e74f6511" providerId="ADAL" clId="{931F5A44-9163-4FC9-8C22-E10649995436}" dt="2024-11-07T14:11:43.879" v="291" actId="1076"/>
          <ac:spMkLst>
            <pc:docMk/>
            <pc:sldMk cId="0" sldId="405"/>
            <ac:spMk id="17411" creationId="{89F69F26-6BD3-D60C-C3B5-109C6B543215}"/>
          </ac:spMkLst>
        </pc:spChg>
        <pc:spChg chg="mod">
          <ac:chgData name="Jérémy  NICON" userId="94a6ae6d-3ccb-4b58-a804-76c2e74f6511" providerId="ADAL" clId="{931F5A44-9163-4FC9-8C22-E10649995436}" dt="2024-11-07T14:11:43.879" v="291" actId="1076"/>
          <ac:spMkLst>
            <pc:docMk/>
            <pc:sldMk cId="0" sldId="405"/>
            <ac:spMk id="17412" creationId="{54C5D982-0A44-BC79-F36E-0B780231C368}"/>
          </ac:spMkLst>
        </pc:spChg>
        <pc:spChg chg="mod">
          <ac:chgData name="Jérémy  NICON" userId="94a6ae6d-3ccb-4b58-a804-76c2e74f6511" providerId="ADAL" clId="{931F5A44-9163-4FC9-8C22-E10649995436}" dt="2024-11-07T14:11:43.879" v="291" actId="1076"/>
          <ac:spMkLst>
            <pc:docMk/>
            <pc:sldMk cId="0" sldId="405"/>
            <ac:spMk id="17413" creationId="{A72A460C-0C3A-3E9B-AA9A-53C2C3DE7749}"/>
          </ac:spMkLst>
        </pc:spChg>
      </pc:sldChg>
      <pc:sldChg chg="delSp modSp mod">
        <pc:chgData name="Jérémy  NICON" userId="94a6ae6d-3ccb-4b58-a804-76c2e74f6511" providerId="ADAL" clId="{931F5A44-9163-4FC9-8C22-E10649995436}" dt="2024-11-07T14:11:53.586" v="293" actId="1076"/>
        <pc:sldMkLst>
          <pc:docMk/>
          <pc:sldMk cId="0" sldId="406"/>
        </pc:sldMkLst>
        <pc:spChg chg="del">
          <ac:chgData name="Jérémy  NICON" userId="94a6ae6d-3ccb-4b58-a804-76c2e74f6511" providerId="ADAL" clId="{931F5A44-9163-4FC9-8C22-E10649995436}" dt="2024-11-07T14:11:48.957" v="292" actId="478"/>
          <ac:spMkLst>
            <pc:docMk/>
            <pc:sldMk cId="0" sldId="406"/>
            <ac:spMk id="2" creationId="{D5D74D27-966A-5FC3-AF1A-CB6B1B67CBD0}"/>
          </ac:spMkLst>
        </pc:spChg>
        <pc:spChg chg="mod">
          <ac:chgData name="Jérémy  NICON" userId="94a6ae6d-3ccb-4b58-a804-76c2e74f6511" providerId="ADAL" clId="{931F5A44-9163-4FC9-8C22-E10649995436}" dt="2024-11-07T14:11:53.586" v="293" actId="1076"/>
          <ac:spMkLst>
            <pc:docMk/>
            <pc:sldMk cId="0" sldId="406"/>
            <ac:spMk id="23" creationId="{972F7219-E752-4F94-8707-F6354EF26849}"/>
          </ac:spMkLst>
        </pc:spChg>
        <pc:spChg chg="mod">
          <ac:chgData name="Jérémy  NICON" userId="94a6ae6d-3ccb-4b58-a804-76c2e74f6511" providerId="ADAL" clId="{931F5A44-9163-4FC9-8C22-E10649995436}" dt="2024-11-07T14:11:53.586" v="293" actId="1076"/>
          <ac:spMkLst>
            <pc:docMk/>
            <pc:sldMk cId="0" sldId="406"/>
            <ac:spMk id="24" creationId="{541268DF-6E22-81B9-3F4F-04095B864345}"/>
          </ac:spMkLst>
        </pc:spChg>
        <pc:spChg chg="mod">
          <ac:chgData name="Jérémy  NICON" userId="94a6ae6d-3ccb-4b58-a804-76c2e74f6511" providerId="ADAL" clId="{931F5A44-9163-4FC9-8C22-E10649995436}" dt="2024-11-07T14:11:53.586" v="293" actId="1076"/>
          <ac:spMkLst>
            <pc:docMk/>
            <pc:sldMk cId="0" sldId="406"/>
            <ac:spMk id="18435" creationId="{6A786847-C6EC-6134-555E-60127DF65C96}"/>
          </ac:spMkLst>
        </pc:spChg>
        <pc:spChg chg="mod">
          <ac:chgData name="Jérémy  NICON" userId="94a6ae6d-3ccb-4b58-a804-76c2e74f6511" providerId="ADAL" clId="{931F5A44-9163-4FC9-8C22-E10649995436}" dt="2024-11-07T14:11:53.586" v="293" actId="1076"/>
          <ac:spMkLst>
            <pc:docMk/>
            <pc:sldMk cId="0" sldId="406"/>
            <ac:spMk id="18436" creationId="{7353DFE3-B3EE-DF20-EA48-500152C79286}"/>
          </ac:spMkLst>
        </pc:spChg>
        <pc:spChg chg="mod">
          <ac:chgData name="Jérémy  NICON" userId="94a6ae6d-3ccb-4b58-a804-76c2e74f6511" providerId="ADAL" clId="{931F5A44-9163-4FC9-8C22-E10649995436}" dt="2024-11-07T14:11:53.586" v="293" actId="1076"/>
          <ac:spMkLst>
            <pc:docMk/>
            <pc:sldMk cId="0" sldId="406"/>
            <ac:spMk id="18437" creationId="{00D04461-AF3C-05BF-E38A-FC41B3E33DE4}"/>
          </ac:spMkLst>
        </pc:spChg>
      </pc:sldChg>
      <pc:sldChg chg="delSp modSp mod">
        <pc:chgData name="Jérémy  NICON" userId="94a6ae6d-3ccb-4b58-a804-76c2e74f6511" providerId="ADAL" clId="{931F5A44-9163-4FC9-8C22-E10649995436}" dt="2024-11-07T14:12:05.438" v="295" actId="1076"/>
        <pc:sldMkLst>
          <pc:docMk/>
          <pc:sldMk cId="0" sldId="407"/>
        </pc:sldMkLst>
        <pc:spChg chg="del">
          <ac:chgData name="Jérémy  NICON" userId="94a6ae6d-3ccb-4b58-a804-76c2e74f6511" providerId="ADAL" clId="{931F5A44-9163-4FC9-8C22-E10649995436}" dt="2024-11-07T14:12:00.428" v="294" actId="478"/>
          <ac:spMkLst>
            <pc:docMk/>
            <pc:sldMk cId="0" sldId="407"/>
            <ac:spMk id="2" creationId="{128B55DE-3280-50E2-A590-452A757A095C}"/>
          </ac:spMkLst>
        </pc:spChg>
        <pc:spChg chg="mod">
          <ac:chgData name="Jérémy  NICON" userId="94a6ae6d-3ccb-4b58-a804-76c2e74f6511" providerId="ADAL" clId="{931F5A44-9163-4FC9-8C22-E10649995436}" dt="2024-11-07T14:12:05.438" v="295" actId="1076"/>
          <ac:spMkLst>
            <pc:docMk/>
            <pc:sldMk cId="0" sldId="407"/>
            <ac:spMk id="19459" creationId="{85070D87-363F-9A84-381E-CB68ADD4EB4F}"/>
          </ac:spMkLst>
        </pc:spChg>
        <pc:spChg chg="mod">
          <ac:chgData name="Jérémy  NICON" userId="94a6ae6d-3ccb-4b58-a804-76c2e74f6511" providerId="ADAL" clId="{931F5A44-9163-4FC9-8C22-E10649995436}" dt="2024-11-07T14:12:05.438" v="295" actId="1076"/>
          <ac:spMkLst>
            <pc:docMk/>
            <pc:sldMk cId="0" sldId="407"/>
            <ac:spMk id="19460" creationId="{3D57768D-F211-8702-2C1B-D9219631E33C}"/>
          </ac:spMkLst>
        </pc:spChg>
        <pc:spChg chg="mod">
          <ac:chgData name="Jérémy  NICON" userId="94a6ae6d-3ccb-4b58-a804-76c2e74f6511" providerId="ADAL" clId="{931F5A44-9163-4FC9-8C22-E10649995436}" dt="2024-11-07T14:12:05.438" v="295" actId="1076"/>
          <ac:spMkLst>
            <pc:docMk/>
            <pc:sldMk cId="0" sldId="407"/>
            <ac:spMk id="19461" creationId="{3A678948-49CF-5E32-EB60-CEBAF085DBFA}"/>
          </ac:spMkLst>
        </pc:spChg>
        <pc:spChg chg="mod">
          <ac:chgData name="Jérémy  NICON" userId="94a6ae6d-3ccb-4b58-a804-76c2e74f6511" providerId="ADAL" clId="{931F5A44-9163-4FC9-8C22-E10649995436}" dt="2024-11-07T14:12:05.438" v="295" actId="1076"/>
          <ac:spMkLst>
            <pc:docMk/>
            <pc:sldMk cId="0" sldId="407"/>
            <ac:spMk id="19462" creationId="{8D64CAD4-728A-ADBD-C6FE-0ABF77B5D021}"/>
          </ac:spMkLst>
        </pc:spChg>
        <pc:spChg chg="mod">
          <ac:chgData name="Jérémy  NICON" userId="94a6ae6d-3ccb-4b58-a804-76c2e74f6511" providerId="ADAL" clId="{931F5A44-9163-4FC9-8C22-E10649995436}" dt="2024-11-07T14:12:05.438" v="295" actId="1076"/>
          <ac:spMkLst>
            <pc:docMk/>
            <pc:sldMk cId="0" sldId="407"/>
            <ac:spMk id="19463" creationId="{71CCADB2-C132-A9F4-6FAC-71D606212732}"/>
          </ac:spMkLst>
        </pc:spChg>
        <pc:spChg chg="mod">
          <ac:chgData name="Jérémy  NICON" userId="94a6ae6d-3ccb-4b58-a804-76c2e74f6511" providerId="ADAL" clId="{931F5A44-9163-4FC9-8C22-E10649995436}" dt="2024-11-07T14:12:05.438" v="295" actId="1076"/>
          <ac:spMkLst>
            <pc:docMk/>
            <pc:sldMk cId="0" sldId="407"/>
            <ac:spMk id="19464" creationId="{AD29CA26-15AE-6F91-A9F3-F53C47C52337}"/>
          </ac:spMkLst>
        </pc:spChg>
        <pc:spChg chg="mod">
          <ac:chgData name="Jérémy  NICON" userId="94a6ae6d-3ccb-4b58-a804-76c2e74f6511" providerId="ADAL" clId="{931F5A44-9163-4FC9-8C22-E10649995436}" dt="2024-11-07T14:12:05.438" v="295" actId="1076"/>
          <ac:spMkLst>
            <pc:docMk/>
            <pc:sldMk cId="0" sldId="407"/>
            <ac:spMk id="19465" creationId="{A6A93EE4-FB9A-CC5A-A2EC-F11F5E9BD1A9}"/>
          </ac:spMkLst>
        </pc:spChg>
      </pc:sldChg>
      <pc:sldChg chg="delSp modSp mod">
        <pc:chgData name="Jérémy  NICON" userId="94a6ae6d-3ccb-4b58-a804-76c2e74f6511" providerId="ADAL" clId="{931F5A44-9163-4FC9-8C22-E10649995436}" dt="2024-11-07T14:12:15.297" v="297" actId="1076"/>
        <pc:sldMkLst>
          <pc:docMk/>
          <pc:sldMk cId="0" sldId="408"/>
        </pc:sldMkLst>
        <pc:spChg chg="del">
          <ac:chgData name="Jérémy  NICON" userId="94a6ae6d-3ccb-4b58-a804-76c2e74f6511" providerId="ADAL" clId="{931F5A44-9163-4FC9-8C22-E10649995436}" dt="2024-11-07T14:12:09.851" v="296" actId="478"/>
          <ac:spMkLst>
            <pc:docMk/>
            <pc:sldMk cId="0" sldId="408"/>
            <ac:spMk id="2" creationId="{668CAC2D-3635-3C2F-C3B8-2B3689967FB9}"/>
          </ac:spMkLst>
        </pc:spChg>
        <pc:spChg chg="mod">
          <ac:chgData name="Jérémy  NICON" userId="94a6ae6d-3ccb-4b58-a804-76c2e74f6511" providerId="ADAL" clId="{931F5A44-9163-4FC9-8C22-E10649995436}" dt="2024-11-07T14:12:15.297" v="297" actId="1076"/>
          <ac:spMkLst>
            <pc:docMk/>
            <pc:sldMk cId="0" sldId="408"/>
            <ac:spMk id="12" creationId="{4DD79FD0-D791-D6E9-A52F-5E9FB5835422}"/>
          </ac:spMkLst>
        </pc:spChg>
        <pc:spChg chg="mod">
          <ac:chgData name="Jérémy  NICON" userId="94a6ae6d-3ccb-4b58-a804-76c2e74f6511" providerId="ADAL" clId="{931F5A44-9163-4FC9-8C22-E10649995436}" dt="2024-11-07T14:12:15.297" v="297" actId="1076"/>
          <ac:spMkLst>
            <pc:docMk/>
            <pc:sldMk cId="0" sldId="408"/>
            <ac:spMk id="20483" creationId="{C703756E-09FD-52FD-2116-99942EFA8180}"/>
          </ac:spMkLst>
        </pc:spChg>
        <pc:spChg chg="mod">
          <ac:chgData name="Jérémy  NICON" userId="94a6ae6d-3ccb-4b58-a804-76c2e74f6511" providerId="ADAL" clId="{931F5A44-9163-4FC9-8C22-E10649995436}" dt="2024-11-07T14:12:15.297" v="297" actId="1076"/>
          <ac:spMkLst>
            <pc:docMk/>
            <pc:sldMk cId="0" sldId="408"/>
            <ac:spMk id="20484" creationId="{EFFBA181-3CC8-28E5-C5BE-7C75B7E5BFF9}"/>
          </ac:spMkLst>
        </pc:spChg>
        <pc:spChg chg="mod">
          <ac:chgData name="Jérémy  NICON" userId="94a6ae6d-3ccb-4b58-a804-76c2e74f6511" providerId="ADAL" clId="{931F5A44-9163-4FC9-8C22-E10649995436}" dt="2024-11-07T14:12:15.297" v="297" actId="1076"/>
          <ac:spMkLst>
            <pc:docMk/>
            <pc:sldMk cId="0" sldId="408"/>
            <ac:spMk id="20485" creationId="{62C779B9-74A9-53D0-9D7B-BCCE81D3882C}"/>
          </ac:spMkLst>
        </pc:spChg>
        <pc:spChg chg="mod">
          <ac:chgData name="Jérémy  NICON" userId="94a6ae6d-3ccb-4b58-a804-76c2e74f6511" providerId="ADAL" clId="{931F5A44-9163-4FC9-8C22-E10649995436}" dt="2024-11-07T14:12:15.297" v="297" actId="1076"/>
          <ac:spMkLst>
            <pc:docMk/>
            <pc:sldMk cId="0" sldId="408"/>
            <ac:spMk id="20486" creationId="{764F8E0E-305B-B8C6-C018-48F6C3F4DF8A}"/>
          </ac:spMkLst>
        </pc:spChg>
        <pc:spChg chg="mod">
          <ac:chgData name="Jérémy  NICON" userId="94a6ae6d-3ccb-4b58-a804-76c2e74f6511" providerId="ADAL" clId="{931F5A44-9163-4FC9-8C22-E10649995436}" dt="2024-11-07T14:12:15.297" v="297" actId="1076"/>
          <ac:spMkLst>
            <pc:docMk/>
            <pc:sldMk cId="0" sldId="408"/>
            <ac:spMk id="20487" creationId="{DBB9E341-375F-946A-09B6-4B41983BFED2}"/>
          </ac:spMkLst>
        </pc:spChg>
        <pc:spChg chg="mod">
          <ac:chgData name="Jérémy  NICON" userId="94a6ae6d-3ccb-4b58-a804-76c2e74f6511" providerId="ADAL" clId="{931F5A44-9163-4FC9-8C22-E10649995436}" dt="2024-11-07T14:12:15.297" v="297" actId="1076"/>
          <ac:spMkLst>
            <pc:docMk/>
            <pc:sldMk cId="0" sldId="408"/>
            <ac:spMk id="20488" creationId="{7D56384B-8ACF-D953-F5C9-1CE9646FD2CE}"/>
          </ac:spMkLst>
        </pc:spChg>
        <pc:picChg chg="mod">
          <ac:chgData name="Jérémy  NICON" userId="94a6ae6d-3ccb-4b58-a804-76c2e74f6511" providerId="ADAL" clId="{931F5A44-9163-4FC9-8C22-E10649995436}" dt="2024-11-07T14:12:15.297" v="297" actId="1076"/>
          <ac:picMkLst>
            <pc:docMk/>
            <pc:sldMk cId="0" sldId="408"/>
            <ac:picMk id="13" creationId="{3506F51C-5CD4-B0E1-9843-13125029EC98}"/>
          </ac:picMkLst>
        </pc:picChg>
      </pc:sldChg>
      <pc:sldChg chg="addSp delSp modSp mod modClrScheme chgLayout">
        <pc:chgData name="Jérémy  NICON" userId="94a6ae6d-3ccb-4b58-a804-76c2e74f6511" providerId="ADAL" clId="{931F5A44-9163-4FC9-8C22-E10649995436}" dt="2024-11-07T14:12:56.913" v="304" actId="1076"/>
        <pc:sldMkLst>
          <pc:docMk/>
          <pc:sldMk cId="0" sldId="409"/>
        </pc:sldMkLst>
        <pc:spChg chg="del">
          <ac:chgData name="Jérémy  NICON" userId="94a6ae6d-3ccb-4b58-a804-76c2e74f6511" providerId="ADAL" clId="{931F5A44-9163-4FC9-8C22-E10649995436}" dt="2024-11-07T14:12:19.990" v="298" actId="478"/>
          <ac:spMkLst>
            <pc:docMk/>
            <pc:sldMk cId="0" sldId="409"/>
            <ac:spMk id="2" creationId="{5FF81C97-9518-0DAC-EC55-FE1F723BC03B}"/>
          </ac:spMkLst>
        </pc:spChg>
        <pc:spChg chg="add del mod ord">
          <ac:chgData name="Jérémy  NICON" userId="94a6ae6d-3ccb-4b58-a804-76c2e74f6511" providerId="ADAL" clId="{931F5A44-9163-4FC9-8C22-E10649995436}" dt="2024-11-07T14:12:45.064" v="300" actId="478"/>
          <ac:spMkLst>
            <pc:docMk/>
            <pc:sldMk cId="0" sldId="409"/>
            <ac:spMk id="3" creationId="{6F191A31-9563-272B-9C1E-316A8B08E0FC}"/>
          </ac:spMkLst>
        </pc:spChg>
        <pc:spChg chg="add mod ord">
          <ac:chgData name="Jérémy  NICON" userId="94a6ae6d-3ccb-4b58-a804-76c2e74f6511" providerId="ADAL" clId="{931F5A44-9163-4FC9-8C22-E10649995436}" dt="2024-11-07T14:12:25.976" v="299" actId="700"/>
          <ac:spMkLst>
            <pc:docMk/>
            <pc:sldMk cId="0" sldId="409"/>
            <ac:spMk id="4" creationId="{6675B9A5-4F49-0265-0E40-1454134F1641}"/>
          </ac:spMkLst>
        </pc:spChg>
        <pc:spChg chg="add mod ord">
          <ac:chgData name="Jérémy  NICON" userId="94a6ae6d-3ccb-4b58-a804-76c2e74f6511" providerId="ADAL" clId="{931F5A44-9163-4FC9-8C22-E10649995436}" dt="2024-11-07T14:12:25.976" v="299" actId="700"/>
          <ac:spMkLst>
            <pc:docMk/>
            <pc:sldMk cId="0" sldId="409"/>
            <ac:spMk id="5" creationId="{5FF9208F-03D1-E0D4-6329-845EA7AE87D6}"/>
          </ac:spMkLst>
        </pc:spChg>
        <pc:spChg chg="mod">
          <ac:chgData name="Jérémy  NICON" userId="94a6ae6d-3ccb-4b58-a804-76c2e74f6511" providerId="ADAL" clId="{931F5A44-9163-4FC9-8C22-E10649995436}" dt="2024-11-07T14:12:56.913" v="304" actId="1076"/>
          <ac:spMkLst>
            <pc:docMk/>
            <pc:sldMk cId="0" sldId="409"/>
            <ac:spMk id="8" creationId="{D2253DDB-AEF9-9B6B-1994-3637F45B1904}"/>
          </ac:spMkLst>
        </pc:spChg>
        <pc:spChg chg="mod ord">
          <ac:chgData name="Jérémy  NICON" userId="94a6ae6d-3ccb-4b58-a804-76c2e74f6511" providerId="ADAL" clId="{931F5A44-9163-4FC9-8C22-E10649995436}" dt="2024-11-07T14:12:25.976" v="299" actId="700"/>
          <ac:spMkLst>
            <pc:docMk/>
            <pc:sldMk cId="0" sldId="409"/>
            <ac:spMk id="21507" creationId="{B6C3356B-CC97-35C6-CD42-F98301F88257}"/>
          </ac:spMkLst>
        </pc:spChg>
      </pc:sldChg>
      <pc:sldChg chg="addSp delSp modSp mod modClrScheme chgLayout">
        <pc:chgData name="Jérémy  NICON" userId="94a6ae6d-3ccb-4b58-a804-76c2e74f6511" providerId="ADAL" clId="{931F5A44-9163-4FC9-8C22-E10649995436}" dt="2024-11-07T14:13:43.690" v="321" actId="122"/>
        <pc:sldMkLst>
          <pc:docMk/>
          <pc:sldMk cId="0" sldId="410"/>
        </pc:sldMkLst>
        <pc:spChg chg="del mod ord">
          <ac:chgData name="Jérémy  NICON" userId="94a6ae6d-3ccb-4b58-a804-76c2e74f6511" providerId="ADAL" clId="{931F5A44-9163-4FC9-8C22-E10649995436}" dt="2024-11-07T14:13:06.580" v="305" actId="700"/>
          <ac:spMkLst>
            <pc:docMk/>
            <pc:sldMk cId="0" sldId="410"/>
            <ac:spMk id="2" creationId="{CB574258-4E95-3EC7-A024-953F915E21CE}"/>
          </ac:spMkLst>
        </pc:spChg>
        <pc:spChg chg="del mod ord">
          <ac:chgData name="Jérémy  NICON" userId="94a6ae6d-3ccb-4b58-a804-76c2e74f6511" providerId="ADAL" clId="{931F5A44-9163-4FC9-8C22-E10649995436}" dt="2024-11-07T14:13:06.580" v="305" actId="700"/>
          <ac:spMkLst>
            <pc:docMk/>
            <pc:sldMk cId="0" sldId="410"/>
            <ac:spMk id="3" creationId="{7A09BD2A-56B3-B47A-FA7F-B544ABB9FB6F}"/>
          </ac:spMkLst>
        </pc:spChg>
        <pc:spChg chg="add del mod ord">
          <ac:chgData name="Jérémy  NICON" userId="94a6ae6d-3ccb-4b58-a804-76c2e74f6511" providerId="ADAL" clId="{931F5A44-9163-4FC9-8C22-E10649995436}" dt="2024-11-07T14:13:10.145" v="307" actId="478"/>
          <ac:spMkLst>
            <pc:docMk/>
            <pc:sldMk cId="0" sldId="410"/>
            <ac:spMk id="4" creationId="{6D9FE532-EF42-AFB7-75CD-55283177E19F}"/>
          </ac:spMkLst>
        </pc:spChg>
        <pc:spChg chg="add del mod ord">
          <ac:chgData name="Jérémy  NICON" userId="94a6ae6d-3ccb-4b58-a804-76c2e74f6511" providerId="ADAL" clId="{931F5A44-9163-4FC9-8C22-E10649995436}" dt="2024-11-07T14:13:08.546" v="306" actId="478"/>
          <ac:spMkLst>
            <pc:docMk/>
            <pc:sldMk cId="0" sldId="410"/>
            <ac:spMk id="5" creationId="{13A5760D-5726-9E7F-2274-B18B7292F4F2}"/>
          </ac:spMkLst>
        </pc:spChg>
        <pc:spChg chg="mod">
          <ac:chgData name="Jérémy  NICON" userId="94a6ae6d-3ccb-4b58-a804-76c2e74f6511" providerId="ADAL" clId="{931F5A44-9163-4FC9-8C22-E10649995436}" dt="2024-11-07T14:13:43.690" v="321" actId="122"/>
          <ac:spMkLst>
            <pc:docMk/>
            <pc:sldMk cId="0" sldId="410"/>
            <ac:spMk id="5122" creationId="{909D47BD-8051-864A-6D38-44B8450CEB33}"/>
          </ac:spMkLst>
        </pc:spChg>
      </pc:sldChg>
      <pc:sldChg chg="delSp mod">
        <pc:chgData name="Jérémy  NICON" userId="94a6ae6d-3ccb-4b58-a804-76c2e74f6511" providerId="ADAL" clId="{931F5A44-9163-4FC9-8C22-E10649995436}" dt="2024-11-07T14:13:52.348" v="322" actId="478"/>
        <pc:sldMkLst>
          <pc:docMk/>
          <pc:sldMk cId="0" sldId="413"/>
        </pc:sldMkLst>
        <pc:spChg chg="del">
          <ac:chgData name="Jérémy  NICON" userId="94a6ae6d-3ccb-4b58-a804-76c2e74f6511" providerId="ADAL" clId="{931F5A44-9163-4FC9-8C22-E10649995436}" dt="2024-11-07T14:13:52.348" v="322" actId="478"/>
          <ac:spMkLst>
            <pc:docMk/>
            <pc:sldMk cId="0" sldId="413"/>
            <ac:spMk id="2" creationId="{03F26977-12B1-1EF2-9F75-CE09EBFBD2A4}"/>
          </ac:spMkLst>
        </pc:spChg>
      </pc:sldChg>
      <pc:sldChg chg="delSp mod">
        <pc:chgData name="Jérémy  NICON" userId="94a6ae6d-3ccb-4b58-a804-76c2e74f6511" providerId="ADAL" clId="{931F5A44-9163-4FC9-8C22-E10649995436}" dt="2024-11-07T14:14:00.221" v="323" actId="478"/>
        <pc:sldMkLst>
          <pc:docMk/>
          <pc:sldMk cId="0" sldId="414"/>
        </pc:sldMkLst>
        <pc:spChg chg="del">
          <ac:chgData name="Jérémy  NICON" userId="94a6ae6d-3ccb-4b58-a804-76c2e74f6511" providerId="ADAL" clId="{931F5A44-9163-4FC9-8C22-E10649995436}" dt="2024-11-07T14:14:00.221" v="323" actId="478"/>
          <ac:spMkLst>
            <pc:docMk/>
            <pc:sldMk cId="0" sldId="414"/>
            <ac:spMk id="2" creationId="{A8345F93-A87B-E72F-B287-BC4F8459FCC4}"/>
          </ac:spMkLst>
        </pc:spChg>
      </pc:sldChg>
      <pc:sldChg chg="delSp modSp mod">
        <pc:chgData name="Jérémy  NICON" userId="94a6ae6d-3ccb-4b58-a804-76c2e74f6511" providerId="ADAL" clId="{931F5A44-9163-4FC9-8C22-E10649995436}" dt="2024-11-07T14:14:09.548" v="325" actId="1076"/>
        <pc:sldMkLst>
          <pc:docMk/>
          <pc:sldMk cId="0" sldId="415"/>
        </pc:sldMkLst>
        <pc:spChg chg="del">
          <ac:chgData name="Jérémy  NICON" userId="94a6ae6d-3ccb-4b58-a804-76c2e74f6511" providerId="ADAL" clId="{931F5A44-9163-4FC9-8C22-E10649995436}" dt="2024-11-07T14:14:05.181" v="324" actId="478"/>
          <ac:spMkLst>
            <pc:docMk/>
            <pc:sldMk cId="0" sldId="415"/>
            <ac:spMk id="2" creationId="{A16170FC-BB26-3222-5A94-3965BF5DC8B0}"/>
          </ac:spMkLst>
        </pc:spChg>
        <pc:spChg chg="mod">
          <ac:chgData name="Jérémy  NICON" userId="94a6ae6d-3ccb-4b58-a804-76c2e74f6511" providerId="ADAL" clId="{931F5A44-9163-4FC9-8C22-E10649995436}" dt="2024-11-07T14:14:09.548" v="325" actId="1076"/>
          <ac:spMkLst>
            <pc:docMk/>
            <pc:sldMk cId="0" sldId="415"/>
            <ac:spMk id="10243" creationId="{478FB676-B99C-8EEE-A009-7E862E68FFAE}"/>
          </ac:spMkLst>
        </pc:spChg>
        <pc:spChg chg="mod">
          <ac:chgData name="Jérémy  NICON" userId="94a6ae6d-3ccb-4b58-a804-76c2e74f6511" providerId="ADAL" clId="{931F5A44-9163-4FC9-8C22-E10649995436}" dt="2024-11-07T14:14:09.548" v="325" actId="1076"/>
          <ac:spMkLst>
            <pc:docMk/>
            <pc:sldMk cId="0" sldId="415"/>
            <ac:spMk id="10244" creationId="{282A2FA1-2DA4-9E68-C9A9-741444138966}"/>
          </ac:spMkLst>
        </pc:spChg>
        <pc:spChg chg="mod">
          <ac:chgData name="Jérémy  NICON" userId="94a6ae6d-3ccb-4b58-a804-76c2e74f6511" providerId="ADAL" clId="{931F5A44-9163-4FC9-8C22-E10649995436}" dt="2024-11-07T14:14:09.548" v="325" actId="1076"/>
          <ac:spMkLst>
            <pc:docMk/>
            <pc:sldMk cId="0" sldId="415"/>
            <ac:spMk id="10245" creationId="{AFE89859-D3B0-106E-B7DD-85E16E5335F8}"/>
          </ac:spMkLst>
        </pc:spChg>
        <pc:spChg chg="mod">
          <ac:chgData name="Jérémy  NICON" userId="94a6ae6d-3ccb-4b58-a804-76c2e74f6511" providerId="ADAL" clId="{931F5A44-9163-4FC9-8C22-E10649995436}" dt="2024-11-07T14:14:09.548" v="325" actId="1076"/>
          <ac:spMkLst>
            <pc:docMk/>
            <pc:sldMk cId="0" sldId="415"/>
            <ac:spMk id="10246" creationId="{FFDC08FA-68CC-42A1-D65D-47353813DF5D}"/>
          </ac:spMkLst>
        </pc:spChg>
        <pc:spChg chg="mod">
          <ac:chgData name="Jérémy  NICON" userId="94a6ae6d-3ccb-4b58-a804-76c2e74f6511" providerId="ADAL" clId="{931F5A44-9163-4FC9-8C22-E10649995436}" dt="2024-11-07T14:14:09.548" v="325" actId="1076"/>
          <ac:spMkLst>
            <pc:docMk/>
            <pc:sldMk cId="0" sldId="415"/>
            <ac:spMk id="10247" creationId="{8A1FFEEF-497C-5BE2-87C0-B3638E702E19}"/>
          </ac:spMkLst>
        </pc:spChg>
        <pc:spChg chg="mod">
          <ac:chgData name="Jérémy  NICON" userId="94a6ae6d-3ccb-4b58-a804-76c2e74f6511" providerId="ADAL" clId="{931F5A44-9163-4FC9-8C22-E10649995436}" dt="2024-11-07T14:14:09.548" v="325" actId="1076"/>
          <ac:spMkLst>
            <pc:docMk/>
            <pc:sldMk cId="0" sldId="415"/>
            <ac:spMk id="10248" creationId="{1DEA57F6-4C9F-6015-1906-3FD0FBCB1620}"/>
          </ac:spMkLst>
        </pc:spChg>
        <pc:spChg chg="mod">
          <ac:chgData name="Jérémy  NICON" userId="94a6ae6d-3ccb-4b58-a804-76c2e74f6511" providerId="ADAL" clId="{931F5A44-9163-4FC9-8C22-E10649995436}" dt="2024-11-07T14:14:09.548" v="325" actId="1076"/>
          <ac:spMkLst>
            <pc:docMk/>
            <pc:sldMk cId="0" sldId="415"/>
            <ac:spMk id="10249" creationId="{7FB4D239-D949-FB3D-5E73-2EC2908A6197}"/>
          </ac:spMkLst>
        </pc:spChg>
        <pc:spChg chg="mod">
          <ac:chgData name="Jérémy  NICON" userId="94a6ae6d-3ccb-4b58-a804-76c2e74f6511" providerId="ADAL" clId="{931F5A44-9163-4FC9-8C22-E10649995436}" dt="2024-11-07T14:14:09.548" v="325" actId="1076"/>
          <ac:spMkLst>
            <pc:docMk/>
            <pc:sldMk cId="0" sldId="415"/>
            <ac:spMk id="10250" creationId="{F2369157-E1D1-89F7-7C75-0BB2738DF779}"/>
          </ac:spMkLst>
        </pc:spChg>
        <pc:spChg chg="mod">
          <ac:chgData name="Jérémy  NICON" userId="94a6ae6d-3ccb-4b58-a804-76c2e74f6511" providerId="ADAL" clId="{931F5A44-9163-4FC9-8C22-E10649995436}" dt="2024-11-07T14:14:09.548" v="325" actId="1076"/>
          <ac:spMkLst>
            <pc:docMk/>
            <pc:sldMk cId="0" sldId="415"/>
            <ac:spMk id="10251" creationId="{A5196B7F-B0FC-4B35-167B-42DB970FA398}"/>
          </ac:spMkLst>
        </pc:spChg>
      </pc:sldChg>
      <pc:sldChg chg="delSp modSp mod">
        <pc:chgData name="Jérémy  NICON" userId="94a6ae6d-3ccb-4b58-a804-76c2e74f6511" providerId="ADAL" clId="{931F5A44-9163-4FC9-8C22-E10649995436}" dt="2024-11-07T14:14:19.031" v="327" actId="1076"/>
        <pc:sldMkLst>
          <pc:docMk/>
          <pc:sldMk cId="0" sldId="416"/>
        </pc:sldMkLst>
        <pc:spChg chg="del">
          <ac:chgData name="Jérémy  NICON" userId="94a6ae6d-3ccb-4b58-a804-76c2e74f6511" providerId="ADAL" clId="{931F5A44-9163-4FC9-8C22-E10649995436}" dt="2024-11-07T14:14:14.506" v="326" actId="478"/>
          <ac:spMkLst>
            <pc:docMk/>
            <pc:sldMk cId="0" sldId="416"/>
            <ac:spMk id="2" creationId="{FC2BDEC3-68F1-3234-8C07-1E51AD4359A1}"/>
          </ac:spMkLst>
        </pc:spChg>
        <pc:spChg chg="mod">
          <ac:chgData name="Jérémy  NICON" userId="94a6ae6d-3ccb-4b58-a804-76c2e74f6511" providerId="ADAL" clId="{931F5A44-9163-4FC9-8C22-E10649995436}" dt="2024-11-07T14:14:19.031" v="327" actId="1076"/>
          <ac:spMkLst>
            <pc:docMk/>
            <pc:sldMk cId="0" sldId="416"/>
            <ac:spMk id="11267" creationId="{B7912D66-B6D0-777C-0A5D-20C6F0B9E3B5}"/>
          </ac:spMkLst>
        </pc:spChg>
        <pc:spChg chg="mod">
          <ac:chgData name="Jérémy  NICON" userId="94a6ae6d-3ccb-4b58-a804-76c2e74f6511" providerId="ADAL" clId="{931F5A44-9163-4FC9-8C22-E10649995436}" dt="2024-11-07T14:14:19.031" v="327" actId="1076"/>
          <ac:spMkLst>
            <pc:docMk/>
            <pc:sldMk cId="0" sldId="416"/>
            <ac:spMk id="11268" creationId="{D59DC516-6AD3-8E2F-B87C-18B52659953D}"/>
          </ac:spMkLst>
        </pc:spChg>
        <pc:spChg chg="mod">
          <ac:chgData name="Jérémy  NICON" userId="94a6ae6d-3ccb-4b58-a804-76c2e74f6511" providerId="ADAL" clId="{931F5A44-9163-4FC9-8C22-E10649995436}" dt="2024-11-07T14:14:19.031" v="327" actId="1076"/>
          <ac:spMkLst>
            <pc:docMk/>
            <pc:sldMk cId="0" sldId="416"/>
            <ac:spMk id="11269" creationId="{0EB7A7E1-CF53-F676-F476-4E8C60908D94}"/>
          </ac:spMkLst>
        </pc:spChg>
        <pc:spChg chg="mod">
          <ac:chgData name="Jérémy  NICON" userId="94a6ae6d-3ccb-4b58-a804-76c2e74f6511" providerId="ADAL" clId="{931F5A44-9163-4FC9-8C22-E10649995436}" dt="2024-11-07T14:14:19.031" v="327" actId="1076"/>
          <ac:spMkLst>
            <pc:docMk/>
            <pc:sldMk cId="0" sldId="416"/>
            <ac:spMk id="11270" creationId="{54475C6C-9ECB-741C-0313-89CC853117E3}"/>
          </ac:spMkLst>
        </pc:spChg>
        <pc:spChg chg="mod">
          <ac:chgData name="Jérémy  NICON" userId="94a6ae6d-3ccb-4b58-a804-76c2e74f6511" providerId="ADAL" clId="{931F5A44-9163-4FC9-8C22-E10649995436}" dt="2024-11-07T14:14:19.031" v="327" actId="1076"/>
          <ac:spMkLst>
            <pc:docMk/>
            <pc:sldMk cId="0" sldId="416"/>
            <ac:spMk id="11271" creationId="{1BAFF761-8B6A-7DF8-9662-115659E6056D}"/>
          </ac:spMkLst>
        </pc:spChg>
        <pc:spChg chg="mod">
          <ac:chgData name="Jérémy  NICON" userId="94a6ae6d-3ccb-4b58-a804-76c2e74f6511" providerId="ADAL" clId="{931F5A44-9163-4FC9-8C22-E10649995436}" dt="2024-11-07T14:14:19.031" v="327" actId="1076"/>
          <ac:spMkLst>
            <pc:docMk/>
            <pc:sldMk cId="0" sldId="416"/>
            <ac:spMk id="11272" creationId="{19B19B64-9262-113B-C41F-E8F44655F370}"/>
          </ac:spMkLst>
        </pc:spChg>
      </pc:sldChg>
      <pc:sldChg chg="delSp modSp mod">
        <pc:chgData name="Jérémy  NICON" userId="94a6ae6d-3ccb-4b58-a804-76c2e74f6511" providerId="ADAL" clId="{931F5A44-9163-4FC9-8C22-E10649995436}" dt="2024-11-07T14:14:29.206" v="329" actId="1076"/>
        <pc:sldMkLst>
          <pc:docMk/>
          <pc:sldMk cId="0" sldId="418"/>
        </pc:sldMkLst>
        <pc:spChg chg="del">
          <ac:chgData name="Jérémy  NICON" userId="94a6ae6d-3ccb-4b58-a804-76c2e74f6511" providerId="ADAL" clId="{931F5A44-9163-4FC9-8C22-E10649995436}" dt="2024-11-07T14:14:24.830" v="328" actId="478"/>
          <ac:spMkLst>
            <pc:docMk/>
            <pc:sldMk cId="0" sldId="418"/>
            <ac:spMk id="2" creationId="{4F9E0EED-6B73-FF93-55F2-8FEF9B907180}"/>
          </ac:spMkLst>
        </pc:spChg>
        <pc:spChg chg="mod">
          <ac:chgData name="Jérémy  NICON" userId="94a6ae6d-3ccb-4b58-a804-76c2e74f6511" providerId="ADAL" clId="{931F5A44-9163-4FC9-8C22-E10649995436}" dt="2024-11-07T14:14:29.206" v="329" actId="1076"/>
          <ac:spMkLst>
            <pc:docMk/>
            <pc:sldMk cId="0" sldId="418"/>
            <ac:spMk id="9" creationId="{537ACBAF-89F9-FB74-0921-599BAC51E48A}"/>
          </ac:spMkLst>
        </pc:spChg>
        <pc:spChg chg="mod">
          <ac:chgData name="Jérémy  NICON" userId="94a6ae6d-3ccb-4b58-a804-76c2e74f6511" providerId="ADAL" clId="{931F5A44-9163-4FC9-8C22-E10649995436}" dt="2024-11-07T14:14:29.206" v="329" actId="1076"/>
          <ac:spMkLst>
            <pc:docMk/>
            <pc:sldMk cId="0" sldId="418"/>
            <ac:spMk id="11" creationId="{5433B788-7383-62E9-85AB-7B7659AA48AF}"/>
          </ac:spMkLst>
        </pc:spChg>
        <pc:spChg chg="mod">
          <ac:chgData name="Jérémy  NICON" userId="94a6ae6d-3ccb-4b58-a804-76c2e74f6511" providerId="ADAL" clId="{931F5A44-9163-4FC9-8C22-E10649995436}" dt="2024-11-07T14:14:29.206" v="329" actId="1076"/>
          <ac:spMkLst>
            <pc:docMk/>
            <pc:sldMk cId="0" sldId="418"/>
            <ac:spMk id="13" creationId="{CBF87263-9FAC-C82B-83A8-2458F4C41C67}"/>
          </ac:spMkLst>
        </pc:spChg>
        <pc:spChg chg="mod">
          <ac:chgData name="Jérémy  NICON" userId="94a6ae6d-3ccb-4b58-a804-76c2e74f6511" providerId="ADAL" clId="{931F5A44-9163-4FC9-8C22-E10649995436}" dt="2024-11-07T14:14:29.206" v="329" actId="1076"/>
          <ac:spMkLst>
            <pc:docMk/>
            <pc:sldMk cId="0" sldId="418"/>
            <ac:spMk id="15" creationId="{55C5A117-E2BC-2B9C-6EF8-86B9DBDACC23}"/>
          </ac:spMkLst>
        </pc:spChg>
        <pc:spChg chg="mod">
          <ac:chgData name="Jérémy  NICON" userId="94a6ae6d-3ccb-4b58-a804-76c2e74f6511" providerId="ADAL" clId="{931F5A44-9163-4FC9-8C22-E10649995436}" dt="2024-11-07T14:14:29.206" v="329" actId="1076"/>
          <ac:spMkLst>
            <pc:docMk/>
            <pc:sldMk cId="0" sldId="418"/>
            <ac:spMk id="17" creationId="{164FBBA5-FFAF-C90E-2F0C-034A845FC113}"/>
          </ac:spMkLst>
        </pc:spChg>
        <pc:spChg chg="mod">
          <ac:chgData name="Jérémy  NICON" userId="94a6ae6d-3ccb-4b58-a804-76c2e74f6511" providerId="ADAL" clId="{931F5A44-9163-4FC9-8C22-E10649995436}" dt="2024-11-07T14:14:29.206" v="329" actId="1076"/>
          <ac:spMkLst>
            <pc:docMk/>
            <pc:sldMk cId="0" sldId="418"/>
            <ac:spMk id="19" creationId="{E5D3F3CF-E747-46A3-1FA6-15109A1FB1F1}"/>
          </ac:spMkLst>
        </pc:spChg>
        <pc:spChg chg="mod">
          <ac:chgData name="Jérémy  NICON" userId="94a6ae6d-3ccb-4b58-a804-76c2e74f6511" providerId="ADAL" clId="{931F5A44-9163-4FC9-8C22-E10649995436}" dt="2024-11-07T14:14:29.206" v="329" actId="1076"/>
          <ac:spMkLst>
            <pc:docMk/>
            <pc:sldMk cId="0" sldId="418"/>
            <ac:spMk id="13315" creationId="{FDCBDDDD-64A3-1345-A5ED-EB4B703E7676}"/>
          </ac:spMkLst>
        </pc:spChg>
        <pc:spChg chg="mod">
          <ac:chgData name="Jérémy  NICON" userId="94a6ae6d-3ccb-4b58-a804-76c2e74f6511" providerId="ADAL" clId="{931F5A44-9163-4FC9-8C22-E10649995436}" dt="2024-11-07T14:14:29.206" v="329" actId="1076"/>
          <ac:spMkLst>
            <pc:docMk/>
            <pc:sldMk cId="0" sldId="418"/>
            <ac:spMk id="13316" creationId="{D891CED9-E36B-2517-3808-A942822867CD}"/>
          </ac:spMkLst>
        </pc:spChg>
        <pc:spChg chg="mod">
          <ac:chgData name="Jérémy  NICON" userId="94a6ae6d-3ccb-4b58-a804-76c2e74f6511" providerId="ADAL" clId="{931F5A44-9163-4FC9-8C22-E10649995436}" dt="2024-11-07T14:14:29.206" v="329" actId="1076"/>
          <ac:spMkLst>
            <pc:docMk/>
            <pc:sldMk cId="0" sldId="418"/>
            <ac:spMk id="13318" creationId="{CEA2C52F-7FCA-8889-3F46-81DD837F1AA1}"/>
          </ac:spMkLst>
        </pc:spChg>
        <pc:spChg chg="mod">
          <ac:chgData name="Jérémy  NICON" userId="94a6ae6d-3ccb-4b58-a804-76c2e74f6511" providerId="ADAL" clId="{931F5A44-9163-4FC9-8C22-E10649995436}" dt="2024-11-07T14:14:29.206" v="329" actId="1076"/>
          <ac:spMkLst>
            <pc:docMk/>
            <pc:sldMk cId="0" sldId="418"/>
            <ac:spMk id="13320" creationId="{656809F0-FB95-FB3A-A19A-16376B56848C}"/>
          </ac:spMkLst>
        </pc:spChg>
        <pc:spChg chg="mod">
          <ac:chgData name="Jérémy  NICON" userId="94a6ae6d-3ccb-4b58-a804-76c2e74f6511" providerId="ADAL" clId="{931F5A44-9163-4FC9-8C22-E10649995436}" dt="2024-11-07T14:14:29.206" v="329" actId="1076"/>
          <ac:spMkLst>
            <pc:docMk/>
            <pc:sldMk cId="0" sldId="418"/>
            <ac:spMk id="13322" creationId="{BF566D37-72FD-0E01-B789-B6F09015418D}"/>
          </ac:spMkLst>
        </pc:spChg>
        <pc:spChg chg="mod">
          <ac:chgData name="Jérémy  NICON" userId="94a6ae6d-3ccb-4b58-a804-76c2e74f6511" providerId="ADAL" clId="{931F5A44-9163-4FC9-8C22-E10649995436}" dt="2024-11-07T14:14:29.206" v="329" actId="1076"/>
          <ac:spMkLst>
            <pc:docMk/>
            <pc:sldMk cId="0" sldId="418"/>
            <ac:spMk id="13324" creationId="{4F006E22-2306-9359-F8D3-E3FBA038BA66}"/>
          </ac:spMkLst>
        </pc:spChg>
        <pc:spChg chg="mod">
          <ac:chgData name="Jérémy  NICON" userId="94a6ae6d-3ccb-4b58-a804-76c2e74f6511" providerId="ADAL" clId="{931F5A44-9163-4FC9-8C22-E10649995436}" dt="2024-11-07T14:14:29.206" v="329" actId="1076"/>
          <ac:spMkLst>
            <pc:docMk/>
            <pc:sldMk cId="0" sldId="418"/>
            <ac:spMk id="13326" creationId="{6D36213D-36D8-43D8-B29E-0B1B80B1E89E}"/>
          </ac:spMkLst>
        </pc:spChg>
      </pc:sldChg>
      <pc:sldChg chg="delSp modSp mod">
        <pc:chgData name="Jérémy  NICON" userId="94a6ae6d-3ccb-4b58-a804-76c2e74f6511" providerId="ADAL" clId="{931F5A44-9163-4FC9-8C22-E10649995436}" dt="2024-11-07T14:14:39.817" v="332" actId="1076"/>
        <pc:sldMkLst>
          <pc:docMk/>
          <pc:sldMk cId="0" sldId="419"/>
        </pc:sldMkLst>
        <pc:spChg chg="del">
          <ac:chgData name="Jérémy  NICON" userId="94a6ae6d-3ccb-4b58-a804-76c2e74f6511" providerId="ADAL" clId="{931F5A44-9163-4FC9-8C22-E10649995436}" dt="2024-11-07T14:14:32.934" v="330" actId="478"/>
          <ac:spMkLst>
            <pc:docMk/>
            <pc:sldMk cId="0" sldId="419"/>
            <ac:spMk id="2" creationId="{A7B1802E-CEB3-5381-2EC2-4BCA19F1EA86}"/>
          </ac:spMkLst>
        </pc:spChg>
        <pc:spChg chg="mod">
          <ac:chgData name="Jérémy  NICON" userId="94a6ae6d-3ccb-4b58-a804-76c2e74f6511" providerId="ADAL" clId="{931F5A44-9163-4FC9-8C22-E10649995436}" dt="2024-11-07T14:14:39.817" v="332" actId="1076"/>
          <ac:spMkLst>
            <pc:docMk/>
            <pc:sldMk cId="0" sldId="419"/>
            <ac:spMk id="11" creationId="{45B440A3-107B-B0D7-6570-AD62257D0BED}"/>
          </ac:spMkLst>
        </pc:spChg>
        <pc:spChg chg="mod">
          <ac:chgData name="Jérémy  NICON" userId="94a6ae6d-3ccb-4b58-a804-76c2e74f6511" providerId="ADAL" clId="{931F5A44-9163-4FC9-8C22-E10649995436}" dt="2024-11-07T14:14:39.817" v="332" actId="1076"/>
          <ac:spMkLst>
            <pc:docMk/>
            <pc:sldMk cId="0" sldId="419"/>
            <ac:spMk id="13" creationId="{930D488B-A98C-E8B8-7AEF-68B0A0A6EC65}"/>
          </ac:spMkLst>
        </pc:spChg>
        <pc:spChg chg="mod">
          <ac:chgData name="Jérémy  NICON" userId="94a6ae6d-3ccb-4b58-a804-76c2e74f6511" providerId="ADAL" clId="{931F5A44-9163-4FC9-8C22-E10649995436}" dt="2024-11-07T14:14:39.817" v="332" actId="1076"/>
          <ac:spMkLst>
            <pc:docMk/>
            <pc:sldMk cId="0" sldId="419"/>
            <ac:spMk id="16" creationId="{963E3C36-83ED-FBF8-C6C2-FB31435316F1}"/>
          </ac:spMkLst>
        </pc:spChg>
        <pc:spChg chg="mod">
          <ac:chgData name="Jérémy  NICON" userId="94a6ae6d-3ccb-4b58-a804-76c2e74f6511" providerId="ADAL" clId="{931F5A44-9163-4FC9-8C22-E10649995436}" dt="2024-11-07T14:14:39.817" v="332" actId="1076"/>
          <ac:spMkLst>
            <pc:docMk/>
            <pc:sldMk cId="0" sldId="419"/>
            <ac:spMk id="17" creationId="{0A836AA8-BAAA-A1A8-F98C-1E5533020FF1}"/>
          </ac:spMkLst>
        </pc:spChg>
        <pc:spChg chg="mod">
          <ac:chgData name="Jérémy  NICON" userId="94a6ae6d-3ccb-4b58-a804-76c2e74f6511" providerId="ADAL" clId="{931F5A44-9163-4FC9-8C22-E10649995436}" dt="2024-11-07T14:14:39.817" v="332" actId="1076"/>
          <ac:spMkLst>
            <pc:docMk/>
            <pc:sldMk cId="0" sldId="419"/>
            <ac:spMk id="18" creationId="{7D9D31A9-6967-DCD7-E011-61A1863C0CB4}"/>
          </ac:spMkLst>
        </pc:spChg>
        <pc:spChg chg="mod">
          <ac:chgData name="Jérémy  NICON" userId="94a6ae6d-3ccb-4b58-a804-76c2e74f6511" providerId="ADAL" clId="{931F5A44-9163-4FC9-8C22-E10649995436}" dt="2024-11-07T14:14:39.817" v="332" actId="1076"/>
          <ac:spMkLst>
            <pc:docMk/>
            <pc:sldMk cId="0" sldId="419"/>
            <ac:spMk id="26" creationId="{C284E01C-8AA6-8BB6-568F-FFB99C25D3D8}"/>
          </ac:spMkLst>
        </pc:spChg>
        <pc:spChg chg="mod">
          <ac:chgData name="Jérémy  NICON" userId="94a6ae6d-3ccb-4b58-a804-76c2e74f6511" providerId="ADAL" clId="{931F5A44-9163-4FC9-8C22-E10649995436}" dt="2024-11-07T14:14:39.817" v="332" actId="1076"/>
          <ac:spMkLst>
            <pc:docMk/>
            <pc:sldMk cId="0" sldId="419"/>
            <ac:spMk id="28" creationId="{726FF69F-F743-8270-BAB6-0F1B67A7749C}"/>
          </ac:spMkLst>
        </pc:spChg>
        <pc:spChg chg="mod">
          <ac:chgData name="Jérémy  NICON" userId="94a6ae6d-3ccb-4b58-a804-76c2e74f6511" providerId="ADAL" clId="{931F5A44-9163-4FC9-8C22-E10649995436}" dt="2024-11-07T14:14:39.817" v="332" actId="1076"/>
          <ac:spMkLst>
            <pc:docMk/>
            <pc:sldMk cId="0" sldId="419"/>
            <ac:spMk id="30" creationId="{D9F2FC9D-4291-04C5-6926-342628CFBA54}"/>
          </ac:spMkLst>
        </pc:spChg>
        <pc:spChg chg="mod">
          <ac:chgData name="Jérémy  NICON" userId="94a6ae6d-3ccb-4b58-a804-76c2e74f6511" providerId="ADAL" clId="{931F5A44-9163-4FC9-8C22-E10649995436}" dt="2024-11-07T14:14:39.817" v="332" actId="1076"/>
          <ac:spMkLst>
            <pc:docMk/>
            <pc:sldMk cId="0" sldId="419"/>
            <ac:spMk id="36" creationId="{A0FD6C42-EE33-6264-2B6E-222094E29661}"/>
          </ac:spMkLst>
        </pc:spChg>
        <pc:spChg chg="mod">
          <ac:chgData name="Jérémy  NICON" userId="94a6ae6d-3ccb-4b58-a804-76c2e74f6511" providerId="ADAL" clId="{931F5A44-9163-4FC9-8C22-E10649995436}" dt="2024-11-07T14:14:39.817" v="332" actId="1076"/>
          <ac:spMkLst>
            <pc:docMk/>
            <pc:sldMk cId="0" sldId="419"/>
            <ac:spMk id="38" creationId="{FF2F9A8F-EFA3-326A-222A-8DD76798FFDF}"/>
          </ac:spMkLst>
        </pc:spChg>
        <pc:spChg chg="mod">
          <ac:chgData name="Jérémy  NICON" userId="94a6ae6d-3ccb-4b58-a804-76c2e74f6511" providerId="ADAL" clId="{931F5A44-9163-4FC9-8C22-E10649995436}" dt="2024-11-07T14:14:39.817" v="332" actId="1076"/>
          <ac:spMkLst>
            <pc:docMk/>
            <pc:sldMk cId="0" sldId="419"/>
            <ac:spMk id="40" creationId="{A28CDEB1-5024-839D-F7F2-B44A2565977E}"/>
          </ac:spMkLst>
        </pc:spChg>
        <pc:spChg chg="mod">
          <ac:chgData name="Jérémy  NICON" userId="94a6ae6d-3ccb-4b58-a804-76c2e74f6511" providerId="ADAL" clId="{931F5A44-9163-4FC9-8C22-E10649995436}" dt="2024-11-07T14:14:39.817" v="332" actId="1076"/>
          <ac:spMkLst>
            <pc:docMk/>
            <pc:sldMk cId="0" sldId="419"/>
            <ac:spMk id="46" creationId="{8ECA3336-1A77-30BB-4DCB-5273D2133087}"/>
          </ac:spMkLst>
        </pc:spChg>
        <pc:spChg chg="mod">
          <ac:chgData name="Jérémy  NICON" userId="94a6ae6d-3ccb-4b58-a804-76c2e74f6511" providerId="ADAL" clId="{931F5A44-9163-4FC9-8C22-E10649995436}" dt="2024-11-07T14:14:39.817" v="332" actId="1076"/>
          <ac:spMkLst>
            <pc:docMk/>
            <pc:sldMk cId="0" sldId="419"/>
            <ac:spMk id="48" creationId="{26BB6FB7-6F85-9D6C-8525-413D9AF95DCC}"/>
          </ac:spMkLst>
        </pc:spChg>
        <pc:spChg chg="mod">
          <ac:chgData name="Jérémy  NICON" userId="94a6ae6d-3ccb-4b58-a804-76c2e74f6511" providerId="ADAL" clId="{931F5A44-9163-4FC9-8C22-E10649995436}" dt="2024-11-07T14:14:39.817" v="332" actId="1076"/>
          <ac:spMkLst>
            <pc:docMk/>
            <pc:sldMk cId="0" sldId="419"/>
            <ac:spMk id="50" creationId="{1CD53438-B2BC-3BF0-F8E3-0E72BEC27D8C}"/>
          </ac:spMkLst>
        </pc:spChg>
        <pc:spChg chg="mod">
          <ac:chgData name="Jérémy  NICON" userId="94a6ae6d-3ccb-4b58-a804-76c2e74f6511" providerId="ADAL" clId="{931F5A44-9163-4FC9-8C22-E10649995436}" dt="2024-11-07T14:14:39.817" v="332" actId="1076"/>
          <ac:spMkLst>
            <pc:docMk/>
            <pc:sldMk cId="0" sldId="419"/>
            <ac:spMk id="55" creationId="{032E5CE8-2D25-39E3-B1E9-DD9B16977EC9}"/>
          </ac:spMkLst>
        </pc:spChg>
        <pc:spChg chg="mod">
          <ac:chgData name="Jérémy  NICON" userId="94a6ae6d-3ccb-4b58-a804-76c2e74f6511" providerId="ADAL" clId="{931F5A44-9163-4FC9-8C22-E10649995436}" dt="2024-11-07T14:14:39.817" v="332" actId="1076"/>
          <ac:spMkLst>
            <pc:docMk/>
            <pc:sldMk cId="0" sldId="419"/>
            <ac:spMk id="56" creationId="{ABFCF06D-B7C7-6ACA-1354-4EAC24DFE40C}"/>
          </ac:spMkLst>
        </pc:spChg>
        <pc:spChg chg="mod">
          <ac:chgData name="Jérémy  NICON" userId="94a6ae6d-3ccb-4b58-a804-76c2e74f6511" providerId="ADAL" clId="{931F5A44-9163-4FC9-8C22-E10649995436}" dt="2024-11-07T14:14:39.817" v="332" actId="1076"/>
          <ac:spMkLst>
            <pc:docMk/>
            <pc:sldMk cId="0" sldId="419"/>
            <ac:spMk id="57" creationId="{568DBA6E-D8FD-1AFB-74AD-08CAFC1BA10D}"/>
          </ac:spMkLst>
        </pc:spChg>
        <pc:spChg chg="mod">
          <ac:chgData name="Jérémy  NICON" userId="94a6ae6d-3ccb-4b58-a804-76c2e74f6511" providerId="ADAL" clId="{931F5A44-9163-4FC9-8C22-E10649995436}" dt="2024-11-07T14:14:39.817" v="332" actId="1076"/>
          <ac:spMkLst>
            <pc:docMk/>
            <pc:sldMk cId="0" sldId="419"/>
            <ac:spMk id="58" creationId="{E46E865D-5344-DAC9-2C87-92E4F17ABD19}"/>
          </ac:spMkLst>
        </pc:spChg>
        <pc:spChg chg="mod">
          <ac:chgData name="Jérémy  NICON" userId="94a6ae6d-3ccb-4b58-a804-76c2e74f6511" providerId="ADAL" clId="{931F5A44-9163-4FC9-8C22-E10649995436}" dt="2024-11-07T14:14:39.817" v="332" actId="1076"/>
          <ac:spMkLst>
            <pc:docMk/>
            <pc:sldMk cId="0" sldId="419"/>
            <ac:spMk id="59" creationId="{F281CC18-B846-F570-FFE2-E36D1CA173A6}"/>
          </ac:spMkLst>
        </pc:spChg>
        <pc:spChg chg="mod">
          <ac:chgData name="Jérémy  NICON" userId="94a6ae6d-3ccb-4b58-a804-76c2e74f6511" providerId="ADAL" clId="{931F5A44-9163-4FC9-8C22-E10649995436}" dt="2024-11-07T14:14:39.817" v="332" actId="1076"/>
          <ac:spMkLst>
            <pc:docMk/>
            <pc:sldMk cId="0" sldId="419"/>
            <ac:spMk id="61" creationId="{C0DB1312-9884-9361-1706-86301BB0C158}"/>
          </ac:spMkLst>
        </pc:spChg>
        <pc:spChg chg="mod">
          <ac:chgData name="Jérémy  NICON" userId="94a6ae6d-3ccb-4b58-a804-76c2e74f6511" providerId="ADAL" clId="{931F5A44-9163-4FC9-8C22-E10649995436}" dt="2024-11-07T14:14:39.817" v="332" actId="1076"/>
          <ac:spMkLst>
            <pc:docMk/>
            <pc:sldMk cId="0" sldId="419"/>
            <ac:spMk id="14339" creationId="{D7325DA3-7330-C81D-8E99-01237D950CC0}"/>
          </ac:spMkLst>
        </pc:spChg>
        <pc:spChg chg="mod">
          <ac:chgData name="Jérémy  NICON" userId="94a6ae6d-3ccb-4b58-a804-76c2e74f6511" providerId="ADAL" clId="{931F5A44-9163-4FC9-8C22-E10649995436}" dt="2024-11-07T14:14:39.817" v="332" actId="1076"/>
          <ac:spMkLst>
            <pc:docMk/>
            <pc:sldMk cId="0" sldId="419"/>
            <ac:spMk id="14340" creationId="{1AF3E12D-E314-716B-116C-8DC9B6CCDCC5}"/>
          </ac:spMkLst>
        </pc:spChg>
        <pc:spChg chg="mod">
          <ac:chgData name="Jérémy  NICON" userId="94a6ae6d-3ccb-4b58-a804-76c2e74f6511" providerId="ADAL" clId="{931F5A44-9163-4FC9-8C22-E10649995436}" dt="2024-11-07T14:14:39.817" v="332" actId="1076"/>
          <ac:spMkLst>
            <pc:docMk/>
            <pc:sldMk cId="0" sldId="419"/>
            <ac:spMk id="14342" creationId="{16C08A10-7CCC-3AEB-885E-757967FDDC34}"/>
          </ac:spMkLst>
        </pc:spChg>
        <pc:grpChg chg="mod">
          <ac:chgData name="Jérémy  NICON" userId="94a6ae6d-3ccb-4b58-a804-76c2e74f6511" providerId="ADAL" clId="{931F5A44-9163-4FC9-8C22-E10649995436}" dt="2024-11-07T14:14:39.817" v="332" actId="1076"/>
          <ac:grpSpMkLst>
            <pc:docMk/>
            <pc:sldMk cId="0" sldId="419"/>
            <ac:grpSpMk id="14351" creationId="{4A0BF905-F918-DE0A-F9B4-F07226A0F08A}"/>
          </ac:grpSpMkLst>
        </pc:grpChg>
        <pc:grpChg chg="mod">
          <ac:chgData name="Jérémy  NICON" userId="94a6ae6d-3ccb-4b58-a804-76c2e74f6511" providerId="ADAL" clId="{931F5A44-9163-4FC9-8C22-E10649995436}" dt="2024-11-07T14:14:39.817" v="332" actId="1076"/>
          <ac:grpSpMkLst>
            <pc:docMk/>
            <pc:sldMk cId="0" sldId="419"/>
            <ac:grpSpMk id="14352" creationId="{A22D6600-712B-BBD3-F73B-931E256CF1D5}"/>
          </ac:grpSpMkLst>
        </pc:grpChg>
        <pc:grpChg chg="mod">
          <ac:chgData name="Jérémy  NICON" userId="94a6ae6d-3ccb-4b58-a804-76c2e74f6511" providerId="ADAL" clId="{931F5A44-9163-4FC9-8C22-E10649995436}" dt="2024-11-07T14:14:39.817" v="332" actId="1076"/>
          <ac:grpSpMkLst>
            <pc:docMk/>
            <pc:sldMk cId="0" sldId="419"/>
            <ac:grpSpMk id="14353" creationId="{D397DFA5-2305-41A6-3719-D74F89404254}"/>
          </ac:grpSpMkLst>
        </pc:grpChg>
        <pc:grpChg chg="mod">
          <ac:chgData name="Jérémy  NICON" userId="94a6ae6d-3ccb-4b58-a804-76c2e74f6511" providerId="ADAL" clId="{931F5A44-9163-4FC9-8C22-E10649995436}" dt="2024-11-07T14:14:39.817" v="332" actId="1076"/>
          <ac:grpSpMkLst>
            <pc:docMk/>
            <pc:sldMk cId="0" sldId="419"/>
            <ac:grpSpMk id="14354" creationId="{E997FAC8-F6D6-6E2E-0F9F-76D196E8D6CD}"/>
          </ac:grpSpMkLst>
        </pc:grpChg>
        <pc:grpChg chg="mod">
          <ac:chgData name="Jérémy  NICON" userId="94a6ae6d-3ccb-4b58-a804-76c2e74f6511" providerId="ADAL" clId="{931F5A44-9163-4FC9-8C22-E10649995436}" dt="2024-11-07T14:14:39.817" v="332" actId="1076"/>
          <ac:grpSpMkLst>
            <pc:docMk/>
            <pc:sldMk cId="0" sldId="419"/>
            <ac:grpSpMk id="14365" creationId="{2EBADED9-2B5A-2A6A-8B4D-2468C6742505}"/>
          </ac:grpSpMkLst>
        </pc:grpChg>
        <pc:grpChg chg="mod">
          <ac:chgData name="Jérémy  NICON" userId="94a6ae6d-3ccb-4b58-a804-76c2e74f6511" providerId="ADAL" clId="{931F5A44-9163-4FC9-8C22-E10649995436}" dt="2024-11-07T14:14:39.817" v="332" actId="1076"/>
          <ac:grpSpMkLst>
            <pc:docMk/>
            <pc:sldMk cId="0" sldId="419"/>
            <ac:grpSpMk id="14366" creationId="{0A0679E4-CA51-13FD-AAFE-2519C07ADFF7}"/>
          </ac:grpSpMkLst>
        </pc:grpChg>
        <pc:grpChg chg="mod">
          <ac:chgData name="Jérémy  NICON" userId="94a6ae6d-3ccb-4b58-a804-76c2e74f6511" providerId="ADAL" clId="{931F5A44-9163-4FC9-8C22-E10649995436}" dt="2024-11-07T14:14:39.817" v="332" actId="1076"/>
          <ac:grpSpMkLst>
            <pc:docMk/>
            <pc:sldMk cId="0" sldId="419"/>
            <ac:grpSpMk id="14367" creationId="{A49F8ED4-D475-A178-3B14-F238911CB178}"/>
          </ac:grpSpMkLst>
        </pc:grpChg>
        <pc:grpChg chg="mod">
          <ac:chgData name="Jérémy  NICON" userId="94a6ae6d-3ccb-4b58-a804-76c2e74f6511" providerId="ADAL" clId="{931F5A44-9163-4FC9-8C22-E10649995436}" dt="2024-11-07T14:14:39.817" v="332" actId="1076"/>
          <ac:grpSpMkLst>
            <pc:docMk/>
            <pc:sldMk cId="0" sldId="419"/>
            <ac:grpSpMk id="14374" creationId="{584C4D9D-38FD-8459-282A-323186E3A0B0}"/>
          </ac:grpSpMkLst>
        </pc:grpChg>
        <pc:grpChg chg="mod">
          <ac:chgData name="Jérémy  NICON" userId="94a6ae6d-3ccb-4b58-a804-76c2e74f6511" providerId="ADAL" clId="{931F5A44-9163-4FC9-8C22-E10649995436}" dt="2024-11-07T14:14:39.817" v="332" actId="1076"/>
          <ac:grpSpMkLst>
            <pc:docMk/>
            <pc:sldMk cId="0" sldId="419"/>
            <ac:grpSpMk id="14375" creationId="{EFC174D7-98F0-5F05-BDB9-AD2EB2CB2C61}"/>
          </ac:grpSpMkLst>
        </pc:grpChg>
        <pc:grpChg chg="mod">
          <ac:chgData name="Jérémy  NICON" userId="94a6ae6d-3ccb-4b58-a804-76c2e74f6511" providerId="ADAL" clId="{931F5A44-9163-4FC9-8C22-E10649995436}" dt="2024-11-07T14:14:39.817" v="332" actId="1076"/>
          <ac:grpSpMkLst>
            <pc:docMk/>
            <pc:sldMk cId="0" sldId="419"/>
            <ac:grpSpMk id="14376" creationId="{90290B15-BB03-7C28-34B3-06C85D42A0B8}"/>
          </ac:grpSpMkLst>
        </pc:grpChg>
        <pc:grpChg chg="mod">
          <ac:chgData name="Jérémy  NICON" userId="94a6ae6d-3ccb-4b58-a804-76c2e74f6511" providerId="ADAL" clId="{931F5A44-9163-4FC9-8C22-E10649995436}" dt="2024-11-07T14:14:39.817" v="332" actId="1076"/>
          <ac:grpSpMkLst>
            <pc:docMk/>
            <pc:sldMk cId="0" sldId="419"/>
            <ac:grpSpMk id="14383" creationId="{18C0641A-D604-281F-64F2-6A20057F9C3C}"/>
          </ac:grpSpMkLst>
        </pc:grpChg>
        <pc:grpChg chg="mod">
          <ac:chgData name="Jérémy  NICON" userId="94a6ae6d-3ccb-4b58-a804-76c2e74f6511" providerId="ADAL" clId="{931F5A44-9163-4FC9-8C22-E10649995436}" dt="2024-11-07T14:14:39.817" v="332" actId="1076"/>
          <ac:grpSpMkLst>
            <pc:docMk/>
            <pc:sldMk cId="0" sldId="419"/>
            <ac:grpSpMk id="14384" creationId="{88AEDDFA-F6E0-40F5-D7CF-FBD5FF1F93F7}"/>
          </ac:grpSpMkLst>
        </pc:grpChg>
        <pc:grpChg chg="mod">
          <ac:chgData name="Jérémy  NICON" userId="94a6ae6d-3ccb-4b58-a804-76c2e74f6511" providerId="ADAL" clId="{931F5A44-9163-4FC9-8C22-E10649995436}" dt="2024-11-07T14:14:39.817" v="332" actId="1076"/>
          <ac:grpSpMkLst>
            <pc:docMk/>
            <pc:sldMk cId="0" sldId="419"/>
            <ac:grpSpMk id="14385" creationId="{E930C0D9-6485-574A-7934-3A2E34E81280}"/>
          </ac:grpSpMkLst>
        </pc:grpChg>
        <pc:picChg chg="mod">
          <ac:chgData name="Jérémy  NICON" userId="94a6ae6d-3ccb-4b58-a804-76c2e74f6511" providerId="ADAL" clId="{931F5A44-9163-4FC9-8C22-E10649995436}" dt="2024-11-07T14:14:39.817" v="332" actId="1076"/>
          <ac:picMkLst>
            <pc:docMk/>
            <pc:sldMk cId="0" sldId="419"/>
            <ac:picMk id="14344" creationId="{6A2188B8-F781-C26C-D00F-F43602348D61}"/>
          </ac:picMkLst>
        </pc:picChg>
        <pc:picChg chg="mod">
          <ac:chgData name="Jérémy  NICON" userId="94a6ae6d-3ccb-4b58-a804-76c2e74f6511" providerId="ADAL" clId="{931F5A44-9163-4FC9-8C22-E10649995436}" dt="2024-11-07T14:14:39.817" v="332" actId="1076"/>
          <ac:picMkLst>
            <pc:docMk/>
            <pc:sldMk cId="0" sldId="419"/>
            <ac:picMk id="14345" creationId="{CAFFA1D6-3462-4F50-0225-4EED6BD86185}"/>
          </ac:picMkLst>
        </pc:picChg>
        <pc:picChg chg="mod">
          <ac:chgData name="Jérémy  NICON" userId="94a6ae6d-3ccb-4b58-a804-76c2e74f6511" providerId="ADAL" clId="{931F5A44-9163-4FC9-8C22-E10649995436}" dt="2024-11-07T14:14:39.817" v="332" actId="1076"/>
          <ac:picMkLst>
            <pc:docMk/>
            <pc:sldMk cId="0" sldId="419"/>
            <ac:picMk id="14349" creationId="{17B3BE20-B5A4-381E-EAE5-AB2F3AA2E2BB}"/>
          </ac:picMkLst>
        </pc:picChg>
        <pc:picChg chg="mod">
          <ac:chgData name="Jérémy  NICON" userId="94a6ae6d-3ccb-4b58-a804-76c2e74f6511" providerId="ADAL" clId="{931F5A44-9163-4FC9-8C22-E10649995436}" dt="2024-11-07T14:14:39.817" v="332" actId="1076"/>
          <ac:picMkLst>
            <pc:docMk/>
            <pc:sldMk cId="0" sldId="419"/>
            <ac:picMk id="14350" creationId="{BE0696F4-E3F4-79E9-8119-BF2712014A74}"/>
          </ac:picMkLst>
        </pc:picChg>
        <pc:picChg chg="mod">
          <ac:chgData name="Jérémy  NICON" userId="94a6ae6d-3ccb-4b58-a804-76c2e74f6511" providerId="ADAL" clId="{931F5A44-9163-4FC9-8C22-E10649995436}" dt="2024-11-07T14:14:39.817" v="332" actId="1076"/>
          <ac:picMkLst>
            <pc:docMk/>
            <pc:sldMk cId="0" sldId="419"/>
            <ac:picMk id="14360" creationId="{7D6F5184-BD56-E16E-3630-48987FAFAB16}"/>
          </ac:picMkLst>
        </pc:picChg>
        <pc:picChg chg="mod">
          <ac:chgData name="Jérémy  NICON" userId="94a6ae6d-3ccb-4b58-a804-76c2e74f6511" providerId="ADAL" clId="{931F5A44-9163-4FC9-8C22-E10649995436}" dt="2024-11-07T14:14:39.817" v="332" actId="1076"/>
          <ac:picMkLst>
            <pc:docMk/>
            <pc:sldMk cId="0" sldId="419"/>
            <ac:picMk id="14362" creationId="{4AA06EE0-EC72-1233-39B3-BCC08AEF9E61}"/>
          </ac:picMkLst>
        </pc:picChg>
        <pc:picChg chg="mod">
          <ac:chgData name="Jérémy  NICON" userId="94a6ae6d-3ccb-4b58-a804-76c2e74f6511" providerId="ADAL" clId="{931F5A44-9163-4FC9-8C22-E10649995436}" dt="2024-11-07T14:14:39.817" v="332" actId="1076"/>
          <ac:picMkLst>
            <pc:docMk/>
            <pc:sldMk cId="0" sldId="419"/>
            <ac:picMk id="14363" creationId="{8E6A72D1-D08E-8E97-5EC5-05ABCFBB3518}"/>
          </ac:picMkLst>
        </pc:picChg>
        <pc:picChg chg="mod">
          <ac:chgData name="Jérémy  NICON" userId="94a6ae6d-3ccb-4b58-a804-76c2e74f6511" providerId="ADAL" clId="{931F5A44-9163-4FC9-8C22-E10649995436}" dt="2024-11-07T14:14:39.817" v="332" actId="1076"/>
          <ac:picMkLst>
            <pc:docMk/>
            <pc:sldMk cId="0" sldId="419"/>
            <ac:picMk id="14364" creationId="{7DA2FCCA-2F02-FE51-F110-A4F090FB5A7B}"/>
          </ac:picMkLst>
        </pc:picChg>
        <pc:picChg chg="mod">
          <ac:chgData name="Jérémy  NICON" userId="94a6ae6d-3ccb-4b58-a804-76c2e74f6511" providerId="ADAL" clId="{931F5A44-9163-4FC9-8C22-E10649995436}" dt="2024-11-07T14:14:39.817" v="332" actId="1076"/>
          <ac:picMkLst>
            <pc:docMk/>
            <pc:sldMk cId="0" sldId="419"/>
            <ac:picMk id="14368" creationId="{8D82BBAF-1B08-C8F7-DC0D-9A8D097B425E}"/>
          </ac:picMkLst>
        </pc:picChg>
        <pc:picChg chg="mod">
          <ac:chgData name="Jérémy  NICON" userId="94a6ae6d-3ccb-4b58-a804-76c2e74f6511" providerId="ADAL" clId="{931F5A44-9163-4FC9-8C22-E10649995436}" dt="2024-11-07T14:14:39.817" v="332" actId="1076"/>
          <ac:picMkLst>
            <pc:docMk/>
            <pc:sldMk cId="0" sldId="419"/>
            <ac:picMk id="14370" creationId="{853A3EEF-8329-C8AF-1E60-47DE4AE1498A}"/>
          </ac:picMkLst>
        </pc:picChg>
        <pc:picChg chg="mod">
          <ac:chgData name="Jérémy  NICON" userId="94a6ae6d-3ccb-4b58-a804-76c2e74f6511" providerId="ADAL" clId="{931F5A44-9163-4FC9-8C22-E10649995436}" dt="2024-11-07T14:14:39.817" v="332" actId="1076"/>
          <ac:picMkLst>
            <pc:docMk/>
            <pc:sldMk cId="0" sldId="419"/>
            <ac:picMk id="14372" creationId="{60524DB7-F80B-32F5-00EF-121DEA5DADD8}"/>
          </ac:picMkLst>
        </pc:picChg>
        <pc:picChg chg="mod">
          <ac:chgData name="Jérémy  NICON" userId="94a6ae6d-3ccb-4b58-a804-76c2e74f6511" providerId="ADAL" clId="{931F5A44-9163-4FC9-8C22-E10649995436}" dt="2024-11-07T14:14:39.817" v="332" actId="1076"/>
          <ac:picMkLst>
            <pc:docMk/>
            <pc:sldMk cId="0" sldId="419"/>
            <ac:picMk id="14377" creationId="{DBC2E207-5146-7541-FDE4-AEEE9F10DA57}"/>
          </ac:picMkLst>
        </pc:picChg>
        <pc:picChg chg="mod">
          <ac:chgData name="Jérémy  NICON" userId="94a6ae6d-3ccb-4b58-a804-76c2e74f6511" providerId="ADAL" clId="{931F5A44-9163-4FC9-8C22-E10649995436}" dt="2024-11-07T14:14:39.817" v="332" actId="1076"/>
          <ac:picMkLst>
            <pc:docMk/>
            <pc:sldMk cId="0" sldId="419"/>
            <ac:picMk id="14379" creationId="{62B64580-B1B9-2625-9BC3-46CF86380F5D}"/>
          </ac:picMkLst>
        </pc:picChg>
        <pc:picChg chg="mod">
          <ac:chgData name="Jérémy  NICON" userId="94a6ae6d-3ccb-4b58-a804-76c2e74f6511" providerId="ADAL" clId="{931F5A44-9163-4FC9-8C22-E10649995436}" dt="2024-11-07T14:14:39.817" v="332" actId="1076"/>
          <ac:picMkLst>
            <pc:docMk/>
            <pc:sldMk cId="0" sldId="419"/>
            <ac:picMk id="14381" creationId="{66D1C9EE-E03A-E201-BAC3-F54C88B24ABB}"/>
          </ac:picMkLst>
        </pc:picChg>
        <pc:picChg chg="mod">
          <ac:chgData name="Jérémy  NICON" userId="94a6ae6d-3ccb-4b58-a804-76c2e74f6511" providerId="ADAL" clId="{931F5A44-9163-4FC9-8C22-E10649995436}" dt="2024-11-07T14:14:39.817" v="332" actId="1076"/>
          <ac:picMkLst>
            <pc:docMk/>
            <pc:sldMk cId="0" sldId="419"/>
            <ac:picMk id="14386" creationId="{C695A6A8-4F03-26D2-8939-EAE799E0B40D}"/>
          </ac:picMkLst>
        </pc:picChg>
        <pc:picChg chg="mod">
          <ac:chgData name="Jérémy  NICON" userId="94a6ae6d-3ccb-4b58-a804-76c2e74f6511" providerId="ADAL" clId="{931F5A44-9163-4FC9-8C22-E10649995436}" dt="2024-11-07T14:14:39.817" v="332" actId="1076"/>
          <ac:picMkLst>
            <pc:docMk/>
            <pc:sldMk cId="0" sldId="419"/>
            <ac:picMk id="14388" creationId="{FF5873EF-7A38-19E4-AA86-D72DCA5B767C}"/>
          </ac:picMkLst>
        </pc:picChg>
        <pc:picChg chg="mod">
          <ac:chgData name="Jérémy  NICON" userId="94a6ae6d-3ccb-4b58-a804-76c2e74f6511" providerId="ADAL" clId="{931F5A44-9163-4FC9-8C22-E10649995436}" dt="2024-11-07T14:14:39.817" v="332" actId="1076"/>
          <ac:picMkLst>
            <pc:docMk/>
            <pc:sldMk cId="0" sldId="419"/>
            <ac:picMk id="14390" creationId="{0E0FE037-F5B7-6734-6B5E-9BDC12989FB0}"/>
          </ac:picMkLst>
        </pc:picChg>
      </pc:sldChg>
      <pc:sldChg chg="delSp modSp mod">
        <pc:chgData name="Jérémy  NICON" userId="94a6ae6d-3ccb-4b58-a804-76c2e74f6511" providerId="ADAL" clId="{931F5A44-9163-4FC9-8C22-E10649995436}" dt="2024-11-07T14:15:14.905" v="334" actId="1076"/>
        <pc:sldMkLst>
          <pc:docMk/>
          <pc:sldMk cId="0" sldId="420"/>
        </pc:sldMkLst>
        <pc:spChg chg="del">
          <ac:chgData name="Jérémy  NICON" userId="94a6ae6d-3ccb-4b58-a804-76c2e74f6511" providerId="ADAL" clId="{931F5A44-9163-4FC9-8C22-E10649995436}" dt="2024-11-07T14:14:46.503" v="333" actId="478"/>
          <ac:spMkLst>
            <pc:docMk/>
            <pc:sldMk cId="0" sldId="420"/>
            <ac:spMk id="2" creationId="{D612CE57-123B-847A-7F3F-4D76482E4031}"/>
          </ac:spMkLst>
        </pc:spChg>
        <pc:spChg chg="mod">
          <ac:chgData name="Jérémy  NICON" userId="94a6ae6d-3ccb-4b58-a804-76c2e74f6511" providerId="ADAL" clId="{931F5A44-9163-4FC9-8C22-E10649995436}" dt="2024-11-07T14:15:14.905" v="334" actId="1076"/>
          <ac:spMkLst>
            <pc:docMk/>
            <pc:sldMk cId="0" sldId="420"/>
            <ac:spMk id="15363" creationId="{53A9A685-D158-2263-3549-355885701AF6}"/>
          </ac:spMkLst>
        </pc:spChg>
        <pc:spChg chg="mod">
          <ac:chgData name="Jérémy  NICON" userId="94a6ae6d-3ccb-4b58-a804-76c2e74f6511" providerId="ADAL" clId="{931F5A44-9163-4FC9-8C22-E10649995436}" dt="2024-11-07T14:15:14.905" v="334" actId="1076"/>
          <ac:spMkLst>
            <pc:docMk/>
            <pc:sldMk cId="0" sldId="420"/>
            <ac:spMk id="15366" creationId="{25C3B3D5-11AB-1867-FCF8-6996A37AB361}"/>
          </ac:spMkLst>
        </pc:spChg>
        <pc:spChg chg="mod">
          <ac:chgData name="Jérémy  NICON" userId="94a6ae6d-3ccb-4b58-a804-76c2e74f6511" providerId="ADAL" clId="{931F5A44-9163-4FC9-8C22-E10649995436}" dt="2024-11-07T14:15:14.905" v="334" actId="1076"/>
          <ac:spMkLst>
            <pc:docMk/>
            <pc:sldMk cId="0" sldId="420"/>
            <ac:spMk id="15369" creationId="{0CD31DCA-544D-1A76-EA10-32464DDC1C6C}"/>
          </ac:spMkLst>
        </pc:spChg>
        <pc:spChg chg="mod">
          <ac:chgData name="Jérémy  NICON" userId="94a6ae6d-3ccb-4b58-a804-76c2e74f6511" providerId="ADAL" clId="{931F5A44-9163-4FC9-8C22-E10649995436}" dt="2024-11-07T14:15:14.905" v="334" actId="1076"/>
          <ac:spMkLst>
            <pc:docMk/>
            <pc:sldMk cId="0" sldId="420"/>
            <ac:spMk id="15371" creationId="{FC93AACE-5BDA-D360-6749-2571C643F9BF}"/>
          </ac:spMkLst>
        </pc:spChg>
        <pc:grpChg chg="mod">
          <ac:chgData name="Jérémy  NICON" userId="94a6ae6d-3ccb-4b58-a804-76c2e74f6511" providerId="ADAL" clId="{931F5A44-9163-4FC9-8C22-E10649995436}" dt="2024-11-07T14:15:14.905" v="334" actId="1076"/>
          <ac:grpSpMkLst>
            <pc:docMk/>
            <pc:sldMk cId="0" sldId="420"/>
            <ac:grpSpMk id="15364" creationId="{F6D8775D-EDD7-0525-E365-58D950BC5B32}"/>
          </ac:grpSpMkLst>
        </pc:grpChg>
        <pc:grpChg chg="mod">
          <ac:chgData name="Jérémy  NICON" userId="94a6ae6d-3ccb-4b58-a804-76c2e74f6511" providerId="ADAL" clId="{931F5A44-9163-4FC9-8C22-E10649995436}" dt="2024-11-07T14:15:14.905" v="334" actId="1076"/>
          <ac:grpSpMkLst>
            <pc:docMk/>
            <pc:sldMk cId="0" sldId="420"/>
            <ac:grpSpMk id="15365" creationId="{D7F33216-0271-CAB6-E0BF-78701215DD07}"/>
          </ac:grpSpMkLst>
        </pc:grpChg>
        <pc:picChg chg="mod">
          <ac:chgData name="Jérémy  NICON" userId="94a6ae6d-3ccb-4b58-a804-76c2e74f6511" providerId="ADAL" clId="{931F5A44-9163-4FC9-8C22-E10649995436}" dt="2024-11-07T14:15:14.905" v="334" actId="1076"/>
          <ac:picMkLst>
            <pc:docMk/>
            <pc:sldMk cId="0" sldId="420"/>
            <ac:picMk id="15367" creationId="{0B74267C-ECA8-DC7B-1217-A7CE313A3D79}"/>
          </ac:picMkLst>
        </pc:picChg>
        <pc:picChg chg="mod">
          <ac:chgData name="Jérémy  NICON" userId="94a6ae6d-3ccb-4b58-a804-76c2e74f6511" providerId="ADAL" clId="{931F5A44-9163-4FC9-8C22-E10649995436}" dt="2024-11-07T14:15:14.905" v="334" actId="1076"/>
          <ac:picMkLst>
            <pc:docMk/>
            <pc:sldMk cId="0" sldId="420"/>
            <ac:picMk id="15368" creationId="{7195987C-3045-9C68-C22E-4103A1FAA901}"/>
          </ac:picMkLst>
        </pc:picChg>
        <pc:picChg chg="mod">
          <ac:chgData name="Jérémy  NICON" userId="94a6ae6d-3ccb-4b58-a804-76c2e74f6511" providerId="ADAL" clId="{931F5A44-9163-4FC9-8C22-E10649995436}" dt="2024-11-07T14:15:14.905" v="334" actId="1076"/>
          <ac:picMkLst>
            <pc:docMk/>
            <pc:sldMk cId="0" sldId="420"/>
            <ac:picMk id="15370" creationId="{8CD3B329-1EB1-D90E-EC26-3DEDBE46F74D}"/>
          </ac:picMkLst>
        </pc:picChg>
        <pc:picChg chg="mod">
          <ac:chgData name="Jérémy  NICON" userId="94a6ae6d-3ccb-4b58-a804-76c2e74f6511" providerId="ADAL" clId="{931F5A44-9163-4FC9-8C22-E10649995436}" dt="2024-11-07T14:15:14.905" v="334" actId="1076"/>
          <ac:picMkLst>
            <pc:docMk/>
            <pc:sldMk cId="0" sldId="420"/>
            <ac:picMk id="15372" creationId="{28D99015-5005-2B5C-275F-85028D9F7664}"/>
          </ac:picMkLst>
        </pc:picChg>
      </pc:sldChg>
      <pc:sldChg chg="delSp mod">
        <pc:chgData name="Jérémy  NICON" userId="94a6ae6d-3ccb-4b58-a804-76c2e74f6511" providerId="ADAL" clId="{931F5A44-9163-4FC9-8C22-E10649995436}" dt="2024-11-07T14:15:21.326" v="335" actId="478"/>
        <pc:sldMkLst>
          <pc:docMk/>
          <pc:sldMk cId="0" sldId="421"/>
        </pc:sldMkLst>
        <pc:spChg chg="del">
          <ac:chgData name="Jérémy  NICON" userId="94a6ae6d-3ccb-4b58-a804-76c2e74f6511" providerId="ADAL" clId="{931F5A44-9163-4FC9-8C22-E10649995436}" dt="2024-11-07T14:15:21.326" v="335" actId="478"/>
          <ac:spMkLst>
            <pc:docMk/>
            <pc:sldMk cId="0" sldId="421"/>
            <ac:spMk id="2" creationId="{DF6636F7-6770-A13D-58EE-E7875429B49E}"/>
          </ac:spMkLst>
        </pc:spChg>
      </pc:sldChg>
      <pc:sldChg chg="delSp modSp mod">
        <pc:chgData name="Jérémy  NICON" userId="94a6ae6d-3ccb-4b58-a804-76c2e74f6511" providerId="ADAL" clId="{931F5A44-9163-4FC9-8C22-E10649995436}" dt="2024-11-07T14:15:29.487" v="337" actId="1076"/>
        <pc:sldMkLst>
          <pc:docMk/>
          <pc:sldMk cId="0" sldId="422"/>
        </pc:sldMkLst>
        <pc:spChg chg="del">
          <ac:chgData name="Jérémy  NICON" userId="94a6ae6d-3ccb-4b58-a804-76c2e74f6511" providerId="ADAL" clId="{931F5A44-9163-4FC9-8C22-E10649995436}" dt="2024-11-07T14:15:25.449" v="336" actId="478"/>
          <ac:spMkLst>
            <pc:docMk/>
            <pc:sldMk cId="0" sldId="422"/>
            <ac:spMk id="2" creationId="{E8742521-2617-5D3D-100F-5DF62DFDB6B8}"/>
          </ac:spMkLst>
        </pc:spChg>
        <pc:spChg chg="mod">
          <ac:chgData name="Jérémy  NICON" userId="94a6ae6d-3ccb-4b58-a804-76c2e74f6511" providerId="ADAL" clId="{931F5A44-9163-4FC9-8C22-E10649995436}" dt="2024-11-07T14:15:29.487" v="337" actId="1076"/>
          <ac:spMkLst>
            <pc:docMk/>
            <pc:sldMk cId="0" sldId="422"/>
            <ac:spMk id="17411" creationId="{C36F8C10-432A-560E-BECE-62DF9F2E29FD}"/>
          </ac:spMkLst>
        </pc:spChg>
        <pc:spChg chg="mod">
          <ac:chgData name="Jérémy  NICON" userId="94a6ae6d-3ccb-4b58-a804-76c2e74f6511" providerId="ADAL" clId="{931F5A44-9163-4FC9-8C22-E10649995436}" dt="2024-11-07T14:15:29.487" v="337" actId="1076"/>
          <ac:spMkLst>
            <pc:docMk/>
            <pc:sldMk cId="0" sldId="422"/>
            <ac:spMk id="17412" creationId="{965F861D-8DC8-29DD-38F3-8B34098D420E}"/>
          </ac:spMkLst>
        </pc:spChg>
        <pc:spChg chg="mod">
          <ac:chgData name="Jérémy  NICON" userId="94a6ae6d-3ccb-4b58-a804-76c2e74f6511" providerId="ADAL" clId="{931F5A44-9163-4FC9-8C22-E10649995436}" dt="2024-11-07T14:15:29.487" v="337" actId="1076"/>
          <ac:spMkLst>
            <pc:docMk/>
            <pc:sldMk cId="0" sldId="422"/>
            <ac:spMk id="17413" creationId="{0CE273ED-6ECD-535C-607C-589A6D92B989}"/>
          </ac:spMkLst>
        </pc:spChg>
        <pc:spChg chg="mod">
          <ac:chgData name="Jérémy  NICON" userId="94a6ae6d-3ccb-4b58-a804-76c2e74f6511" providerId="ADAL" clId="{931F5A44-9163-4FC9-8C22-E10649995436}" dt="2024-11-07T14:15:29.487" v="337" actId="1076"/>
          <ac:spMkLst>
            <pc:docMk/>
            <pc:sldMk cId="0" sldId="422"/>
            <ac:spMk id="17414" creationId="{218D22AA-8866-C3E8-9F1B-796A759E33E3}"/>
          </ac:spMkLst>
        </pc:spChg>
        <pc:spChg chg="mod">
          <ac:chgData name="Jérémy  NICON" userId="94a6ae6d-3ccb-4b58-a804-76c2e74f6511" providerId="ADAL" clId="{931F5A44-9163-4FC9-8C22-E10649995436}" dt="2024-11-07T14:15:29.487" v="337" actId="1076"/>
          <ac:spMkLst>
            <pc:docMk/>
            <pc:sldMk cId="0" sldId="422"/>
            <ac:spMk id="17415" creationId="{4446BC48-EE65-277B-E0AB-EC53A7A6D63D}"/>
          </ac:spMkLst>
        </pc:spChg>
        <pc:spChg chg="mod">
          <ac:chgData name="Jérémy  NICON" userId="94a6ae6d-3ccb-4b58-a804-76c2e74f6511" providerId="ADAL" clId="{931F5A44-9163-4FC9-8C22-E10649995436}" dt="2024-11-07T14:15:29.487" v="337" actId="1076"/>
          <ac:spMkLst>
            <pc:docMk/>
            <pc:sldMk cId="0" sldId="422"/>
            <ac:spMk id="17416" creationId="{B2D23393-C3D1-1D39-34B9-C87A079DE549}"/>
          </ac:spMkLst>
        </pc:spChg>
        <pc:spChg chg="mod">
          <ac:chgData name="Jérémy  NICON" userId="94a6ae6d-3ccb-4b58-a804-76c2e74f6511" providerId="ADAL" clId="{931F5A44-9163-4FC9-8C22-E10649995436}" dt="2024-11-07T14:15:29.487" v="337" actId="1076"/>
          <ac:spMkLst>
            <pc:docMk/>
            <pc:sldMk cId="0" sldId="422"/>
            <ac:spMk id="17417" creationId="{05CEC79E-591E-E52A-96BD-E9B392470EDD}"/>
          </ac:spMkLst>
        </pc:spChg>
        <pc:spChg chg="mod">
          <ac:chgData name="Jérémy  NICON" userId="94a6ae6d-3ccb-4b58-a804-76c2e74f6511" providerId="ADAL" clId="{931F5A44-9163-4FC9-8C22-E10649995436}" dt="2024-11-07T14:15:29.487" v="337" actId="1076"/>
          <ac:spMkLst>
            <pc:docMk/>
            <pc:sldMk cId="0" sldId="422"/>
            <ac:spMk id="17418" creationId="{8AB597E8-371A-AA56-0880-CFD6845BD457}"/>
          </ac:spMkLst>
        </pc:spChg>
      </pc:sldChg>
      <pc:sldChg chg="delSp mod">
        <pc:chgData name="Jérémy  NICON" userId="94a6ae6d-3ccb-4b58-a804-76c2e74f6511" providerId="ADAL" clId="{931F5A44-9163-4FC9-8C22-E10649995436}" dt="2024-11-07T14:15:34.746" v="338" actId="478"/>
        <pc:sldMkLst>
          <pc:docMk/>
          <pc:sldMk cId="0" sldId="424"/>
        </pc:sldMkLst>
        <pc:spChg chg="del">
          <ac:chgData name="Jérémy  NICON" userId="94a6ae6d-3ccb-4b58-a804-76c2e74f6511" providerId="ADAL" clId="{931F5A44-9163-4FC9-8C22-E10649995436}" dt="2024-11-07T14:15:34.746" v="338" actId="478"/>
          <ac:spMkLst>
            <pc:docMk/>
            <pc:sldMk cId="0" sldId="424"/>
            <ac:spMk id="2" creationId="{7A7FEE89-B81A-D36E-D3D8-55BDC807B518}"/>
          </ac:spMkLst>
        </pc:spChg>
      </pc:sldChg>
      <pc:sldChg chg="delSp modSp mod">
        <pc:chgData name="Jérémy  NICON" userId="94a6ae6d-3ccb-4b58-a804-76c2e74f6511" providerId="ADAL" clId="{931F5A44-9163-4FC9-8C22-E10649995436}" dt="2024-11-07T14:15:54.090" v="343" actId="14100"/>
        <pc:sldMkLst>
          <pc:docMk/>
          <pc:sldMk cId="0" sldId="425"/>
        </pc:sldMkLst>
        <pc:spChg chg="del">
          <ac:chgData name="Jérémy  NICON" userId="94a6ae6d-3ccb-4b58-a804-76c2e74f6511" providerId="ADAL" clId="{931F5A44-9163-4FC9-8C22-E10649995436}" dt="2024-11-07T14:15:39.562" v="339" actId="478"/>
          <ac:spMkLst>
            <pc:docMk/>
            <pc:sldMk cId="0" sldId="425"/>
            <ac:spMk id="2" creationId="{C20670AF-CF7E-FDA2-21B9-DBD681D17270}"/>
          </ac:spMkLst>
        </pc:spChg>
        <pc:spChg chg="mod">
          <ac:chgData name="Jérémy  NICON" userId="94a6ae6d-3ccb-4b58-a804-76c2e74f6511" providerId="ADAL" clId="{931F5A44-9163-4FC9-8C22-E10649995436}" dt="2024-11-07T14:15:54.090" v="343" actId="14100"/>
          <ac:spMkLst>
            <pc:docMk/>
            <pc:sldMk cId="0" sldId="425"/>
            <ac:spMk id="16" creationId="{68487263-D9C0-FF27-CF80-FC5236DBF668}"/>
          </ac:spMkLst>
        </pc:spChg>
        <pc:spChg chg="mod">
          <ac:chgData name="Jérémy  NICON" userId="94a6ae6d-3ccb-4b58-a804-76c2e74f6511" providerId="ADAL" clId="{931F5A44-9163-4FC9-8C22-E10649995436}" dt="2024-11-07T14:15:54.090" v="343" actId="14100"/>
          <ac:spMkLst>
            <pc:docMk/>
            <pc:sldMk cId="0" sldId="425"/>
            <ac:spMk id="20493" creationId="{492A8DB0-1825-82CC-2BE1-3B20CDA8A376}"/>
          </ac:spMkLst>
        </pc:spChg>
        <pc:grpChg chg="mod">
          <ac:chgData name="Jérémy  NICON" userId="94a6ae6d-3ccb-4b58-a804-76c2e74f6511" providerId="ADAL" clId="{931F5A44-9163-4FC9-8C22-E10649995436}" dt="2024-11-07T14:15:54.090" v="343" actId="14100"/>
          <ac:grpSpMkLst>
            <pc:docMk/>
            <pc:sldMk cId="0" sldId="425"/>
            <ac:grpSpMk id="20484" creationId="{D8F1F341-20CB-849F-0D3F-5488D1CE49A2}"/>
          </ac:grpSpMkLst>
        </pc:grpChg>
      </pc:sldChg>
      <pc:sldChg chg="delSp modSp mod">
        <pc:chgData name="Jérémy  NICON" userId="94a6ae6d-3ccb-4b58-a804-76c2e74f6511" providerId="ADAL" clId="{931F5A44-9163-4FC9-8C22-E10649995436}" dt="2024-11-07T14:16:08.526" v="345" actId="1076"/>
        <pc:sldMkLst>
          <pc:docMk/>
          <pc:sldMk cId="0" sldId="426"/>
        </pc:sldMkLst>
        <pc:spChg chg="del">
          <ac:chgData name="Jérémy  NICON" userId="94a6ae6d-3ccb-4b58-a804-76c2e74f6511" providerId="ADAL" clId="{931F5A44-9163-4FC9-8C22-E10649995436}" dt="2024-11-07T14:16:01.843" v="344" actId="478"/>
          <ac:spMkLst>
            <pc:docMk/>
            <pc:sldMk cId="0" sldId="426"/>
            <ac:spMk id="2" creationId="{F1E235C7-C04D-7811-E837-07EA3E3FEE4F}"/>
          </ac:spMkLst>
        </pc:spChg>
        <pc:spChg chg="mod">
          <ac:chgData name="Jérémy  NICON" userId="94a6ae6d-3ccb-4b58-a804-76c2e74f6511" providerId="ADAL" clId="{931F5A44-9163-4FC9-8C22-E10649995436}" dt="2024-11-07T14:16:08.526" v="345" actId="1076"/>
          <ac:spMkLst>
            <pc:docMk/>
            <pc:sldMk cId="0" sldId="426"/>
            <ac:spMk id="14" creationId="{F448B9C4-8FAA-E274-130D-85B0ED62AC43}"/>
          </ac:spMkLst>
        </pc:spChg>
        <pc:spChg chg="mod">
          <ac:chgData name="Jérémy  NICON" userId="94a6ae6d-3ccb-4b58-a804-76c2e74f6511" providerId="ADAL" clId="{931F5A44-9163-4FC9-8C22-E10649995436}" dt="2024-11-07T14:16:08.526" v="345" actId="1076"/>
          <ac:spMkLst>
            <pc:docMk/>
            <pc:sldMk cId="0" sldId="426"/>
            <ac:spMk id="15" creationId="{824BD973-D9E1-D97A-6215-E8FD98CB3632}"/>
          </ac:spMkLst>
        </pc:spChg>
        <pc:spChg chg="mod">
          <ac:chgData name="Jérémy  NICON" userId="94a6ae6d-3ccb-4b58-a804-76c2e74f6511" providerId="ADAL" clId="{931F5A44-9163-4FC9-8C22-E10649995436}" dt="2024-11-07T14:16:08.526" v="345" actId="1076"/>
          <ac:spMkLst>
            <pc:docMk/>
            <pc:sldMk cId="0" sldId="426"/>
            <ac:spMk id="21507" creationId="{71D469F5-2A53-0988-AAE2-7954700CED63}"/>
          </ac:spMkLst>
        </pc:spChg>
        <pc:spChg chg="mod">
          <ac:chgData name="Jérémy  NICON" userId="94a6ae6d-3ccb-4b58-a804-76c2e74f6511" providerId="ADAL" clId="{931F5A44-9163-4FC9-8C22-E10649995436}" dt="2024-11-07T14:16:08.526" v="345" actId="1076"/>
          <ac:spMkLst>
            <pc:docMk/>
            <pc:sldMk cId="0" sldId="426"/>
            <ac:spMk id="21510" creationId="{3E25C0F5-50B7-B6E9-6F05-F59101041C9E}"/>
          </ac:spMkLst>
        </pc:spChg>
        <pc:spChg chg="mod">
          <ac:chgData name="Jérémy  NICON" userId="94a6ae6d-3ccb-4b58-a804-76c2e74f6511" providerId="ADAL" clId="{931F5A44-9163-4FC9-8C22-E10649995436}" dt="2024-11-07T14:16:08.526" v="345" actId="1076"/>
          <ac:spMkLst>
            <pc:docMk/>
            <pc:sldMk cId="0" sldId="426"/>
            <ac:spMk id="21511" creationId="{25FED8CB-E0BA-F28E-14F8-3D2E7371E759}"/>
          </ac:spMkLst>
        </pc:spChg>
      </pc:sldChg>
      <pc:sldChg chg="addSp delSp modSp mod modClrScheme chgLayout">
        <pc:chgData name="Jérémy  NICON" userId="94a6ae6d-3ccb-4b58-a804-76c2e74f6511" providerId="ADAL" clId="{931F5A44-9163-4FC9-8C22-E10649995436}" dt="2024-11-07T14:16:29.583" v="350" actId="478"/>
        <pc:sldMkLst>
          <pc:docMk/>
          <pc:sldMk cId="0" sldId="427"/>
        </pc:sldMkLst>
        <pc:spChg chg="del mod ord">
          <ac:chgData name="Jérémy  NICON" userId="94a6ae6d-3ccb-4b58-a804-76c2e74f6511" providerId="ADAL" clId="{931F5A44-9163-4FC9-8C22-E10649995436}" dt="2024-11-07T14:16:17.791" v="346" actId="700"/>
          <ac:spMkLst>
            <pc:docMk/>
            <pc:sldMk cId="0" sldId="427"/>
            <ac:spMk id="2" creationId="{3D3A036F-7A55-F701-AC5C-09BF1AE33339}"/>
          </ac:spMkLst>
        </pc:spChg>
        <pc:spChg chg="add del mod ord">
          <ac:chgData name="Jérémy  NICON" userId="94a6ae6d-3ccb-4b58-a804-76c2e74f6511" providerId="ADAL" clId="{931F5A44-9163-4FC9-8C22-E10649995436}" dt="2024-11-07T14:16:21.715" v="347" actId="478"/>
          <ac:spMkLst>
            <pc:docMk/>
            <pc:sldMk cId="0" sldId="427"/>
            <ac:spMk id="3" creationId="{5D575076-3A22-6424-3940-288B0A7F7F6A}"/>
          </ac:spMkLst>
        </pc:spChg>
        <pc:spChg chg="add mod ord">
          <ac:chgData name="Jérémy  NICON" userId="94a6ae6d-3ccb-4b58-a804-76c2e74f6511" providerId="ADAL" clId="{931F5A44-9163-4FC9-8C22-E10649995436}" dt="2024-11-07T14:16:17.791" v="346" actId="700"/>
          <ac:spMkLst>
            <pc:docMk/>
            <pc:sldMk cId="0" sldId="427"/>
            <ac:spMk id="4" creationId="{93A641E7-FAD8-6EA8-6178-280AEBC1D4B1}"/>
          </ac:spMkLst>
        </pc:spChg>
        <pc:spChg chg="add del mod ord">
          <ac:chgData name="Jérémy  NICON" userId="94a6ae6d-3ccb-4b58-a804-76c2e74f6511" providerId="ADAL" clId="{931F5A44-9163-4FC9-8C22-E10649995436}" dt="2024-11-07T14:16:29.583" v="350" actId="478"/>
          <ac:spMkLst>
            <pc:docMk/>
            <pc:sldMk cId="0" sldId="427"/>
            <ac:spMk id="5" creationId="{FB4984A5-946A-1406-B50C-6A4D4DE79329}"/>
          </ac:spMkLst>
        </pc:spChg>
        <pc:spChg chg="mod">
          <ac:chgData name="Jérémy  NICON" userId="94a6ae6d-3ccb-4b58-a804-76c2e74f6511" providerId="ADAL" clId="{931F5A44-9163-4FC9-8C22-E10649995436}" dt="2024-11-07T14:16:27.193" v="349" actId="1076"/>
          <ac:spMkLst>
            <pc:docMk/>
            <pc:sldMk cId="0" sldId="427"/>
            <ac:spMk id="8" creationId="{69ED093B-FDC6-0080-7226-61FE58952DBF}"/>
          </ac:spMkLst>
        </pc:spChg>
        <pc:spChg chg="mod ord">
          <ac:chgData name="Jérémy  NICON" userId="94a6ae6d-3ccb-4b58-a804-76c2e74f6511" providerId="ADAL" clId="{931F5A44-9163-4FC9-8C22-E10649995436}" dt="2024-11-07T14:16:17.791" v="346" actId="700"/>
          <ac:spMkLst>
            <pc:docMk/>
            <pc:sldMk cId="0" sldId="427"/>
            <ac:spMk id="22531" creationId="{ED60C279-E3B0-D683-2267-57C753AFCC68}"/>
          </ac:spMkLst>
        </pc:spChg>
      </pc:sldChg>
      <pc:sldChg chg="addSp delSp modSp mod modClrScheme chgLayout">
        <pc:chgData name="Jérémy  NICON" userId="94a6ae6d-3ccb-4b58-a804-76c2e74f6511" providerId="ADAL" clId="{931F5A44-9163-4FC9-8C22-E10649995436}" dt="2024-11-07T14:18:06.705" v="368" actId="1076"/>
        <pc:sldMkLst>
          <pc:docMk/>
          <pc:sldMk cId="0" sldId="428"/>
        </pc:sldMkLst>
        <pc:spChg chg="del mod ord">
          <ac:chgData name="Jérémy  NICON" userId="94a6ae6d-3ccb-4b58-a804-76c2e74f6511" providerId="ADAL" clId="{931F5A44-9163-4FC9-8C22-E10649995436}" dt="2024-11-07T14:16:36.247" v="351" actId="700"/>
          <ac:spMkLst>
            <pc:docMk/>
            <pc:sldMk cId="0" sldId="428"/>
            <ac:spMk id="2" creationId="{1D937676-9BA5-7066-62A9-AD2169791567}"/>
          </ac:spMkLst>
        </pc:spChg>
        <pc:spChg chg="del mod ord">
          <ac:chgData name="Jérémy  NICON" userId="94a6ae6d-3ccb-4b58-a804-76c2e74f6511" providerId="ADAL" clId="{931F5A44-9163-4FC9-8C22-E10649995436}" dt="2024-11-07T14:16:36.247" v="351" actId="700"/>
          <ac:spMkLst>
            <pc:docMk/>
            <pc:sldMk cId="0" sldId="428"/>
            <ac:spMk id="3" creationId="{F8615287-614F-09F4-9B13-C0F2883C53F0}"/>
          </ac:spMkLst>
        </pc:spChg>
        <pc:spChg chg="add del mod ord">
          <ac:chgData name="Jérémy  NICON" userId="94a6ae6d-3ccb-4b58-a804-76c2e74f6511" providerId="ADAL" clId="{931F5A44-9163-4FC9-8C22-E10649995436}" dt="2024-11-07T14:16:40.778" v="353" actId="478"/>
          <ac:spMkLst>
            <pc:docMk/>
            <pc:sldMk cId="0" sldId="428"/>
            <ac:spMk id="4" creationId="{4679CA46-F5AF-516E-F210-23045CCE90C0}"/>
          </ac:spMkLst>
        </pc:spChg>
        <pc:spChg chg="add del mod ord">
          <ac:chgData name="Jérémy  NICON" userId="94a6ae6d-3ccb-4b58-a804-76c2e74f6511" providerId="ADAL" clId="{931F5A44-9163-4FC9-8C22-E10649995436}" dt="2024-11-07T14:16:39.007" v="352" actId="478"/>
          <ac:spMkLst>
            <pc:docMk/>
            <pc:sldMk cId="0" sldId="428"/>
            <ac:spMk id="5" creationId="{5D1AB355-E95A-8896-8DC9-03C808586A1D}"/>
          </ac:spMkLst>
        </pc:spChg>
        <pc:spChg chg="mod">
          <ac:chgData name="Jérémy  NICON" userId="94a6ae6d-3ccb-4b58-a804-76c2e74f6511" providerId="ADAL" clId="{931F5A44-9163-4FC9-8C22-E10649995436}" dt="2024-11-07T14:18:06.705" v="368" actId="1076"/>
          <ac:spMkLst>
            <pc:docMk/>
            <pc:sldMk cId="0" sldId="428"/>
            <ac:spMk id="5122" creationId="{0A6E2537-62BC-B12B-8B7E-290FB82CB841}"/>
          </ac:spMkLst>
        </pc:spChg>
      </pc:sldChg>
      <pc:sldChg chg="delSp mod">
        <pc:chgData name="Jérémy  NICON" userId="94a6ae6d-3ccb-4b58-a804-76c2e74f6511" providerId="ADAL" clId="{931F5A44-9163-4FC9-8C22-E10649995436}" dt="2024-11-07T14:18:14.575" v="369" actId="478"/>
        <pc:sldMkLst>
          <pc:docMk/>
          <pc:sldMk cId="0" sldId="431"/>
        </pc:sldMkLst>
        <pc:spChg chg="del">
          <ac:chgData name="Jérémy  NICON" userId="94a6ae6d-3ccb-4b58-a804-76c2e74f6511" providerId="ADAL" clId="{931F5A44-9163-4FC9-8C22-E10649995436}" dt="2024-11-07T14:18:14.575" v="369" actId="478"/>
          <ac:spMkLst>
            <pc:docMk/>
            <pc:sldMk cId="0" sldId="431"/>
            <ac:spMk id="2" creationId="{192266AD-123E-CADB-5793-4EC56908403C}"/>
          </ac:spMkLst>
        </pc:spChg>
      </pc:sldChg>
      <pc:sldChg chg="delSp mod">
        <pc:chgData name="Jérémy  NICON" userId="94a6ae6d-3ccb-4b58-a804-76c2e74f6511" providerId="ADAL" clId="{931F5A44-9163-4FC9-8C22-E10649995436}" dt="2024-11-07T14:18:19.321" v="370" actId="478"/>
        <pc:sldMkLst>
          <pc:docMk/>
          <pc:sldMk cId="0" sldId="432"/>
        </pc:sldMkLst>
        <pc:spChg chg="del">
          <ac:chgData name="Jérémy  NICON" userId="94a6ae6d-3ccb-4b58-a804-76c2e74f6511" providerId="ADAL" clId="{931F5A44-9163-4FC9-8C22-E10649995436}" dt="2024-11-07T14:18:19.321" v="370" actId="478"/>
          <ac:spMkLst>
            <pc:docMk/>
            <pc:sldMk cId="0" sldId="432"/>
            <ac:spMk id="2" creationId="{AF2CA8BF-0882-CC84-1729-D012493B2B8F}"/>
          </ac:spMkLst>
        </pc:spChg>
      </pc:sldChg>
      <pc:sldChg chg="delSp modSp mod">
        <pc:chgData name="Jérémy  NICON" userId="94a6ae6d-3ccb-4b58-a804-76c2e74f6511" providerId="ADAL" clId="{931F5A44-9163-4FC9-8C22-E10649995436}" dt="2024-11-07T14:18:30.383" v="372" actId="1076"/>
        <pc:sldMkLst>
          <pc:docMk/>
          <pc:sldMk cId="0" sldId="433"/>
        </pc:sldMkLst>
        <pc:spChg chg="del">
          <ac:chgData name="Jérémy  NICON" userId="94a6ae6d-3ccb-4b58-a804-76c2e74f6511" providerId="ADAL" clId="{931F5A44-9163-4FC9-8C22-E10649995436}" dt="2024-11-07T14:18:22.695" v="371" actId="478"/>
          <ac:spMkLst>
            <pc:docMk/>
            <pc:sldMk cId="0" sldId="433"/>
            <ac:spMk id="2" creationId="{DCF89DFC-3B8B-7E3D-4948-D1BE34CE9D0B}"/>
          </ac:spMkLst>
        </pc:spChg>
        <pc:spChg chg="mod">
          <ac:chgData name="Jérémy  NICON" userId="94a6ae6d-3ccb-4b58-a804-76c2e74f6511" providerId="ADAL" clId="{931F5A44-9163-4FC9-8C22-E10649995436}" dt="2024-11-07T14:18:30.383" v="372" actId="1076"/>
          <ac:spMkLst>
            <pc:docMk/>
            <pc:sldMk cId="0" sldId="433"/>
            <ac:spMk id="10243" creationId="{4C811464-CB2A-8FF8-3F4E-3090AFB092CB}"/>
          </ac:spMkLst>
        </pc:spChg>
      </pc:sldChg>
      <pc:sldChg chg="delSp mod">
        <pc:chgData name="Jérémy  NICON" userId="94a6ae6d-3ccb-4b58-a804-76c2e74f6511" providerId="ADAL" clId="{931F5A44-9163-4FC9-8C22-E10649995436}" dt="2024-11-07T14:18:38.841" v="373" actId="478"/>
        <pc:sldMkLst>
          <pc:docMk/>
          <pc:sldMk cId="0" sldId="434"/>
        </pc:sldMkLst>
        <pc:spChg chg="del">
          <ac:chgData name="Jérémy  NICON" userId="94a6ae6d-3ccb-4b58-a804-76c2e74f6511" providerId="ADAL" clId="{931F5A44-9163-4FC9-8C22-E10649995436}" dt="2024-11-07T14:18:38.841" v="373" actId="478"/>
          <ac:spMkLst>
            <pc:docMk/>
            <pc:sldMk cId="0" sldId="434"/>
            <ac:spMk id="2" creationId="{9E8545B9-2CF8-56A7-2881-F201842E32FF}"/>
          </ac:spMkLst>
        </pc:spChg>
      </pc:sldChg>
      <pc:sldChg chg="delSp modSp mod">
        <pc:chgData name="Jérémy  NICON" userId="94a6ae6d-3ccb-4b58-a804-76c2e74f6511" providerId="ADAL" clId="{931F5A44-9163-4FC9-8C22-E10649995436}" dt="2024-11-07T14:18:50.708" v="375" actId="1076"/>
        <pc:sldMkLst>
          <pc:docMk/>
          <pc:sldMk cId="0" sldId="436"/>
        </pc:sldMkLst>
        <pc:spChg chg="del">
          <ac:chgData name="Jérémy  NICON" userId="94a6ae6d-3ccb-4b58-a804-76c2e74f6511" providerId="ADAL" clId="{931F5A44-9163-4FC9-8C22-E10649995436}" dt="2024-11-07T14:18:44.356" v="374" actId="478"/>
          <ac:spMkLst>
            <pc:docMk/>
            <pc:sldMk cId="0" sldId="436"/>
            <ac:spMk id="2" creationId="{E362D551-757A-5CC3-7165-F540EC4A0201}"/>
          </ac:spMkLst>
        </pc:spChg>
        <pc:spChg chg="mod">
          <ac:chgData name="Jérémy  NICON" userId="94a6ae6d-3ccb-4b58-a804-76c2e74f6511" providerId="ADAL" clId="{931F5A44-9163-4FC9-8C22-E10649995436}" dt="2024-11-07T14:18:50.708" v="375" actId="1076"/>
          <ac:spMkLst>
            <pc:docMk/>
            <pc:sldMk cId="0" sldId="436"/>
            <ac:spMk id="13314" creationId="{00649FB5-AD8F-B2E1-843E-2A76AF3926FE}"/>
          </ac:spMkLst>
        </pc:spChg>
      </pc:sldChg>
      <pc:sldChg chg="delSp modSp mod">
        <pc:chgData name="Jérémy  NICON" userId="94a6ae6d-3ccb-4b58-a804-76c2e74f6511" providerId="ADAL" clId="{931F5A44-9163-4FC9-8C22-E10649995436}" dt="2024-11-07T14:19:00.683" v="377" actId="1076"/>
        <pc:sldMkLst>
          <pc:docMk/>
          <pc:sldMk cId="0" sldId="437"/>
        </pc:sldMkLst>
        <pc:spChg chg="del">
          <ac:chgData name="Jérémy  NICON" userId="94a6ae6d-3ccb-4b58-a804-76c2e74f6511" providerId="ADAL" clId="{931F5A44-9163-4FC9-8C22-E10649995436}" dt="2024-11-07T14:18:56.181" v="376" actId="478"/>
          <ac:spMkLst>
            <pc:docMk/>
            <pc:sldMk cId="0" sldId="437"/>
            <ac:spMk id="2" creationId="{8D5FB3B2-2BDE-843B-4651-C91B37EECD33}"/>
          </ac:spMkLst>
        </pc:spChg>
        <pc:spChg chg="mod">
          <ac:chgData name="Jérémy  NICON" userId="94a6ae6d-3ccb-4b58-a804-76c2e74f6511" providerId="ADAL" clId="{931F5A44-9163-4FC9-8C22-E10649995436}" dt="2024-11-07T14:19:00.683" v="377" actId="1076"/>
          <ac:spMkLst>
            <pc:docMk/>
            <pc:sldMk cId="0" sldId="437"/>
            <ac:spMk id="14339" creationId="{7E9B2DBE-10F1-B4BC-30DE-554CA02B0BB9}"/>
          </ac:spMkLst>
        </pc:spChg>
        <pc:spChg chg="mod">
          <ac:chgData name="Jérémy  NICON" userId="94a6ae6d-3ccb-4b58-a804-76c2e74f6511" providerId="ADAL" clId="{931F5A44-9163-4FC9-8C22-E10649995436}" dt="2024-11-07T14:19:00.683" v="377" actId="1076"/>
          <ac:spMkLst>
            <pc:docMk/>
            <pc:sldMk cId="0" sldId="437"/>
            <ac:spMk id="14340" creationId="{3B55F706-5CF6-09E0-0C37-80C16D4907D7}"/>
          </ac:spMkLst>
        </pc:spChg>
        <pc:spChg chg="mod">
          <ac:chgData name="Jérémy  NICON" userId="94a6ae6d-3ccb-4b58-a804-76c2e74f6511" providerId="ADAL" clId="{931F5A44-9163-4FC9-8C22-E10649995436}" dt="2024-11-07T14:19:00.683" v="377" actId="1076"/>
          <ac:spMkLst>
            <pc:docMk/>
            <pc:sldMk cId="0" sldId="437"/>
            <ac:spMk id="14341" creationId="{33DF43CC-C283-7320-19DC-383EDF9B6B01}"/>
          </ac:spMkLst>
        </pc:spChg>
        <pc:spChg chg="mod">
          <ac:chgData name="Jérémy  NICON" userId="94a6ae6d-3ccb-4b58-a804-76c2e74f6511" providerId="ADAL" clId="{931F5A44-9163-4FC9-8C22-E10649995436}" dt="2024-11-07T14:19:00.683" v="377" actId="1076"/>
          <ac:spMkLst>
            <pc:docMk/>
            <pc:sldMk cId="0" sldId="437"/>
            <ac:spMk id="14342" creationId="{01E3A519-6435-6A0E-7806-A8958BD4AAC8}"/>
          </ac:spMkLst>
        </pc:spChg>
        <pc:spChg chg="mod">
          <ac:chgData name="Jérémy  NICON" userId="94a6ae6d-3ccb-4b58-a804-76c2e74f6511" providerId="ADAL" clId="{931F5A44-9163-4FC9-8C22-E10649995436}" dt="2024-11-07T14:19:00.683" v="377" actId="1076"/>
          <ac:spMkLst>
            <pc:docMk/>
            <pc:sldMk cId="0" sldId="437"/>
            <ac:spMk id="14343" creationId="{FFFBF0DD-E1BB-4BDC-D475-AD7EA5190427}"/>
          </ac:spMkLst>
        </pc:spChg>
        <pc:spChg chg="mod">
          <ac:chgData name="Jérémy  NICON" userId="94a6ae6d-3ccb-4b58-a804-76c2e74f6511" providerId="ADAL" clId="{931F5A44-9163-4FC9-8C22-E10649995436}" dt="2024-11-07T14:19:00.683" v="377" actId="1076"/>
          <ac:spMkLst>
            <pc:docMk/>
            <pc:sldMk cId="0" sldId="437"/>
            <ac:spMk id="14344" creationId="{1895C731-2CC7-775B-B826-DFC460CE6B97}"/>
          </ac:spMkLst>
        </pc:spChg>
        <pc:spChg chg="mod">
          <ac:chgData name="Jérémy  NICON" userId="94a6ae6d-3ccb-4b58-a804-76c2e74f6511" providerId="ADAL" clId="{931F5A44-9163-4FC9-8C22-E10649995436}" dt="2024-11-07T14:19:00.683" v="377" actId="1076"/>
          <ac:spMkLst>
            <pc:docMk/>
            <pc:sldMk cId="0" sldId="437"/>
            <ac:spMk id="14345" creationId="{F9F3CB17-2397-5A63-28A9-A2EC9E35E45B}"/>
          </ac:spMkLst>
        </pc:spChg>
        <pc:spChg chg="mod">
          <ac:chgData name="Jérémy  NICON" userId="94a6ae6d-3ccb-4b58-a804-76c2e74f6511" providerId="ADAL" clId="{931F5A44-9163-4FC9-8C22-E10649995436}" dt="2024-11-07T14:19:00.683" v="377" actId="1076"/>
          <ac:spMkLst>
            <pc:docMk/>
            <pc:sldMk cId="0" sldId="437"/>
            <ac:spMk id="14346" creationId="{E5C824EE-7C97-1E44-8DB4-2F34D001D786}"/>
          </ac:spMkLst>
        </pc:spChg>
      </pc:sldChg>
      <pc:sldChg chg="delSp mod">
        <pc:chgData name="Jérémy  NICON" userId="94a6ae6d-3ccb-4b58-a804-76c2e74f6511" providerId="ADAL" clId="{931F5A44-9163-4FC9-8C22-E10649995436}" dt="2024-11-07T14:19:04.497" v="378" actId="478"/>
        <pc:sldMkLst>
          <pc:docMk/>
          <pc:sldMk cId="0" sldId="438"/>
        </pc:sldMkLst>
        <pc:spChg chg="del">
          <ac:chgData name="Jérémy  NICON" userId="94a6ae6d-3ccb-4b58-a804-76c2e74f6511" providerId="ADAL" clId="{931F5A44-9163-4FC9-8C22-E10649995436}" dt="2024-11-07T14:19:04.497" v="378" actId="478"/>
          <ac:spMkLst>
            <pc:docMk/>
            <pc:sldMk cId="0" sldId="438"/>
            <ac:spMk id="2" creationId="{24CFC42B-7C1B-E792-A270-36AE45D08535}"/>
          </ac:spMkLst>
        </pc:spChg>
      </pc:sldChg>
      <pc:sldChg chg="delSp mod">
        <pc:chgData name="Jérémy  NICON" userId="94a6ae6d-3ccb-4b58-a804-76c2e74f6511" providerId="ADAL" clId="{931F5A44-9163-4FC9-8C22-E10649995436}" dt="2024-11-07T14:19:22.912" v="379" actId="478"/>
        <pc:sldMkLst>
          <pc:docMk/>
          <pc:sldMk cId="0" sldId="439"/>
        </pc:sldMkLst>
        <pc:spChg chg="del">
          <ac:chgData name="Jérémy  NICON" userId="94a6ae6d-3ccb-4b58-a804-76c2e74f6511" providerId="ADAL" clId="{931F5A44-9163-4FC9-8C22-E10649995436}" dt="2024-11-07T14:19:22.912" v="379" actId="478"/>
          <ac:spMkLst>
            <pc:docMk/>
            <pc:sldMk cId="0" sldId="439"/>
            <ac:spMk id="2" creationId="{8DAEC4D3-34CA-083E-7E29-542DA6633013}"/>
          </ac:spMkLst>
        </pc:spChg>
      </pc:sldChg>
      <pc:sldChg chg="delSp modSp mod">
        <pc:chgData name="Jérémy  NICON" userId="94a6ae6d-3ccb-4b58-a804-76c2e74f6511" providerId="ADAL" clId="{931F5A44-9163-4FC9-8C22-E10649995436}" dt="2024-11-07T14:19:36.986" v="382" actId="1076"/>
        <pc:sldMkLst>
          <pc:docMk/>
          <pc:sldMk cId="0" sldId="440"/>
        </pc:sldMkLst>
        <pc:spChg chg="del">
          <ac:chgData name="Jérémy  NICON" userId="94a6ae6d-3ccb-4b58-a804-76c2e74f6511" providerId="ADAL" clId="{931F5A44-9163-4FC9-8C22-E10649995436}" dt="2024-11-07T14:19:27.259" v="380" actId="478"/>
          <ac:spMkLst>
            <pc:docMk/>
            <pc:sldMk cId="0" sldId="440"/>
            <ac:spMk id="2" creationId="{D92AC0F5-DA7A-03F7-5D2B-4C0EC76EF842}"/>
          </ac:spMkLst>
        </pc:spChg>
        <pc:spChg chg="mod">
          <ac:chgData name="Jérémy  NICON" userId="94a6ae6d-3ccb-4b58-a804-76c2e74f6511" providerId="ADAL" clId="{931F5A44-9163-4FC9-8C22-E10649995436}" dt="2024-11-07T14:19:34.241" v="381" actId="1076"/>
          <ac:spMkLst>
            <pc:docMk/>
            <pc:sldMk cId="0" sldId="440"/>
            <ac:spMk id="23" creationId="{BB94B05D-5335-55F6-2016-08321AA42D8F}"/>
          </ac:spMkLst>
        </pc:spChg>
        <pc:spChg chg="mod">
          <ac:chgData name="Jérémy  NICON" userId="94a6ae6d-3ccb-4b58-a804-76c2e74f6511" providerId="ADAL" clId="{931F5A44-9163-4FC9-8C22-E10649995436}" dt="2024-11-07T14:19:36.986" v="382" actId="1076"/>
          <ac:spMkLst>
            <pc:docMk/>
            <pc:sldMk cId="0" sldId="440"/>
            <ac:spMk id="17410" creationId="{287DDAD7-AE2E-2DF6-4F63-E4E88AB6D445}"/>
          </ac:spMkLst>
        </pc:spChg>
        <pc:spChg chg="mod">
          <ac:chgData name="Jérémy  NICON" userId="94a6ae6d-3ccb-4b58-a804-76c2e74f6511" providerId="ADAL" clId="{931F5A44-9163-4FC9-8C22-E10649995436}" dt="2024-11-07T14:19:34.241" v="381" actId="1076"/>
          <ac:spMkLst>
            <pc:docMk/>
            <pc:sldMk cId="0" sldId="440"/>
            <ac:spMk id="17411" creationId="{1304CE19-BDC5-2920-CBFF-AA4F7DF29BB4}"/>
          </ac:spMkLst>
        </pc:spChg>
        <pc:spChg chg="mod">
          <ac:chgData name="Jérémy  NICON" userId="94a6ae6d-3ccb-4b58-a804-76c2e74f6511" providerId="ADAL" clId="{931F5A44-9163-4FC9-8C22-E10649995436}" dt="2024-11-07T14:19:34.241" v="381" actId="1076"/>
          <ac:spMkLst>
            <pc:docMk/>
            <pc:sldMk cId="0" sldId="440"/>
            <ac:spMk id="17413" creationId="{73C32250-BD40-FA20-C59C-67987C8937E1}"/>
          </ac:spMkLst>
        </pc:spChg>
        <pc:spChg chg="mod">
          <ac:chgData name="Jérémy  NICON" userId="94a6ae6d-3ccb-4b58-a804-76c2e74f6511" providerId="ADAL" clId="{931F5A44-9163-4FC9-8C22-E10649995436}" dt="2024-11-07T14:19:34.241" v="381" actId="1076"/>
          <ac:spMkLst>
            <pc:docMk/>
            <pc:sldMk cId="0" sldId="440"/>
            <ac:spMk id="17414" creationId="{5DA23E90-6F53-A39E-16EF-13FF4EFB2758}"/>
          </ac:spMkLst>
        </pc:spChg>
      </pc:sldChg>
      <pc:sldChg chg="delSp modSp mod">
        <pc:chgData name="Jérémy  NICON" userId="94a6ae6d-3ccb-4b58-a804-76c2e74f6511" providerId="ADAL" clId="{931F5A44-9163-4FC9-8C22-E10649995436}" dt="2024-11-07T14:20:03.403" v="387" actId="1076"/>
        <pc:sldMkLst>
          <pc:docMk/>
          <pc:sldMk cId="0" sldId="441"/>
        </pc:sldMkLst>
        <pc:spChg chg="del">
          <ac:chgData name="Jérémy  NICON" userId="94a6ae6d-3ccb-4b58-a804-76c2e74f6511" providerId="ADAL" clId="{931F5A44-9163-4FC9-8C22-E10649995436}" dt="2024-11-07T14:19:46.955" v="383" actId="478"/>
          <ac:spMkLst>
            <pc:docMk/>
            <pc:sldMk cId="0" sldId="441"/>
            <ac:spMk id="2" creationId="{0CE8C64F-5F6D-2AEC-E7D4-B8C141363267}"/>
          </ac:spMkLst>
        </pc:spChg>
        <pc:spChg chg="mod">
          <ac:chgData name="Jérémy  NICON" userId="94a6ae6d-3ccb-4b58-a804-76c2e74f6511" providerId="ADAL" clId="{931F5A44-9163-4FC9-8C22-E10649995436}" dt="2024-11-07T14:20:03.403" v="387" actId="1076"/>
          <ac:spMkLst>
            <pc:docMk/>
            <pc:sldMk cId="0" sldId="441"/>
            <ac:spMk id="18434" creationId="{D3CEFCE1-48D1-4856-D3F9-970B2AE96220}"/>
          </ac:spMkLst>
        </pc:spChg>
        <pc:spChg chg="mod">
          <ac:chgData name="Jérémy  NICON" userId="94a6ae6d-3ccb-4b58-a804-76c2e74f6511" providerId="ADAL" clId="{931F5A44-9163-4FC9-8C22-E10649995436}" dt="2024-11-07T14:20:01.542" v="386" actId="1076"/>
          <ac:spMkLst>
            <pc:docMk/>
            <pc:sldMk cId="0" sldId="441"/>
            <ac:spMk id="18435" creationId="{57412B3E-E64F-A790-DF63-0C70EC5702BD}"/>
          </ac:spMkLst>
        </pc:spChg>
        <pc:spChg chg="mod">
          <ac:chgData name="Jérémy  NICON" userId="94a6ae6d-3ccb-4b58-a804-76c2e74f6511" providerId="ADAL" clId="{931F5A44-9163-4FC9-8C22-E10649995436}" dt="2024-11-07T14:20:01.542" v="386" actId="1076"/>
          <ac:spMkLst>
            <pc:docMk/>
            <pc:sldMk cId="0" sldId="441"/>
            <ac:spMk id="18456" creationId="{8DB5B3F4-DBC8-5DC0-4939-68984B4610A2}"/>
          </ac:spMkLst>
        </pc:spChg>
        <pc:graphicFrameChg chg="mod modGraphic">
          <ac:chgData name="Jérémy  NICON" userId="94a6ae6d-3ccb-4b58-a804-76c2e74f6511" providerId="ADAL" clId="{931F5A44-9163-4FC9-8C22-E10649995436}" dt="2024-11-07T14:20:01.542" v="386" actId="1076"/>
          <ac:graphicFrameMkLst>
            <pc:docMk/>
            <pc:sldMk cId="0" sldId="441"/>
            <ac:graphicFrameMk id="3" creationId="{4D67EE73-024A-B785-2310-368F87E02A1A}"/>
          </ac:graphicFrameMkLst>
        </pc:graphicFrameChg>
      </pc:sldChg>
      <pc:sldChg chg="delSp modSp mod">
        <pc:chgData name="Jérémy  NICON" userId="94a6ae6d-3ccb-4b58-a804-76c2e74f6511" providerId="ADAL" clId="{931F5A44-9163-4FC9-8C22-E10649995436}" dt="2024-11-07T14:20:13.078" v="389" actId="1076"/>
        <pc:sldMkLst>
          <pc:docMk/>
          <pc:sldMk cId="0" sldId="443"/>
        </pc:sldMkLst>
        <pc:spChg chg="del">
          <ac:chgData name="Jérémy  NICON" userId="94a6ae6d-3ccb-4b58-a804-76c2e74f6511" providerId="ADAL" clId="{931F5A44-9163-4FC9-8C22-E10649995436}" dt="2024-11-07T14:20:09.862" v="388" actId="478"/>
          <ac:spMkLst>
            <pc:docMk/>
            <pc:sldMk cId="0" sldId="443"/>
            <ac:spMk id="2" creationId="{8E552731-9B48-8F86-1F27-3E104BE9C690}"/>
          </ac:spMkLst>
        </pc:spChg>
        <pc:spChg chg="mod">
          <ac:chgData name="Jérémy  NICON" userId="94a6ae6d-3ccb-4b58-a804-76c2e74f6511" providerId="ADAL" clId="{931F5A44-9163-4FC9-8C22-E10649995436}" dt="2024-11-07T14:20:13.078" v="389" actId="1076"/>
          <ac:spMkLst>
            <pc:docMk/>
            <pc:sldMk cId="0" sldId="443"/>
            <ac:spMk id="19" creationId="{A962D78C-F705-F265-074C-6EB1A6D026AF}"/>
          </ac:spMkLst>
        </pc:spChg>
        <pc:spChg chg="mod">
          <ac:chgData name="Jérémy  NICON" userId="94a6ae6d-3ccb-4b58-a804-76c2e74f6511" providerId="ADAL" clId="{931F5A44-9163-4FC9-8C22-E10649995436}" dt="2024-11-07T14:20:13.078" v="389" actId="1076"/>
          <ac:spMkLst>
            <pc:docMk/>
            <pc:sldMk cId="0" sldId="443"/>
            <ac:spMk id="21" creationId="{B3B7E4B3-1A25-EF85-0ECD-403BE1C569D3}"/>
          </ac:spMkLst>
        </pc:spChg>
        <pc:spChg chg="mod">
          <ac:chgData name="Jérémy  NICON" userId="94a6ae6d-3ccb-4b58-a804-76c2e74f6511" providerId="ADAL" clId="{931F5A44-9163-4FC9-8C22-E10649995436}" dt="2024-11-07T14:20:13.078" v="389" actId="1076"/>
          <ac:spMkLst>
            <pc:docMk/>
            <pc:sldMk cId="0" sldId="443"/>
            <ac:spMk id="20483" creationId="{5EC6E859-3EC1-CE1B-3079-2B3A090E7681}"/>
          </ac:spMkLst>
        </pc:spChg>
        <pc:spChg chg="mod">
          <ac:chgData name="Jérémy  NICON" userId="94a6ae6d-3ccb-4b58-a804-76c2e74f6511" providerId="ADAL" clId="{931F5A44-9163-4FC9-8C22-E10649995436}" dt="2024-11-07T14:20:13.078" v="389" actId="1076"/>
          <ac:spMkLst>
            <pc:docMk/>
            <pc:sldMk cId="0" sldId="443"/>
            <ac:spMk id="20486" creationId="{D952C99C-9560-3EA1-B97A-E55BAA8DE359}"/>
          </ac:spMkLst>
        </pc:spChg>
        <pc:spChg chg="mod">
          <ac:chgData name="Jérémy  NICON" userId="94a6ae6d-3ccb-4b58-a804-76c2e74f6511" providerId="ADAL" clId="{931F5A44-9163-4FC9-8C22-E10649995436}" dt="2024-11-07T14:20:13.078" v="389" actId="1076"/>
          <ac:spMkLst>
            <pc:docMk/>
            <pc:sldMk cId="0" sldId="443"/>
            <ac:spMk id="20487" creationId="{13263DBF-DBEF-3DCD-D31C-4F7EBCB65D8B}"/>
          </ac:spMkLst>
        </pc:spChg>
      </pc:sldChg>
      <pc:sldChg chg="delSp modSp mod">
        <pc:chgData name="Jérémy  NICON" userId="94a6ae6d-3ccb-4b58-a804-76c2e74f6511" providerId="ADAL" clId="{931F5A44-9163-4FC9-8C22-E10649995436}" dt="2024-11-07T14:20:18.890" v="391" actId="1076"/>
        <pc:sldMkLst>
          <pc:docMk/>
          <pc:sldMk cId="0" sldId="444"/>
        </pc:sldMkLst>
        <pc:spChg chg="del">
          <ac:chgData name="Jérémy  NICON" userId="94a6ae6d-3ccb-4b58-a804-76c2e74f6511" providerId="ADAL" clId="{931F5A44-9163-4FC9-8C22-E10649995436}" dt="2024-11-07T14:20:16.577" v="390" actId="478"/>
          <ac:spMkLst>
            <pc:docMk/>
            <pc:sldMk cId="0" sldId="444"/>
            <ac:spMk id="2" creationId="{2D8CF6DF-583A-2FCD-A3EF-6F46371BD17F}"/>
          </ac:spMkLst>
        </pc:spChg>
        <pc:spChg chg="mod">
          <ac:chgData name="Jérémy  NICON" userId="94a6ae6d-3ccb-4b58-a804-76c2e74f6511" providerId="ADAL" clId="{931F5A44-9163-4FC9-8C22-E10649995436}" dt="2024-11-07T14:20:18.890" v="391" actId="1076"/>
          <ac:spMkLst>
            <pc:docMk/>
            <pc:sldMk cId="0" sldId="444"/>
            <ac:spMk id="21507" creationId="{D5D12034-A771-E9B5-E29F-93BFB0C57841}"/>
          </ac:spMkLst>
        </pc:spChg>
        <pc:spChg chg="mod">
          <ac:chgData name="Jérémy  NICON" userId="94a6ae6d-3ccb-4b58-a804-76c2e74f6511" providerId="ADAL" clId="{931F5A44-9163-4FC9-8C22-E10649995436}" dt="2024-11-07T14:20:18.890" v="391" actId="1076"/>
          <ac:spMkLst>
            <pc:docMk/>
            <pc:sldMk cId="0" sldId="444"/>
            <ac:spMk id="21508" creationId="{0C12E072-95E3-A047-D9F9-3FA69F5C64D8}"/>
          </ac:spMkLst>
        </pc:spChg>
        <pc:spChg chg="mod">
          <ac:chgData name="Jérémy  NICON" userId="94a6ae6d-3ccb-4b58-a804-76c2e74f6511" providerId="ADAL" clId="{931F5A44-9163-4FC9-8C22-E10649995436}" dt="2024-11-07T14:20:18.890" v="391" actId="1076"/>
          <ac:spMkLst>
            <pc:docMk/>
            <pc:sldMk cId="0" sldId="444"/>
            <ac:spMk id="21509" creationId="{A9F7C338-50EE-DFA3-6C7A-80D04FC8F5AB}"/>
          </ac:spMkLst>
        </pc:spChg>
        <pc:spChg chg="mod">
          <ac:chgData name="Jérémy  NICON" userId="94a6ae6d-3ccb-4b58-a804-76c2e74f6511" providerId="ADAL" clId="{931F5A44-9163-4FC9-8C22-E10649995436}" dt="2024-11-07T14:20:18.890" v="391" actId="1076"/>
          <ac:spMkLst>
            <pc:docMk/>
            <pc:sldMk cId="0" sldId="444"/>
            <ac:spMk id="21510" creationId="{C09B9D7D-C59F-28C5-7434-D2A5003E1A54}"/>
          </ac:spMkLst>
        </pc:spChg>
      </pc:sldChg>
      <pc:sldChg chg="delSp modSp mod">
        <pc:chgData name="Jérémy  NICON" userId="94a6ae6d-3ccb-4b58-a804-76c2e74f6511" providerId="ADAL" clId="{931F5A44-9163-4FC9-8C22-E10649995436}" dt="2024-11-07T14:53:43.226" v="393" actId="1076"/>
        <pc:sldMkLst>
          <pc:docMk/>
          <pc:sldMk cId="0" sldId="445"/>
        </pc:sldMkLst>
        <pc:spChg chg="del">
          <ac:chgData name="Jérémy  NICON" userId="94a6ae6d-3ccb-4b58-a804-76c2e74f6511" providerId="ADAL" clId="{931F5A44-9163-4FC9-8C22-E10649995436}" dt="2024-11-07T14:53:38.819" v="392" actId="478"/>
          <ac:spMkLst>
            <pc:docMk/>
            <pc:sldMk cId="0" sldId="445"/>
            <ac:spMk id="2" creationId="{447F16A1-F1C0-59D6-E8CB-88B66BD36208}"/>
          </ac:spMkLst>
        </pc:spChg>
        <pc:spChg chg="mod">
          <ac:chgData name="Jérémy  NICON" userId="94a6ae6d-3ccb-4b58-a804-76c2e74f6511" providerId="ADAL" clId="{931F5A44-9163-4FC9-8C22-E10649995436}" dt="2024-11-07T14:53:43.226" v="393" actId="1076"/>
          <ac:spMkLst>
            <pc:docMk/>
            <pc:sldMk cId="0" sldId="445"/>
            <ac:spMk id="22531" creationId="{4E359FB1-8C55-2DB9-1902-15D47643AF96}"/>
          </ac:spMkLst>
        </pc:spChg>
        <pc:spChg chg="mod">
          <ac:chgData name="Jérémy  NICON" userId="94a6ae6d-3ccb-4b58-a804-76c2e74f6511" providerId="ADAL" clId="{931F5A44-9163-4FC9-8C22-E10649995436}" dt="2024-11-07T14:53:43.226" v="393" actId="1076"/>
          <ac:spMkLst>
            <pc:docMk/>
            <pc:sldMk cId="0" sldId="445"/>
            <ac:spMk id="22532" creationId="{507B7D38-AD33-1271-D6E3-62BD0321E0FB}"/>
          </ac:spMkLst>
        </pc:spChg>
        <pc:spChg chg="mod">
          <ac:chgData name="Jérémy  NICON" userId="94a6ae6d-3ccb-4b58-a804-76c2e74f6511" providerId="ADAL" clId="{931F5A44-9163-4FC9-8C22-E10649995436}" dt="2024-11-07T14:53:43.226" v="393" actId="1076"/>
          <ac:spMkLst>
            <pc:docMk/>
            <pc:sldMk cId="0" sldId="445"/>
            <ac:spMk id="22533" creationId="{FA9A951D-D12A-44E6-F6C2-FDD07067F40E}"/>
          </ac:spMkLst>
        </pc:spChg>
        <pc:spChg chg="mod">
          <ac:chgData name="Jérémy  NICON" userId="94a6ae6d-3ccb-4b58-a804-76c2e74f6511" providerId="ADAL" clId="{931F5A44-9163-4FC9-8C22-E10649995436}" dt="2024-11-07T14:53:43.226" v="393" actId="1076"/>
          <ac:spMkLst>
            <pc:docMk/>
            <pc:sldMk cId="0" sldId="445"/>
            <ac:spMk id="22534" creationId="{943DCCB9-18AF-1DF5-EB30-5100D7FE942E}"/>
          </ac:spMkLst>
        </pc:spChg>
        <pc:spChg chg="mod">
          <ac:chgData name="Jérémy  NICON" userId="94a6ae6d-3ccb-4b58-a804-76c2e74f6511" providerId="ADAL" clId="{931F5A44-9163-4FC9-8C22-E10649995436}" dt="2024-11-07T14:53:43.226" v="393" actId="1076"/>
          <ac:spMkLst>
            <pc:docMk/>
            <pc:sldMk cId="0" sldId="445"/>
            <ac:spMk id="22535" creationId="{8E16BE8D-B7AA-BEE1-3509-29A67B9DB765}"/>
          </ac:spMkLst>
        </pc:spChg>
      </pc:sldChg>
      <pc:sldChg chg="delSp modSp mod">
        <pc:chgData name="Jérémy  NICON" userId="94a6ae6d-3ccb-4b58-a804-76c2e74f6511" providerId="ADAL" clId="{931F5A44-9163-4FC9-8C22-E10649995436}" dt="2024-11-07T14:53:54.534" v="395" actId="1076"/>
        <pc:sldMkLst>
          <pc:docMk/>
          <pc:sldMk cId="0" sldId="446"/>
        </pc:sldMkLst>
        <pc:spChg chg="del">
          <ac:chgData name="Jérémy  NICON" userId="94a6ae6d-3ccb-4b58-a804-76c2e74f6511" providerId="ADAL" clId="{931F5A44-9163-4FC9-8C22-E10649995436}" dt="2024-11-07T14:53:47.917" v="394" actId="478"/>
          <ac:spMkLst>
            <pc:docMk/>
            <pc:sldMk cId="0" sldId="446"/>
            <ac:spMk id="2" creationId="{27648920-AB2A-57A9-1AAF-B0990D219271}"/>
          </ac:spMkLst>
        </pc:spChg>
        <pc:spChg chg="mod">
          <ac:chgData name="Jérémy  NICON" userId="94a6ae6d-3ccb-4b58-a804-76c2e74f6511" providerId="ADAL" clId="{931F5A44-9163-4FC9-8C22-E10649995436}" dt="2024-11-07T14:53:54.534" v="395" actId="1076"/>
          <ac:spMkLst>
            <pc:docMk/>
            <pc:sldMk cId="0" sldId="446"/>
            <ac:spMk id="23554" creationId="{275561D7-BA51-3FC8-DCCB-6810B2D001EC}"/>
          </ac:spMkLst>
        </pc:spChg>
        <pc:spChg chg="mod">
          <ac:chgData name="Jérémy  NICON" userId="94a6ae6d-3ccb-4b58-a804-76c2e74f6511" providerId="ADAL" clId="{931F5A44-9163-4FC9-8C22-E10649995436}" dt="2024-11-07T14:53:54.534" v="395" actId="1076"/>
          <ac:spMkLst>
            <pc:docMk/>
            <pc:sldMk cId="0" sldId="446"/>
            <ac:spMk id="23556" creationId="{CE97404F-879A-2E23-7DD3-9F66E8D65473}"/>
          </ac:spMkLst>
        </pc:spChg>
        <pc:spChg chg="mod">
          <ac:chgData name="Jérémy  NICON" userId="94a6ae6d-3ccb-4b58-a804-76c2e74f6511" providerId="ADAL" clId="{931F5A44-9163-4FC9-8C22-E10649995436}" dt="2024-11-07T14:53:54.534" v="395" actId="1076"/>
          <ac:spMkLst>
            <pc:docMk/>
            <pc:sldMk cId="0" sldId="446"/>
            <ac:spMk id="23557" creationId="{052193BE-6243-64E2-ADEA-B70638B6952B}"/>
          </ac:spMkLst>
        </pc:spChg>
        <pc:spChg chg="mod">
          <ac:chgData name="Jérémy  NICON" userId="94a6ae6d-3ccb-4b58-a804-76c2e74f6511" providerId="ADAL" clId="{931F5A44-9163-4FC9-8C22-E10649995436}" dt="2024-11-07T14:53:54.534" v="395" actId="1076"/>
          <ac:spMkLst>
            <pc:docMk/>
            <pc:sldMk cId="0" sldId="446"/>
            <ac:spMk id="23558" creationId="{1FB8A3D5-9574-341A-C7A2-A6DEAA459FD4}"/>
          </ac:spMkLst>
        </pc:spChg>
      </pc:sldChg>
      <pc:sldChg chg="delSp modSp mod">
        <pc:chgData name="Jérémy  NICON" userId="94a6ae6d-3ccb-4b58-a804-76c2e74f6511" providerId="ADAL" clId="{931F5A44-9163-4FC9-8C22-E10649995436}" dt="2024-11-07T14:54:05.897" v="398" actId="14100"/>
        <pc:sldMkLst>
          <pc:docMk/>
          <pc:sldMk cId="0" sldId="447"/>
        </pc:sldMkLst>
        <pc:spChg chg="del">
          <ac:chgData name="Jérémy  NICON" userId="94a6ae6d-3ccb-4b58-a804-76c2e74f6511" providerId="ADAL" clId="{931F5A44-9163-4FC9-8C22-E10649995436}" dt="2024-11-07T14:53:57.824" v="396" actId="478"/>
          <ac:spMkLst>
            <pc:docMk/>
            <pc:sldMk cId="0" sldId="447"/>
            <ac:spMk id="2" creationId="{05A8D1BC-8C90-4CB0-196A-9233EDB6CD91}"/>
          </ac:spMkLst>
        </pc:spChg>
        <pc:spChg chg="mod">
          <ac:chgData name="Jérémy  NICON" userId="94a6ae6d-3ccb-4b58-a804-76c2e74f6511" providerId="ADAL" clId="{931F5A44-9163-4FC9-8C22-E10649995436}" dt="2024-11-07T14:54:03.166" v="397" actId="1076"/>
          <ac:spMkLst>
            <pc:docMk/>
            <pc:sldMk cId="0" sldId="447"/>
            <ac:spMk id="24578" creationId="{4F9D49B5-E13F-18A4-8759-7AE52295735F}"/>
          </ac:spMkLst>
        </pc:spChg>
        <pc:spChg chg="mod">
          <ac:chgData name="Jérémy  NICON" userId="94a6ae6d-3ccb-4b58-a804-76c2e74f6511" providerId="ADAL" clId="{931F5A44-9163-4FC9-8C22-E10649995436}" dt="2024-11-07T14:54:05.897" v="398" actId="14100"/>
          <ac:spMkLst>
            <pc:docMk/>
            <pc:sldMk cId="0" sldId="447"/>
            <ac:spMk id="24579" creationId="{21ED40B4-6D23-F828-E5F0-0B1CAA4297F2}"/>
          </ac:spMkLst>
        </pc:spChg>
        <pc:spChg chg="mod">
          <ac:chgData name="Jérémy  NICON" userId="94a6ae6d-3ccb-4b58-a804-76c2e74f6511" providerId="ADAL" clId="{931F5A44-9163-4FC9-8C22-E10649995436}" dt="2024-11-07T14:54:03.166" v="397" actId="1076"/>
          <ac:spMkLst>
            <pc:docMk/>
            <pc:sldMk cId="0" sldId="447"/>
            <ac:spMk id="24580" creationId="{8CD38564-CB58-CC92-5958-B6D72DF2FC66}"/>
          </ac:spMkLst>
        </pc:spChg>
        <pc:spChg chg="mod">
          <ac:chgData name="Jérémy  NICON" userId="94a6ae6d-3ccb-4b58-a804-76c2e74f6511" providerId="ADAL" clId="{931F5A44-9163-4FC9-8C22-E10649995436}" dt="2024-11-07T14:54:03.166" v="397" actId="1076"/>
          <ac:spMkLst>
            <pc:docMk/>
            <pc:sldMk cId="0" sldId="447"/>
            <ac:spMk id="24581" creationId="{E1D68AAE-40C7-AB7E-6B1A-8B273D5808E8}"/>
          </ac:spMkLst>
        </pc:spChg>
        <pc:spChg chg="mod">
          <ac:chgData name="Jérémy  NICON" userId="94a6ae6d-3ccb-4b58-a804-76c2e74f6511" providerId="ADAL" clId="{931F5A44-9163-4FC9-8C22-E10649995436}" dt="2024-11-07T14:54:03.166" v="397" actId="1076"/>
          <ac:spMkLst>
            <pc:docMk/>
            <pc:sldMk cId="0" sldId="447"/>
            <ac:spMk id="24582" creationId="{38D52B90-8A52-56A2-2F3F-1CAD4FF8AF13}"/>
          </ac:spMkLst>
        </pc:spChg>
      </pc:sldChg>
      <pc:sldChg chg="delSp mod">
        <pc:chgData name="Jérémy  NICON" userId="94a6ae6d-3ccb-4b58-a804-76c2e74f6511" providerId="ADAL" clId="{931F5A44-9163-4FC9-8C22-E10649995436}" dt="2024-11-07T14:54:11.344" v="399" actId="478"/>
        <pc:sldMkLst>
          <pc:docMk/>
          <pc:sldMk cId="0" sldId="448"/>
        </pc:sldMkLst>
        <pc:spChg chg="del">
          <ac:chgData name="Jérémy  NICON" userId="94a6ae6d-3ccb-4b58-a804-76c2e74f6511" providerId="ADAL" clId="{931F5A44-9163-4FC9-8C22-E10649995436}" dt="2024-11-07T14:54:11.344" v="399" actId="478"/>
          <ac:spMkLst>
            <pc:docMk/>
            <pc:sldMk cId="0" sldId="448"/>
            <ac:spMk id="2" creationId="{CA10E33D-005C-6875-E1E7-D7EF7074EB52}"/>
          </ac:spMkLst>
        </pc:spChg>
      </pc:sldChg>
      <pc:sldChg chg="addSp delSp modSp mod modClrScheme chgLayout">
        <pc:chgData name="Jérémy  NICON" userId="94a6ae6d-3ccb-4b58-a804-76c2e74f6511" providerId="ADAL" clId="{931F5A44-9163-4FC9-8C22-E10649995436}" dt="2024-11-07T14:54:35.856" v="405" actId="1076"/>
        <pc:sldMkLst>
          <pc:docMk/>
          <pc:sldMk cId="0" sldId="449"/>
        </pc:sldMkLst>
        <pc:spChg chg="del">
          <ac:chgData name="Jérémy  NICON" userId="94a6ae6d-3ccb-4b58-a804-76c2e74f6511" providerId="ADAL" clId="{931F5A44-9163-4FC9-8C22-E10649995436}" dt="2024-11-07T14:54:15.850" v="400" actId="478"/>
          <ac:spMkLst>
            <pc:docMk/>
            <pc:sldMk cId="0" sldId="449"/>
            <ac:spMk id="2" creationId="{F7A5DD74-F622-5B7B-54FF-D1D4861DBA5F}"/>
          </ac:spMkLst>
        </pc:spChg>
        <pc:spChg chg="add del mod ord">
          <ac:chgData name="Jérémy  NICON" userId="94a6ae6d-3ccb-4b58-a804-76c2e74f6511" providerId="ADAL" clId="{931F5A44-9163-4FC9-8C22-E10649995436}" dt="2024-11-07T14:54:29.818" v="403" actId="478"/>
          <ac:spMkLst>
            <pc:docMk/>
            <pc:sldMk cId="0" sldId="449"/>
            <ac:spMk id="3" creationId="{0BC78420-1D5E-E0DF-F687-71382A35470D}"/>
          </ac:spMkLst>
        </pc:spChg>
        <pc:spChg chg="add mod ord">
          <ac:chgData name="Jérémy  NICON" userId="94a6ae6d-3ccb-4b58-a804-76c2e74f6511" providerId="ADAL" clId="{931F5A44-9163-4FC9-8C22-E10649995436}" dt="2024-11-07T14:54:22.396" v="401" actId="700"/>
          <ac:spMkLst>
            <pc:docMk/>
            <pc:sldMk cId="0" sldId="449"/>
            <ac:spMk id="4" creationId="{A7D80840-F721-0349-A30C-791B8F5CE990}"/>
          </ac:spMkLst>
        </pc:spChg>
        <pc:spChg chg="add del mod ord">
          <ac:chgData name="Jérémy  NICON" userId="94a6ae6d-3ccb-4b58-a804-76c2e74f6511" providerId="ADAL" clId="{931F5A44-9163-4FC9-8C22-E10649995436}" dt="2024-11-07T14:54:26.824" v="402" actId="478"/>
          <ac:spMkLst>
            <pc:docMk/>
            <pc:sldMk cId="0" sldId="449"/>
            <ac:spMk id="5" creationId="{2540443F-C445-FA4E-DDE9-597BD4754D5B}"/>
          </ac:spMkLst>
        </pc:spChg>
        <pc:spChg chg="mod">
          <ac:chgData name="Jérémy  NICON" userId="94a6ae6d-3ccb-4b58-a804-76c2e74f6511" providerId="ADAL" clId="{931F5A44-9163-4FC9-8C22-E10649995436}" dt="2024-11-07T14:54:35.856" v="405" actId="1076"/>
          <ac:spMkLst>
            <pc:docMk/>
            <pc:sldMk cId="0" sldId="449"/>
            <ac:spMk id="8" creationId="{08D7538E-3AD1-67B1-AB74-E7B4C8BDBF1B}"/>
          </ac:spMkLst>
        </pc:spChg>
        <pc:spChg chg="mod ord">
          <ac:chgData name="Jérémy  NICON" userId="94a6ae6d-3ccb-4b58-a804-76c2e74f6511" providerId="ADAL" clId="{931F5A44-9163-4FC9-8C22-E10649995436}" dt="2024-11-07T14:54:22.396" v="401" actId="700"/>
          <ac:spMkLst>
            <pc:docMk/>
            <pc:sldMk cId="0" sldId="449"/>
            <ac:spMk id="26627" creationId="{8B06E552-CD9D-DDD4-FAD1-2D00B9B592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BF954D-82E6-480E-993C-BA0C50C8EEF6}" type="datetimeFigureOut">
              <a:rPr lang="fr-FR" smtClean="0"/>
              <a:t>17/11/2025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FAAC7A-3BC8-48C2-A8BA-CB804B0BCC09}" type="slidenum">
              <a:rPr lang="fr-FR" smtClean="0"/>
              <a:t>‹N°›</a:t>
            </a:fld>
            <a:endParaRPr lang="fr-FR"/>
          </a:p>
        </p:txBody>
      </p:sp>
    </p:spTree>
    <p:extLst>
      <p:ext uri="{BB962C8B-B14F-4D97-AF65-F5344CB8AC3E}">
        <p14:creationId xmlns:p14="http://schemas.microsoft.com/office/powerpoint/2010/main" val="2057855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0B96150F-8918-FA69-7251-5D535F5D9AB5}"/>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2EF16801-11B9-48CB-AF0F-9656C6CB67EB}" type="slidenum">
              <a:rPr lang="en-US" altLang="fr-FR" b="0">
                <a:latin typeface="Arial" panose="020B0604020202020204" pitchFamily="34" charset="0"/>
              </a:rPr>
              <a:pPr eaLnBrk="1" hangingPunct="1"/>
              <a:t>2</a:t>
            </a:fld>
            <a:endParaRPr lang="en-US" altLang="fr-FR" b="0">
              <a:latin typeface="Arial" panose="020B0604020202020204" pitchFamily="34" charset="0"/>
            </a:endParaRPr>
          </a:p>
        </p:txBody>
      </p:sp>
      <p:sp>
        <p:nvSpPr>
          <p:cNvPr id="9219" name="Rectangle 2">
            <a:extLst>
              <a:ext uri="{FF2B5EF4-FFF2-40B4-BE49-F238E27FC236}">
                <a16:creationId xmlns:a16="http://schemas.microsoft.com/office/drawing/2014/main" xmlns="" id="{511F8571-E77D-CCA6-499E-6025C7284EFB}"/>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1771865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7">
            <a:extLst>
              <a:ext uri="{FF2B5EF4-FFF2-40B4-BE49-F238E27FC236}">
                <a16:creationId xmlns:a16="http://schemas.microsoft.com/office/drawing/2014/main" xmlns="" id="{5A2C4767-ED54-65C6-8C8E-FED4CB4FDF41}"/>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BC626DED-D97C-4F80-9A03-BF2D25375453}" type="slidenum">
              <a:rPr lang="en-US" altLang="fr-FR" b="0">
                <a:latin typeface="Arial" panose="020B0604020202020204" pitchFamily="34" charset="0"/>
              </a:rPr>
              <a:pPr eaLnBrk="1" hangingPunct="1"/>
              <a:t>3</a:t>
            </a:fld>
            <a:endParaRPr lang="en-US" altLang="fr-FR" b="0">
              <a:latin typeface="Arial" panose="020B0604020202020204" pitchFamily="34" charset="0"/>
            </a:endParaRPr>
          </a:p>
        </p:txBody>
      </p:sp>
      <p:sp>
        <p:nvSpPr>
          <p:cNvPr id="10243" name="Rectangle 2">
            <a:extLst>
              <a:ext uri="{FF2B5EF4-FFF2-40B4-BE49-F238E27FC236}">
                <a16:creationId xmlns:a16="http://schemas.microsoft.com/office/drawing/2014/main" xmlns="" id="{294F899F-2AE6-43AA-A65C-CB95239CBCDC}"/>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1809539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7">
            <a:extLst>
              <a:ext uri="{FF2B5EF4-FFF2-40B4-BE49-F238E27FC236}">
                <a16:creationId xmlns:a16="http://schemas.microsoft.com/office/drawing/2014/main" xmlns="" id="{D80A3D7E-C916-07EC-C859-2AB1D2F8DCDB}"/>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0DD5D0A-F5F3-4446-A218-197E760265D3}" type="slidenum">
              <a:rPr lang="en-US" altLang="fr-FR" b="0">
                <a:latin typeface="Arial" panose="020B0604020202020204" pitchFamily="34" charset="0"/>
              </a:rPr>
              <a:pPr eaLnBrk="1" hangingPunct="1"/>
              <a:t>4</a:t>
            </a:fld>
            <a:endParaRPr lang="en-US" altLang="fr-FR" b="0">
              <a:latin typeface="Arial" panose="020B0604020202020204" pitchFamily="34" charset="0"/>
            </a:endParaRPr>
          </a:p>
        </p:txBody>
      </p:sp>
      <p:sp>
        <p:nvSpPr>
          <p:cNvPr id="11267" name="Rectangle 2">
            <a:extLst>
              <a:ext uri="{FF2B5EF4-FFF2-40B4-BE49-F238E27FC236}">
                <a16:creationId xmlns:a16="http://schemas.microsoft.com/office/drawing/2014/main" xmlns="" id="{F9365490-6291-B077-530A-57B3CD19A7AF}"/>
              </a:ext>
            </a:extLst>
          </p:cNvPr>
          <p:cNvSpPr>
            <a:spLocks noGrp="1" noRot="1" noChangeAspect="1" noChangeArrowheads="1" noTextEdit="1"/>
          </p:cNvSpPr>
          <p:nvPr>
            <p:ph type="sldImg"/>
          </p:nvPr>
        </p:nvSpPr>
        <p:spPr>
          <a:xfrm>
            <a:off x="3946525" y="79375"/>
            <a:ext cx="3370263" cy="1897063"/>
          </a:xfrm>
          <a:ln/>
        </p:spPr>
      </p:sp>
    </p:spTree>
    <p:extLst>
      <p:ext uri="{BB962C8B-B14F-4D97-AF65-F5344CB8AC3E}">
        <p14:creationId xmlns:p14="http://schemas.microsoft.com/office/powerpoint/2010/main" val="1732962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7">
            <a:extLst>
              <a:ext uri="{FF2B5EF4-FFF2-40B4-BE49-F238E27FC236}">
                <a16:creationId xmlns:a16="http://schemas.microsoft.com/office/drawing/2014/main" xmlns="" id="{93DE7922-1FDB-80C0-C7EF-D2E2638251F0}"/>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2397560-5B1E-4830-8255-23A30FFEB7CE}" type="slidenum">
              <a:rPr lang="en-US" altLang="fr-FR" b="0">
                <a:latin typeface="Arial" panose="020B0604020202020204" pitchFamily="34" charset="0"/>
              </a:rPr>
              <a:pPr eaLnBrk="1" hangingPunct="1"/>
              <a:t>5</a:t>
            </a:fld>
            <a:endParaRPr lang="en-US" altLang="fr-FR" b="0">
              <a:latin typeface="Arial" panose="020B0604020202020204" pitchFamily="34" charset="0"/>
            </a:endParaRPr>
          </a:p>
        </p:txBody>
      </p:sp>
      <p:sp>
        <p:nvSpPr>
          <p:cNvPr id="13315" name="Rectangle 2">
            <a:extLst>
              <a:ext uri="{FF2B5EF4-FFF2-40B4-BE49-F238E27FC236}">
                <a16:creationId xmlns:a16="http://schemas.microsoft.com/office/drawing/2014/main" xmlns="" id="{EB821D06-2F8F-71C8-19E3-E0105829EDA6}"/>
              </a:ext>
            </a:extLst>
          </p:cNvPr>
          <p:cNvSpPr>
            <a:spLocks noGrp="1" noRot="1" noChangeAspect="1" noChangeArrowheads="1" noTextEdit="1"/>
          </p:cNvSpPr>
          <p:nvPr>
            <p:ph type="sldImg"/>
          </p:nvPr>
        </p:nvSpPr>
        <p:spPr>
          <a:ln/>
        </p:spPr>
      </p:sp>
      <p:sp>
        <p:nvSpPr>
          <p:cNvPr id="13316" name="Notes Placeholder 6">
            <a:extLst>
              <a:ext uri="{FF2B5EF4-FFF2-40B4-BE49-F238E27FC236}">
                <a16:creationId xmlns:a16="http://schemas.microsoft.com/office/drawing/2014/main" xmlns="" id="{5C194636-C605-8283-EC77-9C7A2029E8F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pPr algn="ctr"/>
            <a:endParaRPr lang="en-US" altLang="fr-FR" b="0">
              <a:latin typeface="Verdana" panose="020B0604030504040204" pitchFamily="34" charset="0"/>
            </a:endParaRPr>
          </a:p>
        </p:txBody>
      </p:sp>
    </p:spTree>
    <p:extLst>
      <p:ext uri="{BB962C8B-B14F-4D97-AF65-F5344CB8AC3E}">
        <p14:creationId xmlns:p14="http://schemas.microsoft.com/office/powerpoint/2010/main" val="1678840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8BA3EF0-7F9B-C8C0-B9F9-E10D0C4F6E67}"/>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FEC101A9-2C83-4341-97A5-9C075B386359}" type="slidenum">
              <a:rPr lang="en-US" altLang="fr-FR" b="0">
                <a:solidFill>
                  <a:srgbClr val="000000"/>
                </a:solidFill>
                <a:latin typeface="Arial" panose="020B0604020202020204" pitchFamily="34" charset="0"/>
              </a:rPr>
              <a:pPr eaLnBrk="1" hangingPunct="1"/>
              <a:t>6</a:t>
            </a:fld>
            <a:endParaRPr lang="en-US" altLang="fr-FR" b="0">
              <a:solidFill>
                <a:srgbClr val="000000"/>
              </a:solidFill>
              <a:latin typeface="Arial" panose="020B0604020202020204" pitchFamily="34" charset="0"/>
            </a:endParaRPr>
          </a:p>
        </p:txBody>
      </p:sp>
      <p:sp>
        <p:nvSpPr>
          <p:cNvPr id="25603" name="Rectangle 2">
            <a:extLst>
              <a:ext uri="{FF2B5EF4-FFF2-40B4-BE49-F238E27FC236}">
                <a16:creationId xmlns:a16="http://schemas.microsoft.com/office/drawing/2014/main" xmlns="" id="{4E7BAF0C-ECF0-4652-A43E-AA5293F83DA5}"/>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1057391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7">
            <a:extLst>
              <a:ext uri="{FF2B5EF4-FFF2-40B4-BE49-F238E27FC236}">
                <a16:creationId xmlns:a16="http://schemas.microsoft.com/office/drawing/2014/main" xmlns="" id="{E7B1798C-45BA-018E-EE7D-5989140C1D69}"/>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A1B017A1-1EED-4B45-A894-6C08D9BDCDA4}" type="slidenum">
              <a:rPr lang="en-US" altLang="fr-FR" b="0">
                <a:latin typeface="Arial" panose="020B0604020202020204" pitchFamily="34" charset="0"/>
              </a:rPr>
              <a:pPr eaLnBrk="1" hangingPunct="1"/>
              <a:t>7</a:t>
            </a:fld>
            <a:endParaRPr lang="en-US" altLang="fr-FR" b="0">
              <a:latin typeface="Arial" panose="020B0604020202020204" pitchFamily="34" charset="0"/>
            </a:endParaRPr>
          </a:p>
        </p:txBody>
      </p:sp>
      <p:sp>
        <p:nvSpPr>
          <p:cNvPr id="26627" name="Rectangle 2">
            <a:extLst>
              <a:ext uri="{FF2B5EF4-FFF2-40B4-BE49-F238E27FC236}">
                <a16:creationId xmlns:a16="http://schemas.microsoft.com/office/drawing/2014/main" xmlns="" id="{7C9F9633-DF4A-327F-F4C9-EC02DD8EF5A9}"/>
              </a:ext>
            </a:extLst>
          </p:cNvPr>
          <p:cNvSpPr>
            <a:spLocks noGrp="1" noRot="1" noChangeAspect="1" noChangeArrowheads="1" noTextEdit="1"/>
          </p:cNvSpPr>
          <p:nvPr>
            <p:ph type="sldImg"/>
          </p:nvPr>
        </p:nvSpPr>
        <p:spPr>
          <a:ln/>
        </p:spPr>
      </p:sp>
      <p:sp>
        <p:nvSpPr>
          <p:cNvPr id="26628" name="Espace réservé des commentaires 1">
            <a:extLst>
              <a:ext uri="{FF2B5EF4-FFF2-40B4-BE49-F238E27FC236}">
                <a16:creationId xmlns:a16="http://schemas.microsoft.com/office/drawing/2014/main" xmlns="" id="{4A47D146-66C3-F2E5-162C-C1A89D13A87E}"/>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755056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F4543AFA-609E-CF99-17D6-B754E9DD48B8}"/>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258D081-5DA0-4FC1-8F11-96BDB3142A80}" type="slidenum">
              <a:rPr lang="en-US" altLang="fr-FR" b="0">
                <a:latin typeface="Arial" panose="020B0604020202020204" pitchFamily="34" charset="0"/>
              </a:rPr>
              <a:pPr eaLnBrk="1" hangingPunct="1"/>
              <a:t>8</a:t>
            </a:fld>
            <a:endParaRPr lang="en-US" altLang="fr-FR" b="0">
              <a:latin typeface="Arial" panose="020B0604020202020204" pitchFamily="34" charset="0"/>
            </a:endParaRPr>
          </a:p>
        </p:txBody>
      </p:sp>
      <p:sp>
        <p:nvSpPr>
          <p:cNvPr id="27651" name="Rectangle 2">
            <a:extLst>
              <a:ext uri="{FF2B5EF4-FFF2-40B4-BE49-F238E27FC236}">
                <a16:creationId xmlns:a16="http://schemas.microsoft.com/office/drawing/2014/main" xmlns="" id="{D445BF66-81A0-5B5F-AE9B-3753F9C8C39A}"/>
              </a:ext>
            </a:extLst>
          </p:cNvPr>
          <p:cNvSpPr>
            <a:spLocks noGrp="1" noRot="1" noChangeAspect="1" noChangeArrowheads="1" noTextEdit="1"/>
          </p:cNvSpPr>
          <p:nvPr>
            <p:ph type="sldImg"/>
          </p:nvPr>
        </p:nvSpPr>
        <p:spPr>
          <a:ln/>
        </p:spPr>
      </p:sp>
      <p:sp>
        <p:nvSpPr>
          <p:cNvPr id="27652" name="Espace réservé des commentaires 1">
            <a:extLst>
              <a:ext uri="{FF2B5EF4-FFF2-40B4-BE49-F238E27FC236}">
                <a16:creationId xmlns:a16="http://schemas.microsoft.com/office/drawing/2014/main" xmlns="" id="{02C9C845-B90D-87FA-90D6-9030746BD108}"/>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184568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38A41A1-B284-CA92-D225-D15C083EAA15}"/>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9524FA00-B574-4473-B1DC-60FE0B7442FD}" type="slidenum">
              <a:rPr lang="en-US" altLang="fr-FR" b="0">
                <a:latin typeface="Arial" panose="020B0604020202020204" pitchFamily="34" charset="0"/>
              </a:rPr>
              <a:pPr eaLnBrk="1" hangingPunct="1"/>
              <a:t>9</a:t>
            </a:fld>
            <a:endParaRPr lang="en-US" altLang="fr-FR" b="0">
              <a:latin typeface="Arial" panose="020B0604020202020204" pitchFamily="34" charset="0"/>
            </a:endParaRPr>
          </a:p>
        </p:txBody>
      </p:sp>
      <p:sp>
        <p:nvSpPr>
          <p:cNvPr id="28675" name="Rectangle 2">
            <a:extLst>
              <a:ext uri="{FF2B5EF4-FFF2-40B4-BE49-F238E27FC236}">
                <a16:creationId xmlns:a16="http://schemas.microsoft.com/office/drawing/2014/main" xmlns="" id="{696BE52E-8187-FC7F-D53A-0A8C241CFA29}"/>
              </a:ext>
            </a:extLst>
          </p:cNvPr>
          <p:cNvSpPr>
            <a:spLocks noGrp="1" noRot="1" noChangeAspect="1" noChangeArrowheads="1" noTextEdit="1"/>
          </p:cNvSpPr>
          <p:nvPr>
            <p:ph type="sldImg"/>
          </p:nvPr>
        </p:nvSpPr>
        <p:spPr>
          <a:ln/>
        </p:spPr>
      </p:sp>
      <p:sp>
        <p:nvSpPr>
          <p:cNvPr id="28676" name="Espace réservé des commentaires 1">
            <a:extLst>
              <a:ext uri="{FF2B5EF4-FFF2-40B4-BE49-F238E27FC236}">
                <a16:creationId xmlns:a16="http://schemas.microsoft.com/office/drawing/2014/main" xmlns="" id="{CB2D519D-8824-4EDB-E3AA-546D30AC44A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404684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43D17248-8267-E1BF-CBD4-C6E90BDA1021}"/>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B0E06C1-3FBF-4CE1-8F2E-A0FFBA25D096}" type="slidenum">
              <a:rPr lang="en-US" altLang="fr-FR" b="0">
                <a:latin typeface="Arial" panose="020B0604020202020204" pitchFamily="34" charset="0"/>
              </a:rPr>
              <a:pPr eaLnBrk="1" hangingPunct="1"/>
              <a:t>10</a:t>
            </a:fld>
            <a:endParaRPr lang="en-US" altLang="fr-FR" b="0">
              <a:latin typeface="Arial" panose="020B0604020202020204" pitchFamily="34" charset="0"/>
            </a:endParaRPr>
          </a:p>
        </p:txBody>
      </p:sp>
      <p:sp>
        <p:nvSpPr>
          <p:cNvPr id="29699" name="Rectangle 2">
            <a:extLst>
              <a:ext uri="{FF2B5EF4-FFF2-40B4-BE49-F238E27FC236}">
                <a16:creationId xmlns:a16="http://schemas.microsoft.com/office/drawing/2014/main" xmlns="" id="{F208FA81-8220-839B-9BF1-F953B61A3A20}"/>
              </a:ext>
            </a:extLst>
          </p:cNvPr>
          <p:cNvSpPr>
            <a:spLocks noGrp="1" noRot="1" noChangeAspect="1" noChangeArrowheads="1" noTextEdit="1"/>
          </p:cNvSpPr>
          <p:nvPr>
            <p:ph type="sldImg"/>
          </p:nvPr>
        </p:nvSpPr>
        <p:spPr>
          <a:ln/>
        </p:spPr>
      </p:sp>
      <p:sp>
        <p:nvSpPr>
          <p:cNvPr id="29700" name="Espace réservé des commentaires 1">
            <a:extLst>
              <a:ext uri="{FF2B5EF4-FFF2-40B4-BE49-F238E27FC236}">
                <a16:creationId xmlns:a16="http://schemas.microsoft.com/office/drawing/2014/main" xmlns="" id="{066EFF7D-4F1B-4A96-7CEC-CAFDAE8660F0}"/>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781340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6714CF19-8F3C-1D02-6AB6-EAA6C1C526D2}"/>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F2BD6CBE-885D-43CB-B377-220F676CA5B9}" type="slidenum">
              <a:rPr lang="en-US" altLang="fr-FR" b="0">
                <a:latin typeface="Arial" panose="020B0604020202020204" pitchFamily="34" charset="0"/>
              </a:rPr>
              <a:pPr eaLnBrk="1" hangingPunct="1"/>
              <a:t>11</a:t>
            </a:fld>
            <a:endParaRPr lang="en-US" altLang="fr-FR" b="0">
              <a:latin typeface="Arial" panose="020B0604020202020204" pitchFamily="34" charset="0"/>
            </a:endParaRPr>
          </a:p>
        </p:txBody>
      </p:sp>
      <p:sp>
        <p:nvSpPr>
          <p:cNvPr id="30723" name="Rectangle 2">
            <a:extLst>
              <a:ext uri="{FF2B5EF4-FFF2-40B4-BE49-F238E27FC236}">
                <a16:creationId xmlns:a16="http://schemas.microsoft.com/office/drawing/2014/main" xmlns="" id="{6C358C76-5243-1A6C-D653-86364B034F16}"/>
              </a:ext>
            </a:extLst>
          </p:cNvPr>
          <p:cNvSpPr>
            <a:spLocks noGrp="1" noRot="1" noChangeAspect="1" noChangeArrowheads="1" noTextEdit="1"/>
          </p:cNvSpPr>
          <p:nvPr>
            <p:ph type="sldImg"/>
          </p:nvPr>
        </p:nvSpPr>
        <p:spPr>
          <a:ln/>
        </p:spPr>
      </p:sp>
      <p:sp>
        <p:nvSpPr>
          <p:cNvPr id="30724" name="Espace réservé des commentaires 1">
            <a:extLst>
              <a:ext uri="{FF2B5EF4-FFF2-40B4-BE49-F238E27FC236}">
                <a16:creationId xmlns:a16="http://schemas.microsoft.com/office/drawing/2014/main" xmlns="" id="{34E7274E-891B-7217-E47E-A41A637806FB}"/>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1140629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BAFA04F-9956-DF51-4B7D-4ACE3BA17A81}"/>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E163B69-C9B5-4D75-B0A6-DA5A40B1E1F2}" type="slidenum">
              <a:rPr lang="en-US" altLang="fr-FR" b="0">
                <a:latin typeface="Arial" panose="020B0604020202020204" pitchFamily="34" charset="0"/>
              </a:rPr>
              <a:pPr eaLnBrk="1" hangingPunct="1"/>
              <a:t>12</a:t>
            </a:fld>
            <a:endParaRPr lang="en-US" altLang="fr-FR" b="0">
              <a:latin typeface="Arial" panose="020B0604020202020204" pitchFamily="34" charset="0"/>
            </a:endParaRPr>
          </a:p>
        </p:txBody>
      </p:sp>
      <p:sp>
        <p:nvSpPr>
          <p:cNvPr id="31747" name="Rectangle 2">
            <a:extLst>
              <a:ext uri="{FF2B5EF4-FFF2-40B4-BE49-F238E27FC236}">
                <a16:creationId xmlns:a16="http://schemas.microsoft.com/office/drawing/2014/main" xmlns="" id="{4A75FBF4-DB4C-7FBD-73E4-D27E3EA414C3}"/>
              </a:ext>
            </a:extLst>
          </p:cNvPr>
          <p:cNvSpPr>
            <a:spLocks noGrp="1" noRot="1" noChangeAspect="1" noChangeArrowheads="1" noTextEdit="1"/>
          </p:cNvSpPr>
          <p:nvPr>
            <p:ph type="sldImg"/>
          </p:nvPr>
        </p:nvSpPr>
        <p:spPr>
          <a:ln/>
        </p:spPr>
      </p:sp>
      <p:sp>
        <p:nvSpPr>
          <p:cNvPr id="31748" name="Espace réservé des commentaires 1">
            <a:extLst>
              <a:ext uri="{FF2B5EF4-FFF2-40B4-BE49-F238E27FC236}">
                <a16:creationId xmlns:a16="http://schemas.microsoft.com/office/drawing/2014/main" xmlns="" id="{704BAC8E-5243-EFA2-52A3-0DC95DD7406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723569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E1CB565E-D5D9-DBFF-268E-D56DE6DEA5EB}"/>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94F08021-E399-46C5-9CB3-6084CEBDFE66}" type="slidenum">
              <a:rPr lang="en-US" altLang="fr-FR" b="0">
                <a:latin typeface="Arial" panose="020B0604020202020204" pitchFamily="34" charset="0"/>
              </a:rPr>
              <a:pPr eaLnBrk="1" hangingPunct="1"/>
              <a:t>13</a:t>
            </a:fld>
            <a:endParaRPr lang="en-US" altLang="fr-FR" b="0">
              <a:latin typeface="Arial" panose="020B0604020202020204" pitchFamily="34" charset="0"/>
            </a:endParaRPr>
          </a:p>
        </p:txBody>
      </p:sp>
      <p:sp>
        <p:nvSpPr>
          <p:cNvPr id="32771" name="Rectangle 2">
            <a:extLst>
              <a:ext uri="{FF2B5EF4-FFF2-40B4-BE49-F238E27FC236}">
                <a16:creationId xmlns:a16="http://schemas.microsoft.com/office/drawing/2014/main" xmlns="" id="{347EFCE6-6071-ABDA-11AB-490CEB3DFABD}"/>
              </a:ext>
            </a:extLst>
          </p:cNvPr>
          <p:cNvSpPr>
            <a:spLocks noGrp="1" noRot="1" noChangeAspect="1" noChangeArrowheads="1" noTextEdit="1"/>
          </p:cNvSpPr>
          <p:nvPr>
            <p:ph type="sldImg"/>
          </p:nvPr>
        </p:nvSpPr>
        <p:spPr>
          <a:ln/>
        </p:spPr>
      </p:sp>
      <p:sp>
        <p:nvSpPr>
          <p:cNvPr id="32772" name="Espace réservé des commentaires 1">
            <a:extLst>
              <a:ext uri="{FF2B5EF4-FFF2-40B4-BE49-F238E27FC236}">
                <a16:creationId xmlns:a16="http://schemas.microsoft.com/office/drawing/2014/main" xmlns="" id="{9C6FD6C9-347D-669F-DB0A-F073CDCE7E18}"/>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4209649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5D472286-B9EF-8CA3-C41B-2B8DD20EAC31}"/>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B626E1F3-7906-420A-A21C-BDE352870E51}" type="slidenum">
              <a:rPr lang="en-US" altLang="fr-FR" b="0">
                <a:latin typeface="Arial" panose="020B0604020202020204" pitchFamily="34" charset="0"/>
              </a:rPr>
              <a:pPr eaLnBrk="1" hangingPunct="1"/>
              <a:t>14</a:t>
            </a:fld>
            <a:endParaRPr lang="en-US" altLang="fr-FR" b="0">
              <a:latin typeface="Arial" panose="020B0604020202020204" pitchFamily="34" charset="0"/>
            </a:endParaRPr>
          </a:p>
        </p:txBody>
      </p:sp>
      <p:sp>
        <p:nvSpPr>
          <p:cNvPr id="33795" name="Rectangle 2">
            <a:extLst>
              <a:ext uri="{FF2B5EF4-FFF2-40B4-BE49-F238E27FC236}">
                <a16:creationId xmlns:a16="http://schemas.microsoft.com/office/drawing/2014/main" xmlns="" id="{D2B2C16D-A56A-E84E-71F2-9E5CE601DCF3}"/>
              </a:ext>
            </a:extLst>
          </p:cNvPr>
          <p:cNvSpPr>
            <a:spLocks noGrp="1" noRot="1" noChangeAspect="1" noChangeArrowheads="1" noTextEdit="1"/>
          </p:cNvSpPr>
          <p:nvPr>
            <p:ph type="sldImg"/>
          </p:nvPr>
        </p:nvSpPr>
        <p:spPr>
          <a:ln/>
        </p:spPr>
      </p:sp>
      <p:sp>
        <p:nvSpPr>
          <p:cNvPr id="33796" name="Espace réservé des commentaires 1">
            <a:extLst>
              <a:ext uri="{FF2B5EF4-FFF2-40B4-BE49-F238E27FC236}">
                <a16:creationId xmlns:a16="http://schemas.microsoft.com/office/drawing/2014/main" xmlns="" id="{A41EB85D-4BE9-DF10-AF28-89C4C5902188}"/>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143081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A33E697-7406-E2C5-13A1-CC12EDCAFF0D}"/>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27C31B6-880A-4556-92A0-1A157F3E77A4}" type="slidenum">
              <a:rPr lang="en-US" altLang="fr-FR" b="0">
                <a:latin typeface="Arial" panose="020B0604020202020204" pitchFamily="34" charset="0"/>
              </a:rPr>
              <a:pPr eaLnBrk="1" hangingPunct="1"/>
              <a:t>15</a:t>
            </a:fld>
            <a:endParaRPr lang="en-US" altLang="fr-FR" b="0">
              <a:latin typeface="Arial" panose="020B0604020202020204" pitchFamily="34" charset="0"/>
            </a:endParaRPr>
          </a:p>
        </p:txBody>
      </p:sp>
      <p:sp>
        <p:nvSpPr>
          <p:cNvPr id="34819" name="Rectangle 2">
            <a:extLst>
              <a:ext uri="{FF2B5EF4-FFF2-40B4-BE49-F238E27FC236}">
                <a16:creationId xmlns:a16="http://schemas.microsoft.com/office/drawing/2014/main" xmlns="" id="{C81A778B-6845-1FEC-82DB-3E513C6DE230}"/>
              </a:ext>
            </a:extLst>
          </p:cNvPr>
          <p:cNvSpPr>
            <a:spLocks noGrp="1" noRot="1" noChangeAspect="1" noChangeArrowheads="1" noTextEdit="1"/>
          </p:cNvSpPr>
          <p:nvPr>
            <p:ph type="sldImg"/>
          </p:nvPr>
        </p:nvSpPr>
        <p:spPr>
          <a:ln/>
        </p:spPr>
      </p:sp>
      <p:sp>
        <p:nvSpPr>
          <p:cNvPr id="34820" name="Espace réservé des commentaires 1">
            <a:extLst>
              <a:ext uri="{FF2B5EF4-FFF2-40B4-BE49-F238E27FC236}">
                <a16:creationId xmlns:a16="http://schemas.microsoft.com/office/drawing/2014/main" xmlns="" id="{8AC73EFB-C189-C531-7FA8-CE66E4C8F7C5}"/>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41983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6B70B7E-908B-013E-D2AC-107D03F0BCE0}"/>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71E05B0-7074-45A9-B92C-BD86E73813FE}" type="slidenum">
              <a:rPr lang="en-US" altLang="fr-FR" b="0">
                <a:latin typeface="Arial" panose="020B0604020202020204" pitchFamily="34" charset="0"/>
              </a:rPr>
              <a:pPr eaLnBrk="1" hangingPunct="1"/>
              <a:t>16</a:t>
            </a:fld>
            <a:endParaRPr lang="en-US" altLang="fr-FR" b="0">
              <a:latin typeface="Arial" panose="020B0604020202020204" pitchFamily="34" charset="0"/>
            </a:endParaRPr>
          </a:p>
        </p:txBody>
      </p:sp>
      <p:sp>
        <p:nvSpPr>
          <p:cNvPr id="35843" name="Rectangle 2">
            <a:extLst>
              <a:ext uri="{FF2B5EF4-FFF2-40B4-BE49-F238E27FC236}">
                <a16:creationId xmlns:a16="http://schemas.microsoft.com/office/drawing/2014/main" xmlns="" id="{4D684006-A5C0-2031-FE1E-8EBB5E028A8F}"/>
              </a:ext>
            </a:extLst>
          </p:cNvPr>
          <p:cNvSpPr>
            <a:spLocks noGrp="1" noRot="1" noChangeAspect="1" noChangeArrowheads="1" noTextEdit="1"/>
          </p:cNvSpPr>
          <p:nvPr>
            <p:ph type="sldImg"/>
          </p:nvPr>
        </p:nvSpPr>
        <p:spPr>
          <a:ln/>
        </p:spPr>
      </p:sp>
      <p:sp>
        <p:nvSpPr>
          <p:cNvPr id="35844" name="Espace réservé des commentaires 1">
            <a:extLst>
              <a:ext uri="{FF2B5EF4-FFF2-40B4-BE49-F238E27FC236}">
                <a16:creationId xmlns:a16="http://schemas.microsoft.com/office/drawing/2014/main" xmlns="" id="{B520DEA4-6404-8FFF-0CBD-5C2D9728BF4C}"/>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349496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6CEFC646-4608-879D-9EBF-7955A06C574C}"/>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AD33BEC0-CD60-4240-9BDA-F223DBB1F96D}" type="slidenum">
              <a:rPr lang="en-US" altLang="fr-FR" b="0">
                <a:latin typeface="Arial" panose="020B0604020202020204" pitchFamily="34" charset="0"/>
              </a:rPr>
              <a:pPr eaLnBrk="1" hangingPunct="1"/>
              <a:t>17</a:t>
            </a:fld>
            <a:endParaRPr lang="en-US" altLang="fr-FR" b="0">
              <a:latin typeface="Arial" panose="020B0604020202020204" pitchFamily="34" charset="0"/>
            </a:endParaRPr>
          </a:p>
        </p:txBody>
      </p:sp>
      <p:sp>
        <p:nvSpPr>
          <p:cNvPr id="36867" name="Rectangle 2">
            <a:extLst>
              <a:ext uri="{FF2B5EF4-FFF2-40B4-BE49-F238E27FC236}">
                <a16:creationId xmlns:a16="http://schemas.microsoft.com/office/drawing/2014/main" xmlns="" id="{F00ADA2C-6190-FE97-CDDA-3C9083BBB110}"/>
              </a:ext>
            </a:extLst>
          </p:cNvPr>
          <p:cNvSpPr>
            <a:spLocks noGrp="1" noRot="1" noChangeAspect="1" noChangeArrowheads="1" noTextEdit="1"/>
          </p:cNvSpPr>
          <p:nvPr>
            <p:ph type="sldImg"/>
          </p:nvPr>
        </p:nvSpPr>
        <p:spPr>
          <a:ln/>
        </p:spPr>
      </p:sp>
      <p:sp>
        <p:nvSpPr>
          <p:cNvPr id="36868" name="Espace réservé des commentaires 1">
            <a:extLst>
              <a:ext uri="{FF2B5EF4-FFF2-40B4-BE49-F238E27FC236}">
                <a16:creationId xmlns:a16="http://schemas.microsoft.com/office/drawing/2014/main" xmlns="" id="{3D648084-54E0-B32E-C226-9943ECD5C0ED}"/>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462309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16423E19-15E5-7637-6565-19221F5928D3}"/>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B0ADC942-7D77-407D-8BF5-C503CDBF8ED4}" type="slidenum">
              <a:rPr lang="en-US" altLang="fr-FR" b="0">
                <a:latin typeface="Arial" panose="020B0604020202020204" pitchFamily="34" charset="0"/>
              </a:rPr>
              <a:pPr eaLnBrk="1" hangingPunct="1"/>
              <a:t>18</a:t>
            </a:fld>
            <a:endParaRPr lang="en-US" altLang="fr-FR" b="0">
              <a:latin typeface="Arial" panose="020B0604020202020204" pitchFamily="34" charset="0"/>
            </a:endParaRPr>
          </a:p>
        </p:txBody>
      </p:sp>
      <p:sp>
        <p:nvSpPr>
          <p:cNvPr id="37891" name="Rectangle 2">
            <a:extLst>
              <a:ext uri="{FF2B5EF4-FFF2-40B4-BE49-F238E27FC236}">
                <a16:creationId xmlns:a16="http://schemas.microsoft.com/office/drawing/2014/main" xmlns="" id="{54E150E4-CBE9-E850-6EE9-1BB77D460640}"/>
              </a:ext>
            </a:extLst>
          </p:cNvPr>
          <p:cNvSpPr>
            <a:spLocks noGrp="1" noRot="1" noChangeAspect="1" noChangeArrowheads="1" noTextEdit="1"/>
          </p:cNvSpPr>
          <p:nvPr>
            <p:ph type="sldImg"/>
          </p:nvPr>
        </p:nvSpPr>
        <p:spPr>
          <a:ln/>
        </p:spPr>
      </p:sp>
      <p:sp>
        <p:nvSpPr>
          <p:cNvPr id="37892" name="Espace réservé des commentaires 1">
            <a:extLst>
              <a:ext uri="{FF2B5EF4-FFF2-40B4-BE49-F238E27FC236}">
                <a16:creationId xmlns:a16="http://schemas.microsoft.com/office/drawing/2014/main" xmlns="" id="{4F37F41A-430C-C6DB-7C4D-4F3773B594C0}"/>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421186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73588F68-D44C-0AD7-875D-AE8E7DFB4ECE}"/>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AFD6CFAF-33E0-4DE6-8209-4211B89B4825}" type="slidenum">
              <a:rPr lang="en-US" altLang="fr-FR" b="0">
                <a:latin typeface="Arial" panose="020B0604020202020204" pitchFamily="34" charset="0"/>
              </a:rPr>
              <a:pPr eaLnBrk="1" hangingPunct="1"/>
              <a:t>19</a:t>
            </a:fld>
            <a:endParaRPr lang="en-US" altLang="fr-FR" b="0">
              <a:latin typeface="Arial" panose="020B0604020202020204" pitchFamily="34" charset="0"/>
            </a:endParaRPr>
          </a:p>
        </p:txBody>
      </p:sp>
      <p:sp>
        <p:nvSpPr>
          <p:cNvPr id="38915" name="Rectangle 2">
            <a:extLst>
              <a:ext uri="{FF2B5EF4-FFF2-40B4-BE49-F238E27FC236}">
                <a16:creationId xmlns:a16="http://schemas.microsoft.com/office/drawing/2014/main" xmlns="" id="{22BD3267-2F82-A5F8-8BBC-E08BA14D4589}"/>
              </a:ext>
            </a:extLst>
          </p:cNvPr>
          <p:cNvSpPr>
            <a:spLocks noGrp="1" noRot="1" noChangeAspect="1" noChangeArrowheads="1" noTextEdit="1"/>
          </p:cNvSpPr>
          <p:nvPr>
            <p:ph type="sldImg"/>
          </p:nvPr>
        </p:nvSpPr>
        <p:spPr>
          <a:ln/>
        </p:spPr>
      </p:sp>
      <p:sp>
        <p:nvSpPr>
          <p:cNvPr id="38916" name="Espace réservé des commentaires 1">
            <a:extLst>
              <a:ext uri="{FF2B5EF4-FFF2-40B4-BE49-F238E27FC236}">
                <a16:creationId xmlns:a16="http://schemas.microsoft.com/office/drawing/2014/main" xmlns="" id="{6AC38919-EC2C-C149-5FE4-9DB8E077796E}"/>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342550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07060F32-EF25-5D75-6BC5-72002F165DE5}"/>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6AA5966-1451-4DA8-9B4E-64D98271722B}" type="slidenum">
              <a:rPr lang="en-US" altLang="fr-FR" b="0">
                <a:latin typeface="Arial" panose="020B0604020202020204" pitchFamily="34" charset="0"/>
              </a:rPr>
              <a:pPr eaLnBrk="1" hangingPunct="1"/>
              <a:t>20</a:t>
            </a:fld>
            <a:endParaRPr lang="en-US" altLang="fr-FR" b="0">
              <a:latin typeface="Arial" panose="020B0604020202020204" pitchFamily="34" charset="0"/>
            </a:endParaRPr>
          </a:p>
        </p:txBody>
      </p:sp>
      <p:sp>
        <p:nvSpPr>
          <p:cNvPr id="39939" name="Rectangle 2">
            <a:extLst>
              <a:ext uri="{FF2B5EF4-FFF2-40B4-BE49-F238E27FC236}">
                <a16:creationId xmlns:a16="http://schemas.microsoft.com/office/drawing/2014/main" xmlns="" id="{59A2D2CC-828D-E0DF-5BC6-F254F7C1846A}"/>
              </a:ext>
            </a:extLst>
          </p:cNvPr>
          <p:cNvSpPr>
            <a:spLocks noGrp="1" noRot="1" noChangeAspect="1" noChangeArrowheads="1" noTextEdit="1"/>
          </p:cNvSpPr>
          <p:nvPr>
            <p:ph type="sldImg"/>
          </p:nvPr>
        </p:nvSpPr>
        <p:spPr>
          <a:ln/>
        </p:spPr>
      </p:sp>
      <p:sp>
        <p:nvSpPr>
          <p:cNvPr id="39940" name="Espace réservé des commentaires 1">
            <a:extLst>
              <a:ext uri="{FF2B5EF4-FFF2-40B4-BE49-F238E27FC236}">
                <a16:creationId xmlns:a16="http://schemas.microsoft.com/office/drawing/2014/main" xmlns="" id="{53338735-CDA4-0929-74C7-994BE5BF4C93}"/>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283662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52A4987-76E3-E6D4-5F01-F6628FF928EA}"/>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35B404A-F112-4790-98EE-0E2FC551513A}" type="slidenum">
              <a:rPr lang="en-US" altLang="fr-FR" b="0">
                <a:latin typeface="Arial" panose="020B0604020202020204" pitchFamily="34" charset="0"/>
              </a:rPr>
              <a:pPr eaLnBrk="1" hangingPunct="1"/>
              <a:t>21</a:t>
            </a:fld>
            <a:endParaRPr lang="en-US" altLang="fr-FR" b="0">
              <a:latin typeface="Arial" panose="020B0604020202020204" pitchFamily="34" charset="0"/>
            </a:endParaRPr>
          </a:p>
        </p:txBody>
      </p:sp>
      <p:sp>
        <p:nvSpPr>
          <p:cNvPr id="40963" name="Rectangle 2">
            <a:extLst>
              <a:ext uri="{FF2B5EF4-FFF2-40B4-BE49-F238E27FC236}">
                <a16:creationId xmlns:a16="http://schemas.microsoft.com/office/drawing/2014/main" xmlns="" id="{5F24A242-6F18-71D2-7858-F05043702736}"/>
              </a:ext>
            </a:extLst>
          </p:cNvPr>
          <p:cNvSpPr>
            <a:spLocks noGrp="1" noRot="1" noChangeAspect="1" noChangeArrowheads="1" noTextEdit="1"/>
          </p:cNvSpPr>
          <p:nvPr>
            <p:ph type="sldImg"/>
          </p:nvPr>
        </p:nvSpPr>
        <p:spPr>
          <a:ln/>
        </p:spPr>
      </p:sp>
      <p:sp>
        <p:nvSpPr>
          <p:cNvPr id="40964" name="Espace réservé des commentaires 1">
            <a:extLst>
              <a:ext uri="{FF2B5EF4-FFF2-40B4-BE49-F238E27FC236}">
                <a16:creationId xmlns:a16="http://schemas.microsoft.com/office/drawing/2014/main" xmlns="" id="{3BC9CA7B-361D-3995-4229-7A4CA5F9E08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6000097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7E365C59-B768-D371-11A9-DEA13378E5AA}"/>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9755CC67-0403-4C65-956E-D2F5C648E028}" type="slidenum">
              <a:rPr lang="en-US" altLang="fr-FR" b="0">
                <a:latin typeface="Arial" panose="020B0604020202020204" pitchFamily="34" charset="0"/>
              </a:rPr>
              <a:pPr eaLnBrk="1" hangingPunct="1"/>
              <a:t>22</a:t>
            </a:fld>
            <a:endParaRPr lang="en-US" altLang="fr-FR" b="0">
              <a:latin typeface="Arial" panose="020B0604020202020204" pitchFamily="34" charset="0"/>
            </a:endParaRPr>
          </a:p>
        </p:txBody>
      </p:sp>
      <p:sp>
        <p:nvSpPr>
          <p:cNvPr id="41987" name="Rectangle 2">
            <a:extLst>
              <a:ext uri="{FF2B5EF4-FFF2-40B4-BE49-F238E27FC236}">
                <a16:creationId xmlns:a16="http://schemas.microsoft.com/office/drawing/2014/main" xmlns="" id="{3600ACB1-2848-F58C-76FA-0C25930F5883}"/>
              </a:ext>
            </a:extLst>
          </p:cNvPr>
          <p:cNvSpPr>
            <a:spLocks noGrp="1" noRot="1" noChangeAspect="1" noChangeArrowheads="1" noTextEdit="1"/>
          </p:cNvSpPr>
          <p:nvPr>
            <p:ph type="sldImg"/>
          </p:nvPr>
        </p:nvSpPr>
        <p:spPr>
          <a:ln/>
        </p:spPr>
      </p:sp>
      <p:sp>
        <p:nvSpPr>
          <p:cNvPr id="41988" name="Espace réservé des commentaires 1">
            <a:extLst>
              <a:ext uri="{FF2B5EF4-FFF2-40B4-BE49-F238E27FC236}">
                <a16:creationId xmlns:a16="http://schemas.microsoft.com/office/drawing/2014/main" xmlns="" id="{8922B497-EDEC-1CEB-ED2F-A94120337982}"/>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0818828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AD84F5A-EB04-4786-655B-E52DAE826AA5}"/>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6C0E6355-4EF5-4736-9B59-A036D8A42D0E}" type="slidenum">
              <a:rPr lang="en-US" altLang="fr-FR" b="0">
                <a:latin typeface="Arial" panose="020B0604020202020204" pitchFamily="34" charset="0"/>
              </a:rPr>
              <a:pPr eaLnBrk="1" hangingPunct="1"/>
              <a:t>23</a:t>
            </a:fld>
            <a:endParaRPr lang="en-US" altLang="fr-FR" b="0">
              <a:latin typeface="Arial" panose="020B0604020202020204" pitchFamily="34" charset="0"/>
            </a:endParaRPr>
          </a:p>
        </p:txBody>
      </p:sp>
      <p:sp>
        <p:nvSpPr>
          <p:cNvPr id="43011" name="Rectangle 2">
            <a:extLst>
              <a:ext uri="{FF2B5EF4-FFF2-40B4-BE49-F238E27FC236}">
                <a16:creationId xmlns:a16="http://schemas.microsoft.com/office/drawing/2014/main" xmlns="" id="{945AF809-689A-AE79-2DA5-5189EB79AF6A}"/>
              </a:ext>
            </a:extLst>
          </p:cNvPr>
          <p:cNvSpPr>
            <a:spLocks noGrp="1" noRot="1" noChangeAspect="1" noChangeArrowheads="1" noTextEdit="1"/>
          </p:cNvSpPr>
          <p:nvPr>
            <p:ph type="sldImg"/>
          </p:nvPr>
        </p:nvSpPr>
        <p:spPr>
          <a:ln/>
        </p:spPr>
      </p:sp>
      <p:sp>
        <p:nvSpPr>
          <p:cNvPr id="43012" name="Espace réservé des commentaires 1">
            <a:extLst>
              <a:ext uri="{FF2B5EF4-FFF2-40B4-BE49-F238E27FC236}">
                <a16:creationId xmlns:a16="http://schemas.microsoft.com/office/drawing/2014/main" xmlns="" id="{7F186C75-79A6-A840-BBE9-F8F8B154701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6442525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7">
            <a:extLst>
              <a:ext uri="{FF2B5EF4-FFF2-40B4-BE49-F238E27FC236}">
                <a16:creationId xmlns:a16="http://schemas.microsoft.com/office/drawing/2014/main" xmlns="" id="{0B29721B-6108-7E40-650D-0A234B1B3643}"/>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EB9D879-3131-41BD-968A-29471C9E7BCD}" type="slidenum">
              <a:rPr lang="en-US" altLang="fr-FR" b="0">
                <a:latin typeface="Arial" panose="020B0604020202020204" pitchFamily="34" charset="0"/>
              </a:rPr>
              <a:pPr eaLnBrk="1" hangingPunct="1"/>
              <a:t>24</a:t>
            </a:fld>
            <a:endParaRPr lang="en-US" altLang="fr-FR" b="0">
              <a:latin typeface="Arial" panose="020B0604020202020204" pitchFamily="34" charset="0"/>
            </a:endParaRPr>
          </a:p>
        </p:txBody>
      </p:sp>
      <p:sp>
        <p:nvSpPr>
          <p:cNvPr id="44035" name="Rectangle 2">
            <a:extLst>
              <a:ext uri="{FF2B5EF4-FFF2-40B4-BE49-F238E27FC236}">
                <a16:creationId xmlns:a16="http://schemas.microsoft.com/office/drawing/2014/main" xmlns="" id="{9F3CA0A6-628B-DEB7-53DE-3715EB29BC4B}"/>
              </a:ext>
            </a:extLst>
          </p:cNvPr>
          <p:cNvSpPr>
            <a:spLocks noGrp="1" noRot="1" noChangeAspect="1" noChangeArrowheads="1" noTextEdit="1"/>
          </p:cNvSpPr>
          <p:nvPr>
            <p:ph type="sldImg"/>
          </p:nvPr>
        </p:nvSpPr>
        <p:spPr>
          <a:xfrm>
            <a:off x="3943350" y="76200"/>
            <a:ext cx="3370263" cy="1897063"/>
          </a:xfrm>
          <a:ln/>
        </p:spPr>
      </p:sp>
      <p:sp>
        <p:nvSpPr>
          <p:cNvPr id="777222" name="Line 6">
            <a:extLst>
              <a:ext uri="{FF2B5EF4-FFF2-40B4-BE49-F238E27FC236}">
                <a16:creationId xmlns:a16="http://schemas.microsoft.com/office/drawing/2014/main" xmlns="" id="{6D6F086F-0B62-D016-93ED-0DFB71F6E8E3}"/>
              </a:ext>
            </a:extLst>
          </p:cNvPr>
          <p:cNvSpPr>
            <a:spLocks noChangeShapeType="1"/>
          </p:cNvSpPr>
          <p:nvPr/>
        </p:nvSpPr>
        <p:spPr bwMode="auto">
          <a:xfrm>
            <a:off x="369888" y="8567738"/>
            <a:ext cx="6126162"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777223" name="Line 7">
            <a:extLst>
              <a:ext uri="{FF2B5EF4-FFF2-40B4-BE49-F238E27FC236}">
                <a16:creationId xmlns:a16="http://schemas.microsoft.com/office/drawing/2014/main" xmlns="" id="{44ADD204-7E24-45BF-8504-C07BC6BF0086}"/>
              </a:ext>
            </a:extLst>
          </p:cNvPr>
          <p:cNvSpPr>
            <a:spLocks noChangeShapeType="1"/>
          </p:cNvSpPr>
          <p:nvPr/>
        </p:nvSpPr>
        <p:spPr bwMode="auto">
          <a:xfrm>
            <a:off x="368300" y="9029700"/>
            <a:ext cx="6146800"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44038" name="Espace réservé des commentaires 1">
            <a:extLst>
              <a:ext uri="{FF2B5EF4-FFF2-40B4-BE49-F238E27FC236}">
                <a16:creationId xmlns:a16="http://schemas.microsoft.com/office/drawing/2014/main" xmlns="" id="{820A5B84-F6ED-B090-3162-1969BB512E3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040448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3515000C-CD9B-431C-85DB-58D8C8063784}"/>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6EE18A9-9711-4F7A-A9BE-1B9E85246BDF}" type="slidenum">
              <a:rPr lang="en-US" altLang="fr-FR" b="0">
                <a:solidFill>
                  <a:srgbClr val="000000"/>
                </a:solidFill>
                <a:latin typeface="Arial" panose="020B0604020202020204" pitchFamily="34" charset="0"/>
              </a:rPr>
              <a:pPr eaLnBrk="1" hangingPunct="1"/>
              <a:t>25</a:t>
            </a:fld>
            <a:endParaRPr lang="en-US" altLang="fr-FR" b="0">
              <a:solidFill>
                <a:srgbClr val="000000"/>
              </a:solidFill>
              <a:latin typeface="Arial" panose="020B0604020202020204" pitchFamily="34" charset="0"/>
            </a:endParaRPr>
          </a:p>
        </p:txBody>
      </p:sp>
      <p:sp>
        <p:nvSpPr>
          <p:cNvPr id="33795" name="Rectangle 2">
            <a:extLst>
              <a:ext uri="{FF2B5EF4-FFF2-40B4-BE49-F238E27FC236}">
                <a16:creationId xmlns:a16="http://schemas.microsoft.com/office/drawing/2014/main" xmlns="" id="{B2AF246D-762F-A2CD-03DC-B609FEEBD05B}"/>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40328442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7">
            <a:extLst>
              <a:ext uri="{FF2B5EF4-FFF2-40B4-BE49-F238E27FC236}">
                <a16:creationId xmlns:a16="http://schemas.microsoft.com/office/drawing/2014/main" xmlns="" id="{FE905581-E81B-C8DC-97B8-817674DDC205}"/>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11A2110-415C-4E84-90DC-991683E91611}" type="slidenum">
              <a:rPr lang="en-US" altLang="fr-FR" b="0">
                <a:latin typeface="Arial" panose="020B0604020202020204" pitchFamily="34" charset="0"/>
              </a:rPr>
              <a:pPr eaLnBrk="1" hangingPunct="1"/>
              <a:t>26</a:t>
            </a:fld>
            <a:endParaRPr lang="en-US" altLang="fr-FR" b="0">
              <a:latin typeface="Arial" panose="020B0604020202020204" pitchFamily="34" charset="0"/>
            </a:endParaRPr>
          </a:p>
        </p:txBody>
      </p:sp>
      <p:sp>
        <p:nvSpPr>
          <p:cNvPr id="34819" name="Rectangle 2">
            <a:extLst>
              <a:ext uri="{FF2B5EF4-FFF2-40B4-BE49-F238E27FC236}">
                <a16:creationId xmlns:a16="http://schemas.microsoft.com/office/drawing/2014/main" xmlns="" id="{1346F479-8626-01D6-CD3B-883B79061630}"/>
              </a:ext>
            </a:extLst>
          </p:cNvPr>
          <p:cNvSpPr>
            <a:spLocks noGrp="1" noRot="1" noChangeAspect="1" noChangeArrowheads="1" noTextEdit="1"/>
          </p:cNvSpPr>
          <p:nvPr>
            <p:ph type="sldImg"/>
          </p:nvPr>
        </p:nvSpPr>
        <p:spPr>
          <a:ln/>
        </p:spPr>
      </p:sp>
      <p:sp>
        <p:nvSpPr>
          <p:cNvPr id="34820" name="Espace réservé des commentaires 1">
            <a:extLst>
              <a:ext uri="{FF2B5EF4-FFF2-40B4-BE49-F238E27FC236}">
                <a16:creationId xmlns:a16="http://schemas.microsoft.com/office/drawing/2014/main" xmlns="" id="{2BD234A9-0E21-66EC-CE58-F35F5E502FEE}"/>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0694343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6B17DD4-390E-329E-627B-7C430028388F}"/>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8374FBE-69A2-408F-982A-70E5A2EFFCB5}" type="slidenum">
              <a:rPr lang="en-US" altLang="fr-FR" b="0">
                <a:latin typeface="Arial" panose="020B0604020202020204" pitchFamily="34" charset="0"/>
              </a:rPr>
              <a:pPr eaLnBrk="1" hangingPunct="1"/>
              <a:t>27</a:t>
            </a:fld>
            <a:endParaRPr lang="en-US" altLang="fr-FR" b="0">
              <a:latin typeface="Arial" panose="020B0604020202020204" pitchFamily="34" charset="0"/>
            </a:endParaRPr>
          </a:p>
        </p:txBody>
      </p:sp>
      <p:sp>
        <p:nvSpPr>
          <p:cNvPr id="35843" name="Rectangle 2">
            <a:extLst>
              <a:ext uri="{FF2B5EF4-FFF2-40B4-BE49-F238E27FC236}">
                <a16:creationId xmlns:a16="http://schemas.microsoft.com/office/drawing/2014/main" xmlns="" id="{236106A5-381D-A99C-321F-CA1E78F50207}"/>
              </a:ext>
            </a:extLst>
          </p:cNvPr>
          <p:cNvSpPr>
            <a:spLocks noGrp="1" noRot="1" noChangeAspect="1" noChangeArrowheads="1" noTextEdit="1"/>
          </p:cNvSpPr>
          <p:nvPr>
            <p:ph type="sldImg"/>
          </p:nvPr>
        </p:nvSpPr>
        <p:spPr>
          <a:ln/>
        </p:spPr>
      </p:sp>
      <p:sp>
        <p:nvSpPr>
          <p:cNvPr id="35844" name="Espace réservé des commentaires 1">
            <a:extLst>
              <a:ext uri="{FF2B5EF4-FFF2-40B4-BE49-F238E27FC236}">
                <a16:creationId xmlns:a16="http://schemas.microsoft.com/office/drawing/2014/main" xmlns="" id="{29EE9A11-86E1-A35C-184D-672DD9F4643C}"/>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510540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EEAF5897-34F9-DFBE-4FF2-65C6681EAC86}"/>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C609A86-45E7-4421-ADFD-B47DE29246C1}" type="slidenum">
              <a:rPr lang="en-US" altLang="fr-FR" b="0">
                <a:latin typeface="Arial" panose="020B0604020202020204" pitchFamily="34" charset="0"/>
              </a:rPr>
              <a:pPr eaLnBrk="1" hangingPunct="1"/>
              <a:t>28</a:t>
            </a:fld>
            <a:endParaRPr lang="en-US" altLang="fr-FR" b="0">
              <a:latin typeface="Arial" panose="020B0604020202020204" pitchFamily="34" charset="0"/>
            </a:endParaRPr>
          </a:p>
        </p:txBody>
      </p:sp>
      <p:sp>
        <p:nvSpPr>
          <p:cNvPr id="36867" name="Rectangle 2">
            <a:extLst>
              <a:ext uri="{FF2B5EF4-FFF2-40B4-BE49-F238E27FC236}">
                <a16:creationId xmlns:a16="http://schemas.microsoft.com/office/drawing/2014/main" xmlns="" id="{69A4475B-1ED4-4250-E14A-036EAE31A61C}"/>
              </a:ext>
            </a:extLst>
          </p:cNvPr>
          <p:cNvSpPr>
            <a:spLocks noGrp="1" noRot="1" noChangeAspect="1" noChangeArrowheads="1" noTextEdit="1"/>
          </p:cNvSpPr>
          <p:nvPr>
            <p:ph type="sldImg"/>
          </p:nvPr>
        </p:nvSpPr>
        <p:spPr>
          <a:ln/>
        </p:spPr>
      </p:sp>
      <p:sp>
        <p:nvSpPr>
          <p:cNvPr id="36868" name="Espace réservé des commentaires 1">
            <a:extLst>
              <a:ext uri="{FF2B5EF4-FFF2-40B4-BE49-F238E27FC236}">
                <a16:creationId xmlns:a16="http://schemas.microsoft.com/office/drawing/2014/main" xmlns="" id="{D0B9127A-A867-5D6F-46CB-87CC80B2BE00}"/>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27120958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2DC704BF-E4A2-AB86-CDA9-E447F99B40F2}"/>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85BA98B3-569B-4A5F-B086-583111DB061E}" type="slidenum">
              <a:rPr lang="en-US" altLang="fr-FR" b="0">
                <a:latin typeface="Arial" panose="020B0604020202020204" pitchFamily="34" charset="0"/>
              </a:rPr>
              <a:pPr eaLnBrk="1" hangingPunct="1"/>
              <a:t>29</a:t>
            </a:fld>
            <a:endParaRPr lang="en-US" altLang="fr-FR" b="0">
              <a:latin typeface="Arial" panose="020B0604020202020204" pitchFamily="34" charset="0"/>
            </a:endParaRPr>
          </a:p>
        </p:txBody>
      </p:sp>
      <p:sp>
        <p:nvSpPr>
          <p:cNvPr id="37891" name="Rectangle 2">
            <a:extLst>
              <a:ext uri="{FF2B5EF4-FFF2-40B4-BE49-F238E27FC236}">
                <a16:creationId xmlns:a16="http://schemas.microsoft.com/office/drawing/2014/main" xmlns="" id="{DE01C955-BB74-9C06-7A41-5C4EB06943BE}"/>
              </a:ext>
            </a:extLst>
          </p:cNvPr>
          <p:cNvSpPr>
            <a:spLocks noGrp="1" noRot="1" noChangeAspect="1" noChangeArrowheads="1" noTextEdit="1"/>
          </p:cNvSpPr>
          <p:nvPr>
            <p:ph type="sldImg"/>
          </p:nvPr>
        </p:nvSpPr>
        <p:spPr>
          <a:ln/>
        </p:spPr>
      </p:sp>
      <p:sp>
        <p:nvSpPr>
          <p:cNvPr id="37892" name="Espace réservé des commentaires 1">
            <a:extLst>
              <a:ext uri="{FF2B5EF4-FFF2-40B4-BE49-F238E27FC236}">
                <a16:creationId xmlns:a16="http://schemas.microsoft.com/office/drawing/2014/main" xmlns="" id="{BA94A543-F812-A043-2292-EB64722EB06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9433698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F93465CC-49D3-3CEC-0D11-2E7751BF18E6}"/>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1CCA7B3-7B2E-41E3-B11E-3805D1DB8588}" type="slidenum">
              <a:rPr lang="en-US" altLang="fr-FR" b="0">
                <a:latin typeface="Arial" panose="020B0604020202020204" pitchFamily="34" charset="0"/>
              </a:rPr>
              <a:pPr eaLnBrk="1" hangingPunct="1"/>
              <a:t>30</a:t>
            </a:fld>
            <a:endParaRPr lang="en-US" altLang="fr-FR" b="0">
              <a:latin typeface="Arial" panose="020B0604020202020204" pitchFamily="34" charset="0"/>
            </a:endParaRPr>
          </a:p>
        </p:txBody>
      </p:sp>
      <p:sp>
        <p:nvSpPr>
          <p:cNvPr id="38915" name="Rectangle 2">
            <a:extLst>
              <a:ext uri="{FF2B5EF4-FFF2-40B4-BE49-F238E27FC236}">
                <a16:creationId xmlns:a16="http://schemas.microsoft.com/office/drawing/2014/main" xmlns="" id="{E5B3705B-E2B5-D3B9-6507-6542D35C5C23}"/>
              </a:ext>
            </a:extLst>
          </p:cNvPr>
          <p:cNvSpPr>
            <a:spLocks noGrp="1" noRot="1" noChangeAspect="1" noChangeArrowheads="1" noTextEdit="1"/>
          </p:cNvSpPr>
          <p:nvPr>
            <p:ph type="sldImg"/>
          </p:nvPr>
        </p:nvSpPr>
        <p:spPr>
          <a:ln/>
        </p:spPr>
      </p:sp>
      <p:sp>
        <p:nvSpPr>
          <p:cNvPr id="38916" name="Espace réservé des commentaires 1">
            <a:extLst>
              <a:ext uri="{FF2B5EF4-FFF2-40B4-BE49-F238E27FC236}">
                <a16:creationId xmlns:a16="http://schemas.microsoft.com/office/drawing/2014/main" xmlns="" id="{FBB4C3B5-489B-3249-BD4F-248F33A6418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41937175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57CE89A0-12F9-4423-B1A4-6C3CD7076D78}"/>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642C76DD-4770-43CE-BEA3-7AB1FE5AD985}" type="slidenum">
              <a:rPr lang="en-US" altLang="fr-FR" b="0">
                <a:latin typeface="Arial" panose="020B0604020202020204" pitchFamily="34" charset="0"/>
              </a:rPr>
              <a:pPr eaLnBrk="1" hangingPunct="1"/>
              <a:t>31</a:t>
            </a:fld>
            <a:endParaRPr lang="en-US" altLang="fr-FR" b="0">
              <a:latin typeface="Arial" panose="020B0604020202020204" pitchFamily="34" charset="0"/>
            </a:endParaRPr>
          </a:p>
        </p:txBody>
      </p:sp>
      <p:sp>
        <p:nvSpPr>
          <p:cNvPr id="39939" name="Rectangle 2">
            <a:extLst>
              <a:ext uri="{FF2B5EF4-FFF2-40B4-BE49-F238E27FC236}">
                <a16:creationId xmlns:a16="http://schemas.microsoft.com/office/drawing/2014/main" xmlns="" id="{F607B086-3C7F-F44D-A250-1A1AA86B0F7B}"/>
              </a:ext>
            </a:extLst>
          </p:cNvPr>
          <p:cNvSpPr>
            <a:spLocks noGrp="1" noRot="1" noChangeAspect="1" noChangeArrowheads="1" noTextEdit="1"/>
          </p:cNvSpPr>
          <p:nvPr>
            <p:ph type="sldImg"/>
          </p:nvPr>
        </p:nvSpPr>
        <p:spPr>
          <a:ln/>
        </p:spPr>
      </p:sp>
      <p:sp>
        <p:nvSpPr>
          <p:cNvPr id="39940" name="Espace réservé des commentaires 1">
            <a:extLst>
              <a:ext uri="{FF2B5EF4-FFF2-40B4-BE49-F238E27FC236}">
                <a16:creationId xmlns:a16="http://schemas.microsoft.com/office/drawing/2014/main" xmlns="" id="{0E3F01B3-790F-64E7-E1CD-8798FB28D63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2256988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6315CDAC-6AEC-7344-8B80-E3227C231827}"/>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3643598-A5B6-4115-A416-66694355918E}" type="slidenum">
              <a:rPr lang="en-US" altLang="fr-FR" b="0">
                <a:latin typeface="Arial" panose="020B0604020202020204" pitchFamily="34" charset="0"/>
              </a:rPr>
              <a:pPr eaLnBrk="1" hangingPunct="1"/>
              <a:t>32</a:t>
            </a:fld>
            <a:endParaRPr lang="en-US" altLang="fr-FR" b="0">
              <a:latin typeface="Arial" panose="020B0604020202020204" pitchFamily="34" charset="0"/>
            </a:endParaRPr>
          </a:p>
        </p:txBody>
      </p:sp>
      <p:sp>
        <p:nvSpPr>
          <p:cNvPr id="40963" name="Rectangle 2">
            <a:extLst>
              <a:ext uri="{FF2B5EF4-FFF2-40B4-BE49-F238E27FC236}">
                <a16:creationId xmlns:a16="http://schemas.microsoft.com/office/drawing/2014/main" xmlns="" id="{68297647-AD1C-A790-D66D-FC4178BE7B70}"/>
              </a:ext>
            </a:extLst>
          </p:cNvPr>
          <p:cNvSpPr>
            <a:spLocks noGrp="1" noRot="1" noChangeAspect="1" noChangeArrowheads="1" noTextEdit="1"/>
          </p:cNvSpPr>
          <p:nvPr>
            <p:ph type="sldImg"/>
          </p:nvPr>
        </p:nvSpPr>
        <p:spPr>
          <a:ln/>
        </p:spPr>
      </p:sp>
      <p:sp>
        <p:nvSpPr>
          <p:cNvPr id="40964" name="Espace réservé des commentaires 1">
            <a:extLst>
              <a:ext uri="{FF2B5EF4-FFF2-40B4-BE49-F238E27FC236}">
                <a16:creationId xmlns:a16="http://schemas.microsoft.com/office/drawing/2014/main" xmlns="" id="{89B7C890-01E8-1214-0D40-ED0DF14779CF}"/>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5584469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xmlns="" id="{B35669D8-2FEC-0FA8-2714-A9F66E10E535}"/>
              </a:ext>
            </a:extLst>
          </p:cNvPr>
          <p:cNvSpPr>
            <a:spLocks noGrp="1" noRot="1" noChangeAspect="1" noChangeArrowheads="1" noTextEdit="1"/>
          </p:cNvSpPr>
          <p:nvPr>
            <p:ph type="sldImg"/>
          </p:nvPr>
        </p:nvSpPr>
        <p:spPr>
          <a:ln/>
        </p:spPr>
      </p:sp>
      <p:sp>
        <p:nvSpPr>
          <p:cNvPr id="41987" name="Espace réservé des commentaires 1">
            <a:extLst>
              <a:ext uri="{FF2B5EF4-FFF2-40B4-BE49-F238E27FC236}">
                <a16:creationId xmlns:a16="http://schemas.microsoft.com/office/drawing/2014/main" xmlns="" id="{E206C05A-3D21-CDE4-25E4-81A23F98384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5594243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xmlns="" id="{E1344C44-F7FF-9E01-1F1E-73F96682E8F3}"/>
              </a:ext>
            </a:extLst>
          </p:cNvPr>
          <p:cNvSpPr>
            <a:spLocks noGrp="1" noRot="1" noChangeAspect="1" noChangeArrowheads="1" noTextEdit="1"/>
          </p:cNvSpPr>
          <p:nvPr>
            <p:ph type="sldImg"/>
          </p:nvPr>
        </p:nvSpPr>
        <p:spPr>
          <a:ln/>
        </p:spPr>
      </p:sp>
      <p:sp>
        <p:nvSpPr>
          <p:cNvPr id="43011" name="Espace réservé des commentaires 1">
            <a:extLst>
              <a:ext uri="{FF2B5EF4-FFF2-40B4-BE49-F238E27FC236}">
                <a16:creationId xmlns:a16="http://schemas.microsoft.com/office/drawing/2014/main" xmlns="" id="{3FFA1CDB-7FD8-2DA6-88E5-843A1ED65A6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5382190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xmlns="" id="{6F6F0EB3-6C52-3FC8-FBF6-85323B234CD9}"/>
              </a:ext>
            </a:extLst>
          </p:cNvPr>
          <p:cNvSpPr>
            <a:spLocks noGrp="1" noRot="1" noChangeAspect="1" noChangeArrowheads="1" noTextEdit="1"/>
          </p:cNvSpPr>
          <p:nvPr>
            <p:ph type="sldImg"/>
          </p:nvPr>
        </p:nvSpPr>
        <p:spPr>
          <a:ln/>
        </p:spPr>
      </p:sp>
      <p:sp>
        <p:nvSpPr>
          <p:cNvPr id="44035" name="Espace réservé des commentaires 1">
            <a:extLst>
              <a:ext uri="{FF2B5EF4-FFF2-40B4-BE49-F238E27FC236}">
                <a16:creationId xmlns:a16="http://schemas.microsoft.com/office/drawing/2014/main" xmlns="" id="{6D4F0EDA-9B7D-36CA-762F-8197755ACFC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403312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xmlns="" id="{2BC21223-93F0-F024-A3AB-D430E03DB598}"/>
              </a:ext>
            </a:extLst>
          </p:cNvPr>
          <p:cNvSpPr>
            <a:spLocks noGrp="1" noRot="1" noChangeAspect="1" noChangeArrowheads="1" noTextEdit="1"/>
          </p:cNvSpPr>
          <p:nvPr>
            <p:ph type="sldImg"/>
          </p:nvPr>
        </p:nvSpPr>
        <p:spPr>
          <a:ln/>
        </p:spPr>
      </p:sp>
      <p:sp>
        <p:nvSpPr>
          <p:cNvPr id="45059" name="Espace réservé des commentaires 1">
            <a:extLst>
              <a:ext uri="{FF2B5EF4-FFF2-40B4-BE49-F238E27FC236}">
                <a16:creationId xmlns:a16="http://schemas.microsoft.com/office/drawing/2014/main" xmlns="" id="{D434DE48-FFDF-CD6A-277C-66CB4AD6537E}"/>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7050152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xmlns="" id="{68643DFA-5C60-2761-7033-0674EAC0D11D}"/>
              </a:ext>
            </a:extLst>
          </p:cNvPr>
          <p:cNvSpPr>
            <a:spLocks noGrp="1" noRot="1" noChangeAspect="1" noChangeArrowheads="1" noTextEdit="1"/>
          </p:cNvSpPr>
          <p:nvPr>
            <p:ph type="sldImg"/>
          </p:nvPr>
        </p:nvSpPr>
        <p:spPr>
          <a:ln/>
        </p:spPr>
      </p:sp>
      <p:sp>
        <p:nvSpPr>
          <p:cNvPr id="46083" name="Espace réservé des commentaires 1">
            <a:extLst>
              <a:ext uri="{FF2B5EF4-FFF2-40B4-BE49-F238E27FC236}">
                <a16:creationId xmlns:a16="http://schemas.microsoft.com/office/drawing/2014/main" xmlns="" id="{7874AECE-9C91-E267-AF09-9175B1CD5462}"/>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6844169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CDDFDCE7-A3AE-DC4D-7D18-5D155B6E136F}"/>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82265A6-CA88-479C-9E2F-A3CE089D666D}" type="slidenum">
              <a:rPr lang="en-US" altLang="fr-FR" b="0">
                <a:latin typeface="Arial" panose="020B0604020202020204" pitchFamily="34" charset="0"/>
              </a:rPr>
              <a:pPr eaLnBrk="1" hangingPunct="1"/>
              <a:t>38</a:t>
            </a:fld>
            <a:endParaRPr lang="en-US" altLang="fr-FR" b="0">
              <a:latin typeface="Arial" panose="020B0604020202020204" pitchFamily="34" charset="0"/>
            </a:endParaRPr>
          </a:p>
        </p:txBody>
      </p:sp>
      <p:sp>
        <p:nvSpPr>
          <p:cNvPr id="47107" name="Rectangle 2">
            <a:extLst>
              <a:ext uri="{FF2B5EF4-FFF2-40B4-BE49-F238E27FC236}">
                <a16:creationId xmlns:a16="http://schemas.microsoft.com/office/drawing/2014/main" xmlns="" id="{207621BE-B6DF-58D8-2A1E-1950CC113F8B}"/>
              </a:ext>
            </a:extLst>
          </p:cNvPr>
          <p:cNvSpPr>
            <a:spLocks noGrp="1" noRot="1" noChangeAspect="1" noChangeArrowheads="1" noTextEdit="1"/>
          </p:cNvSpPr>
          <p:nvPr>
            <p:ph type="sldImg"/>
          </p:nvPr>
        </p:nvSpPr>
        <p:spPr>
          <a:ln/>
        </p:spPr>
      </p:sp>
      <p:sp>
        <p:nvSpPr>
          <p:cNvPr id="47108" name="Espace réservé des commentaires 1">
            <a:extLst>
              <a:ext uri="{FF2B5EF4-FFF2-40B4-BE49-F238E27FC236}">
                <a16:creationId xmlns:a16="http://schemas.microsoft.com/office/drawing/2014/main" xmlns="" id="{B2197EFE-1C73-7985-2218-828D5A6719F8}"/>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3339547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D3134FEE-EA79-26CA-0860-2B5ED45AB883}"/>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21E6F07-C9C9-4AD8-A671-D238CA3E8C9C}" type="slidenum">
              <a:rPr lang="en-US" altLang="fr-FR" b="0">
                <a:latin typeface="Arial" panose="020B0604020202020204" pitchFamily="34" charset="0"/>
              </a:rPr>
              <a:pPr eaLnBrk="1" hangingPunct="1"/>
              <a:t>39</a:t>
            </a:fld>
            <a:endParaRPr lang="en-US" altLang="fr-FR" b="0">
              <a:latin typeface="Arial" panose="020B0604020202020204" pitchFamily="34" charset="0"/>
            </a:endParaRPr>
          </a:p>
        </p:txBody>
      </p:sp>
      <p:sp>
        <p:nvSpPr>
          <p:cNvPr id="48131" name="Rectangle 2">
            <a:extLst>
              <a:ext uri="{FF2B5EF4-FFF2-40B4-BE49-F238E27FC236}">
                <a16:creationId xmlns:a16="http://schemas.microsoft.com/office/drawing/2014/main" xmlns="" id="{8B7A8FD5-AB3A-9A00-2923-356B1620DEEA}"/>
              </a:ext>
            </a:extLst>
          </p:cNvPr>
          <p:cNvSpPr>
            <a:spLocks noGrp="1" noRot="1" noChangeAspect="1" noChangeArrowheads="1" noTextEdit="1"/>
          </p:cNvSpPr>
          <p:nvPr>
            <p:ph type="sldImg"/>
          </p:nvPr>
        </p:nvSpPr>
        <p:spPr>
          <a:ln/>
        </p:spPr>
      </p:sp>
      <p:sp>
        <p:nvSpPr>
          <p:cNvPr id="48132" name="Espace réservé des commentaires 1">
            <a:extLst>
              <a:ext uri="{FF2B5EF4-FFF2-40B4-BE49-F238E27FC236}">
                <a16:creationId xmlns:a16="http://schemas.microsoft.com/office/drawing/2014/main" xmlns="" id="{5C69F60C-F022-970D-0C78-768A0E94E5C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6339851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93FB446B-A3B9-A9FC-6549-B90BCE29D817}"/>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C4B5ABB-51E2-45CC-BB5A-F2B0F91592AF}" type="slidenum">
              <a:rPr lang="en-US" altLang="fr-FR" b="0">
                <a:latin typeface="Arial" panose="020B0604020202020204" pitchFamily="34" charset="0"/>
              </a:rPr>
              <a:pPr eaLnBrk="1" hangingPunct="1"/>
              <a:t>40</a:t>
            </a:fld>
            <a:endParaRPr lang="en-US" altLang="fr-FR" b="0">
              <a:latin typeface="Arial" panose="020B0604020202020204" pitchFamily="34" charset="0"/>
            </a:endParaRPr>
          </a:p>
        </p:txBody>
      </p:sp>
      <p:sp>
        <p:nvSpPr>
          <p:cNvPr id="49155" name="Rectangle 2">
            <a:extLst>
              <a:ext uri="{FF2B5EF4-FFF2-40B4-BE49-F238E27FC236}">
                <a16:creationId xmlns:a16="http://schemas.microsoft.com/office/drawing/2014/main" xmlns="" id="{F052FFFD-6158-57B8-EBCE-55B3AC0EAB97}"/>
              </a:ext>
            </a:extLst>
          </p:cNvPr>
          <p:cNvSpPr>
            <a:spLocks noGrp="1" noRot="1" noChangeAspect="1" noChangeArrowheads="1" noTextEdit="1"/>
          </p:cNvSpPr>
          <p:nvPr>
            <p:ph type="sldImg"/>
          </p:nvPr>
        </p:nvSpPr>
        <p:spPr>
          <a:ln/>
        </p:spPr>
      </p:sp>
      <p:sp>
        <p:nvSpPr>
          <p:cNvPr id="49156" name="Espace réservé des commentaires 1">
            <a:extLst>
              <a:ext uri="{FF2B5EF4-FFF2-40B4-BE49-F238E27FC236}">
                <a16:creationId xmlns:a16="http://schemas.microsoft.com/office/drawing/2014/main" xmlns="" id="{2FA38E61-7E60-2638-8E68-F7DF0B36F7A3}"/>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8295060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E29A161-2878-EF56-D03E-8DBAE5B9F4C2}"/>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53BBDC3-F862-4DD6-BFC0-CD1AEF67735F}" type="slidenum">
              <a:rPr lang="en-US" altLang="fr-FR" b="0">
                <a:latin typeface="Arial" panose="020B0604020202020204" pitchFamily="34" charset="0"/>
              </a:rPr>
              <a:pPr eaLnBrk="1" hangingPunct="1"/>
              <a:t>41</a:t>
            </a:fld>
            <a:endParaRPr lang="en-US" altLang="fr-FR" b="0">
              <a:latin typeface="Arial" panose="020B0604020202020204" pitchFamily="34" charset="0"/>
            </a:endParaRPr>
          </a:p>
        </p:txBody>
      </p:sp>
      <p:sp>
        <p:nvSpPr>
          <p:cNvPr id="50179" name="Rectangle 2">
            <a:extLst>
              <a:ext uri="{FF2B5EF4-FFF2-40B4-BE49-F238E27FC236}">
                <a16:creationId xmlns:a16="http://schemas.microsoft.com/office/drawing/2014/main" xmlns="" id="{40EFA6C5-49B0-5B2F-1148-E18F6BFF1396}"/>
              </a:ext>
            </a:extLst>
          </p:cNvPr>
          <p:cNvSpPr>
            <a:spLocks noGrp="1" noRot="1" noChangeAspect="1" noChangeArrowheads="1" noTextEdit="1"/>
          </p:cNvSpPr>
          <p:nvPr>
            <p:ph type="sldImg"/>
          </p:nvPr>
        </p:nvSpPr>
        <p:spPr>
          <a:ln/>
        </p:spPr>
      </p:sp>
      <p:sp>
        <p:nvSpPr>
          <p:cNvPr id="50180" name="Espace réservé des commentaires 1">
            <a:extLst>
              <a:ext uri="{FF2B5EF4-FFF2-40B4-BE49-F238E27FC236}">
                <a16:creationId xmlns:a16="http://schemas.microsoft.com/office/drawing/2014/main" xmlns="" id="{68BCE5BA-85CC-0B6A-2EEB-A7B0550C5024}"/>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2656138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37804F9-FEE2-3B34-E0F0-6468A6F72A64}"/>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6EA0DBF8-DF7C-47CF-9E6D-430C95741851}" type="slidenum">
              <a:rPr lang="en-US" altLang="fr-FR" b="0">
                <a:latin typeface="Arial" panose="020B0604020202020204" pitchFamily="34" charset="0"/>
              </a:rPr>
              <a:pPr eaLnBrk="1" hangingPunct="1"/>
              <a:t>42</a:t>
            </a:fld>
            <a:endParaRPr lang="en-US" altLang="fr-FR" b="0">
              <a:latin typeface="Arial" panose="020B0604020202020204" pitchFamily="34" charset="0"/>
            </a:endParaRPr>
          </a:p>
        </p:txBody>
      </p:sp>
      <p:sp>
        <p:nvSpPr>
          <p:cNvPr id="51203" name="Rectangle 2">
            <a:extLst>
              <a:ext uri="{FF2B5EF4-FFF2-40B4-BE49-F238E27FC236}">
                <a16:creationId xmlns:a16="http://schemas.microsoft.com/office/drawing/2014/main" xmlns="" id="{7C9CC9D7-DEF2-41EF-F183-EF14EA3C725A}"/>
              </a:ext>
            </a:extLst>
          </p:cNvPr>
          <p:cNvSpPr>
            <a:spLocks noGrp="1" noRot="1" noChangeAspect="1" noChangeArrowheads="1" noTextEdit="1"/>
          </p:cNvSpPr>
          <p:nvPr>
            <p:ph type="sldImg"/>
          </p:nvPr>
        </p:nvSpPr>
        <p:spPr>
          <a:ln/>
        </p:spPr>
      </p:sp>
      <p:sp>
        <p:nvSpPr>
          <p:cNvPr id="51204" name="Espace réservé des commentaires 1">
            <a:extLst>
              <a:ext uri="{FF2B5EF4-FFF2-40B4-BE49-F238E27FC236}">
                <a16:creationId xmlns:a16="http://schemas.microsoft.com/office/drawing/2014/main" xmlns="" id="{20CBDE32-D900-1233-BC37-87609B12C83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9484765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31FE0E6E-9508-1C0D-765A-5DB30DAF8E49}"/>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2562B38A-829C-431E-90F2-445828496BBE}" type="slidenum">
              <a:rPr lang="en-US" altLang="fr-FR" b="0">
                <a:latin typeface="Arial" panose="020B0604020202020204" pitchFamily="34" charset="0"/>
              </a:rPr>
              <a:pPr eaLnBrk="1" hangingPunct="1"/>
              <a:t>43</a:t>
            </a:fld>
            <a:endParaRPr lang="en-US" altLang="fr-FR" b="0">
              <a:latin typeface="Arial" panose="020B0604020202020204" pitchFamily="34" charset="0"/>
            </a:endParaRPr>
          </a:p>
        </p:txBody>
      </p:sp>
      <p:sp>
        <p:nvSpPr>
          <p:cNvPr id="52227" name="Rectangle 2">
            <a:extLst>
              <a:ext uri="{FF2B5EF4-FFF2-40B4-BE49-F238E27FC236}">
                <a16:creationId xmlns:a16="http://schemas.microsoft.com/office/drawing/2014/main" xmlns="" id="{8B9D51AA-CD59-A0EC-F5A5-4E85423D0438}"/>
              </a:ext>
            </a:extLst>
          </p:cNvPr>
          <p:cNvSpPr>
            <a:spLocks noGrp="1" noRot="1" noChangeAspect="1" noChangeArrowheads="1" noTextEdit="1"/>
          </p:cNvSpPr>
          <p:nvPr>
            <p:ph type="sldImg"/>
          </p:nvPr>
        </p:nvSpPr>
        <p:spPr>
          <a:ln/>
        </p:spPr>
      </p:sp>
      <p:sp>
        <p:nvSpPr>
          <p:cNvPr id="52228" name="Espace réservé des commentaires 1">
            <a:extLst>
              <a:ext uri="{FF2B5EF4-FFF2-40B4-BE49-F238E27FC236}">
                <a16:creationId xmlns:a16="http://schemas.microsoft.com/office/drawing/2014/main" xmlns="" id="{F1E17369-8DF6-280E-C5AE-227DB0917216}"/>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0073099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Espace réservé de l'image des diapositives 1">
            <a:extLst>
              <a:ext uri="{FF2B5EF4-FFF2-40B4-BE49-F238E27FC236}">
                <a16:creationId xmlns:a16="http://schemas.microsoft.com/office/drawing/2014/main" xmlns="" id="{7832143C-CD9C-48A3-01E9-FCD0112F62D9}"/>
              </a:ext>
            </a:extLst>
          </p:cNvPr>
          <p:cNvSpPr>
            <a:spLocks noGrp="1" noRot="1" noChangeAspect="1" noTextEdit="1"/>
          </p:cNvSpPr>
          <p:nvPr>
            <p:ph type="sldImg"/>
          </p:nvPr>
        </p:nvSpPr>
        <p:spPr>
          <a:ln/>
        </p:spPr>
      </p:sp>
      <p:sp>
        <p:nvSpPr>
          <p:cNvPr id="53251" name="Espace réservé des commentaires 2">
            <a:extLst>
              <a:ext uri="{FF2B5EF4-FFF2-40B4-BE49-F238E27FC236}">
                <a16:creationId xmlns:a16="http://schemas.microsoft.com/office/drawing/2014/main" xmlns="" id="{9CE8C84D-111C-3D90-E638-8C34767F9B8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3FCA0400-01DA-06BA-86E5-D5B4F969A908}"/>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6D93500-2702-4979-8459-15C6937D0E80}" type="slidenum">
              <a:rPr lang="en-US" altLang="fr-FR" b="0">
                <a:latin typeface="Arial" panose="020B0604020202020204" pitchFamily="34" charset="0"/>
              </a:rPr>
              <a:pPr eaLnBrk="1" hangingPunct="1"/>
              <a:t>44</a:t>
            </a:fld>
            <a:endParaRPr lang="en-US" altLang="fr-FR" b="0">
              <a:latin typeface="Arial" panose="020B0604020202020204" pitchFamily="34" charset="0"/>
            </a:endParaRPr>
          </a:p>
        </p:txBody>
      </p:sp>
    </p:spTree>
    <p:extLst>
      <p:ext uri="{BB962C8B-B14F-4D97-AF65-F5344CB8AC3E}">
        <p14:creationId xmlns:p14="http://schemas.microsoft.com/office/powerpoint/2010/main" val="23331467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xmlns="" id="{226AE172-C7F0-42EA-0C77-033A1A23F335}"/>
              </a:ext>
            </a:extLst>
          </p:cNvPr>
          <p:cNvSpPr>
            <a:spLocks noGrp="1" noRot="1" noChangeAspect="1" noTextEdit="1"/>
          </p:cNvSpPr>
          <p:nvPr>
            <p:ph type="sldImg"/>
          </p:nvPr>
        </p:nvSpPr>
        <p:spPr>
          <a:ln/>
        </p:spPr>
      </p:sp>
      <p:sp>
        <p:nvSpPr>
          <p:cNvPr id="6" name="Slide Number Placeholder 5">
            <a:extLst>
              <a:ext uri="{FF2B5EF4-FFF2-40B4-BE49-F238E27FC236}">
                <a16:creationId xmlns:a16="http://schemas.microsoft.com/office/drawing/2014/main" xmlns="" id="{64104A85-D629-E54C-6E43-B9514A6B053B}"/>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8A77683-91D4-48B6-BF68-51CC59DB5F93}" type="slidenum">
              <a:rPr lang="en-US" altLang="fr-FR" b="0">
                <a:latin typeface="Arial" panose="020B0604020202020204" pitchFamily="34" charset="0"/>
              </a:rPr>
              <a:pPr eaLnBrk="1" hangingPunct="1"/>
              <a:t>45</a:t>
            </a:fld>
            <a:endParaRPr lang="en-US" altLang="fr-FR" b="0">
              <a:latin typeface="Arial" panose="020B0604020202020204" pitchFamily="34" charset="0"/>
            </a:endParaRPr>
          </a:p>
        </p:txBody>
      </p:sp>
      <p:sp>
        <p:nvSpPr>
          <p:cNvPr id="54276" name="Espace réservé des commentaires 1">
            <a:extLst>
              <a:ext uri="{FF2B5EF4-FFF2-40B4-BE49-F238E27FC236}">
                <a16:creationId xmlns:a16="http://schemas.microsoft.com/office/drawing/2014/main" xmlns="" id="{76818D42-6FA9-0A3F-2E86-73C2782B0F2F}"/>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0391757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xmlns="" id="{32CF300E-B124-73D8-F926-A4692D762C97}"/>
              </a:ext>
            </a:extLst>
          </p:cNvPr>
          <p:cNvSpPr>
            <a:spLocks noGrp="1" noRot="1" noChangeAspect="1" noTextEdit="1"/>
          </p:cNvSpPr>
          <p:nvPr>
            <p:ph type="sldImg"/>
          </p:nvPr>
        </p:nvSpPr>
        <p:spPr>
          <a:ln/>
        </p:spPr>
      </p:sp>
      <p:sp>
        <p:nvSpPr>
          <p:cNvPr id="6" name="Slide Number Placeholder 5">
            <a:extLst>
              <a:ext uri="{FF2B5EF4-FFF2-40B4-BE49-F238E27FC236}">
                <a16:creationId xmlns:a16="http://schemas.microsoft.com/office/drawing/2014/main" xmlns="" id="{1EE3F785-14AA-40DC-B77D-A839AB0E69B1}"/>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72E8816-3C6F-48FE-8F1F-5847B0ABF3A8}" type="slidenum">
              <a:rPr lang="en-US" altLang="fr-FR" b="0">
                <a:latin typeface="Arial" panose="020B0604020202020204" pitchFamily="34" charset="0"/>
              </a:rPr>
              <a:pPr eaLnBrk="1" hangingPunct="1"/>
              <a:t>46</a:t>
            </a:fld>
            <a:endParaRPr lang="en-US" altLang="fr-FR" b="0">
              <a:latin typeface="Arial" panose="020B0604020202020204" pitchFamily="34" charset="0"/>
            </a:endParaRPr>
          </a:p>
        </p:txBody>
      </p:sp>
      <p:sp>
        <p:nvSpPr>
          <p:cNvPr id="55300" name="Espace réservé des commentaires 1">
            <a:extLst>
              <a:ext uri="{FF2B5EF4-FFF2-40B4-BE49-F238E27FC236}">
                <a16:creationId xmlns:a16="http://schemas.microsoft.com/office/drawing/2014/main" xmlns="" id="{927B83ED-7F02-CB13-13CA-DAF743E524F8}"/>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5750147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xmlns="" id="{B980CAC2-AF86-2272-4544-9420AE1B237A}"/>
              </a:ext>
            </a:extLst>
          </p:cNvPr>
          <p:cNvSpPr>
            <a:spLocks noGrp="1" noRot="1" noChangeAspect="1" noTextEdit="1"/>
          </p:cNvSpPr>
          <p:nvPr>
            <p:ph type="sldImg"/>
          </p:nvPr>
        </p:nvSpPr>
        <p:spPr>
          <a:ln/>
        </p:spPr>
      </p:sp>
      <p:sp>
        <p:nvSpPr>
          <p:cNvPr id="6" name="Slide Number Placeholder 5">
            <a:extLst>
              <a:ext uri="{FF2B5EF4-FFF2-40B4-BE49-F238E27FC236}">
                <a16:creationId xmlns:a16="http://schemas.microsoft.com/office/drawing/2014/main" xmlns="" id="{25715FF7-BE26-7995-3F1A-1A0613F18106}"/>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57E391E-40CC-42F4-BBDF-6FA1C2185FF0}" type="slidenum">
              <a:rPr lang="en-US" altLang="fr-FR" b="0">
                <a:latin typeface="Arial" panose="020B0604020202020204" pitchFamily="34" charset="0"/>
              </a:rPr>
              <a:pPr eaLnBrk="1" hangingPunct="1"/>
              <a:t>47</a:t>
            </a:fld>
            <a:endParaRPr lang="en-US" altLang="fr-FR" b="0">
              <a:latin typeface="Arial" panose="020B0604020202020204" pitchFamily="34" charset="0"/>
            </a:endParaRPr>
          </a:p>
        </p:txBody>
      </p:sp>
      <p:sp>
        <p:nvSpPr>
          <p:cNvPr id="56324" name="Espace réservé des commentaires 1">
            <a:extLst>
              <a:ext uri="{FF2B5EF4-FFF2-40B4-BE49-F238E27FC236}">
                <a16:creationId xmlns:a16="http://schemas.microsoft.com/office/drawing/2014/main" xmlns="" id="{34C67AAF-AA43-77B1-ABDF-BD19A7FCBFFA}"/>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817467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7">
            <a:extLst>
              <a:ext uri="{FF2B5EF4-FFF2-40B4-BE49-F238E27FC236}">
                <a16:creationId xmlns:a16="http://schemas.microsoft.com/office/drawing/2014/main" xmlns="" id="{2BD5CB9B-0428-0CD6-D8DA-1444CC9BD65B}"/>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2C7AEE1A-9C21-49D1-AF96-BD2E15895195}" type="slidenum">
              <a:rPr lang="en-US" altLang="fr-FR" b="0">
                <a:latin typeface="Arial" panose="020B0604020202020204" pitchFamily="34" charset="0"/>
              </a:rPr>
              <a:pPr eaLnBrk="1" hangingPunct="1"/>
              <a:t>48</a:t>
            </a:fld>
            <a:endParaRPr lang="en-US" altLang="fr-FR" b="0">
              <a:latin typeface="Arial" panose="020B0604020202020204" pitchFamily="34" charset="0"/>
            </a:endParaRPr>
          </a:p>
        </p:txBody>
      </p:sp>
      <p:sp>
        <p:nvSpPr>
          <p:cNvPr id="57347" name="Rectangle 2">
            <a:extLst>
              <a:ext uri="{FF2B5EF4-FFF2-40B4-BE49-F238E27FC236}">
                <a16:creationId xmlns:a16="http://schemas.microsoft.com/office/drawing/2014/main" xmlns="" id="{1159572A-1C59-5B91-6389-9141D135C860}"/>
              </a:ext>
            </a:extLst>
          </p:cNvPr>
          <p:cNvSpPr>
            <a:spLocks noGrp="1" noRot="1" noChangeAspect="1" noChangeArrowheads="1" noTextEdit="1"/>
          </p:cNvSpPr>
          <p:nvPr>
            <p:ph type="sldImg"/>
          </p:nvPr>
        </p:nvSpPr>
        <p:spPr>
          <a:xfrm>
            <a:off x="3943350" y="76200"/>
            <a:ext cx="3370263" cy="1897063"/>
          </a:xfrm>
          <a:ln/>
        </p:spPr>
      </p:sp>
      <p:sp>
        <p:nvSpPr>
          <p:cNvPr id="777222" name="Line 6">
            <a:extLst>
              <a:ext uri="{FF2B5EF4-FFF2-40B4-BE49-F238E27FC236}">
                <a16:creationId xmlns:a16="http://schemas.microsoft.com/office/drawing/2014/main" xmlns="" id="{8E49BE68-FEC7-D9A8-ECEA-0D6B74A9BFDF}"/>
              </a:ext>
            </a:extLst>
          </p:cNvPr>
          <p:cNvSpPr>
            <a:spLocks noChangeShapeType="1"/>
          </p:cNvSpPr>
          <p:nvPr/>
        </p:nvSpPr>
        <p:spPr bwMode="auto">
          <a:xfrm>
            <a:off x="369888" y="8567738"/>
            <a:ext cx="6126162"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777223" name="Line 7">
            <a:extLst>
              <a:ext uri="{FF2B5EF4-FFF2-40B4-BE49-F238E27FC236}">
                <a16:creationId xmlns:a16="http://schemas.microsoft.com/office/drawing/2014/main" xmlns="" id="{CD9F005C-2532-C9DE-1CF4-72135EBA72F7}"/>
              </a:ext>
            </a:extLst>
          </p:cNvPr>
          <p:cNvSpPr>
            <a:spLocks noChangeShapeType="1"/>
          </p:cNvSpPr>
          <p:nvPr/>
        </p:nvSpPr>
        <p:spPr bwMode="auto">
          <a:xfrm>
            <a:off x="368300" y="9029700"/>
            <a:ext cx="6146800"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57350" name="Espace réservé des commentaires 1">
            <a:extLst>
              <a:ext uri="{FF2B5EF4-FFF2-40B4-BE49-F238E27FC236}">
                <a16:creationId xmlns:a16="http://schemas.microsoft.com/office/drawing/2014/main" xmlns="" id="{BB4BA671-F299-9DDF-4B3D-17ADBD625F42}"/>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
        <p:nvSpPr>
          <p:cNvPr id="57351" name="Espace réservé des commentaires 1">
            <a:extLst>
              <a:ext uri="{FF2B5EF4-FFF2-40B4-BE49-F238E27FC236}">
                <a16:creationId xmlns:a16="http://schemas.microsoft.com/office/drawing/2014/main" xmlns="" id="{2F402141-F436-D100-DDEB-A32FD172B8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latin typeface="Arial" panose="020B0604020202020204" pitchFamily="34" charset="0"/>
              </a:rPr>
              <a:t>ATTENTION!!! Encore un petit slide derrière pour discuter du lab avec les stagiaires</a:t>
            </a:r>
          </a:p>
          <a:p>
            <a:r>
              <a:rPr lang="fr-FR" altLang="fr-FR">
                <a:latin typeface="Arial" panose="020B0604020202020204" pitchFamily="34" charset="0"/>
              </a:rPr>
              <a:t>Avant d’attaquer l’atelier, il faut présenter l’application de GestionRH.</a:t>
            </a:r>
          </a:p>
        </p:txBody>
      </p:sp>
    </p:spTree>
    <p:extLst>
      <p:ext uri="{BB962C8B-B14F-4D97-AF65-F5344CB8AC3E}">
        <p14:creationId xmlns:p14="http://schemas.microsoft.com/office/powerpoint/2010/main" val="19556346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7">
            <a:extLst>
              <a:ext uri="{FF2B5EF4-FFF2-40B4-BE49-F238E27FC236}">
                <a16:creationId xmlns:a16="http://schemas.microsoft.com/office/drawing/2014/main" xmlns="" id="{C49D1C4A-3C64-078D-AD6A-22F32E56DBA5}"/>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BDF84E8F-3721-42A3-9A7E-A032BC23B078}" type="slidenum">
              <a:rPr lang="en-US" altLang="fr-FR" b="0">
                <a:latin typeface="Arial" panose="020B0604020202020204" pitchFamily="34" charset="0"/>
              </a:rPr>
              <a:pPr eaLnBrk="1" hangingPunct="1"/>
              <a:t>49</a:t>
            </a:fld>
            <a:endParaRPr lang="en-US" altLang="fr-FR" b="0">
              <a:latin typeface="Arial" panose="020B0604020202020204" pitchFamily="34" charset="0"/>
            </a:endParaRPr>
          </a:p>
        </p:txBody>
      </p:sp>
      <p:sp>
        <p:nvSpPr>
          <p:cNvPr id="58371" name="Rectangle 2">
            <a:extLst>
              <a:ext uri="{FF2B5EF4-FFF2-40B4-BE49-F238E27FC236}">
                <a16:creationId xmlns:a16="http://schemas.microsoft.com/office/drawing/2014/main" xmlns="" id="{977FF80B-CFE1-0E96-7849-432D70EB8321}"/>
              </a:ext>
            </a:extLst>
          </p:cNvPr>
          <p:cNvSpPr>
            <a:spLocks noGrp="1" noRot="1" noChangeAspect="1" noChangeArrowheads="1" noTextEdit="1"/>
          </p:cNvSpPr>
          <p:nvPr>
            <p:ph type="sldImg"/>
          </p:nvPr>
        </p:nvSpPr>
        <p:spPr>
          <a:xfrm>
            <a:off x="3943350" y="76200"/>
            <a:ext cx="3370263" cy="1897063"/>
          </a:xfrm>
          <a:ln/>
        </p:spPr>
      </p:sp>
      <p:sp>
        <p:nvSpPr>
          <p:cNvPr id="777222" name="Line 6">
            <a:extLst>
              <a:ext uri="{FF2B5EF4-FFF2-40B4-BE49-F238E27FC236}">
                <a16:creationId xmlns:a16="http://schemas.microsoft.com/office/drawing/2014/main" xmlns="" id="{08FEE382-5276-E8DA-ED5D-1FCA08B2CB3A}"/>
              </a:ext>
            </a:extLst>
          </p:cNvPr>
          <p:cNvSpPr>
            <a:spLocks noChangeShapeType="1"/>
          </p:cNvSpPr>
          <p:nvPr/>
        </p:nvSpPr>
        <p:spPr bwMode="auto">
          <a:xfrm>
            <a:off x="369888" y="8567738"/>
            <a:ext cx="6126162"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777223" name="Line 7">
            <a:extLst>
              <a:ext uri="{FF2B5EF4-FFF2-40B4-BE49-F238E27FC236}">
                <a16:creationId xmlns:a16="http://schemas.microsoft.com/office/drawing/2014/main" xmlns="" id="{7FC170B3-53A6-BFC3-2144-A2AAF9066EFC}"/>
              </a:ext>
            </a:extLst>
          </p:cNvPr>
          <p:cNvSpPr>
            <a:spLocks noChangeShapeType="1"/>
          </p:cNvSpPr>
          <p:nvPr/>
        </p:nvSpPr>
        <p:spPr bwMode="auto">
          <a:xfrm>
            <a:off x="368300" y="9029700"/>
            <a:ext cx="6146800"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58374" name="Espace réservé des commentaires 1">
            <a:extLst>
              <a:ext uri="{FF2B5EF4-FFF2-40B4-BE49-F238E27FC236}">
                <a16:creationId xmlns:a16="http://schemas.microsoft.com/office/drawing/2014/main" xmlns="" id="{AFB9086F-4F94-230B-B063-E8B9FDE84BDC}"/>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
        <p:nvSpPr>
          <p:cNvPr id="58375" name="Espace réservé des commentaires 1">
            <a:extLst>
              <a:ext uri="{FF2B5EF4-FFF2-40B4-BE49-F238E27FC236}">
                <a16:creationId xmlns:a16="http://schemas.microsoft.com/office/drawing/2014/main" xmlns="" id="{3557578A-606D-886D-44A6-4F5415025B7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latin typeface="Arial" panose="020B0604020202020204" pitchFamily="34" charset="0"/>
              </a:rPr>
              <a:t>ATTENTION!!! Encore un petit slide derrière pour discuter du lab avec les stagiaires</a:t>
            </a:r>
          </a:p>
        </p:txBody>
      </p:sp>
    </p:spTree>
    <p:extLst>
      <p:ext uri="{BB962C8B-B14F-4D97-AF65-F5344CB8AC3E}">
        <p14:creationId xmlns:p14="http://schemas.microsoft.com/office/powerpoint/2010/main" val="25021582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859E9A29-744E-BFBA-B35A-D4CEDD36F732}"/>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B25675C-CC66-43D1-81F9-C3B9B24259BB}" type="slidenum">
              <a:rPr lang="en-US" altLang="fr-FR" b="0">
                <a:solidFill>
                  <a:srgbClr val="000000"/>
                </a:solidFill>
                <a:latin typeface="Arial" panose="020B0604020202020204" pitchFamily="34" charset="0"/>
              </a:rPr>
              <a:pPr eaLnBrk="1" hangingPunct="1"/>
              <a:t>50</a:t>
            </a:fld>
            <a:endParaRPr lang="en-US" altLang="fr-FR" b="0">
              <a:solidFill>
                <a:srgbClr val="000000"/>
              </a:solidFill>
              <a:latin typeface="Arial" panose="020B0604020202020204" pitchFamily="34" charset="0"/>
            </a:endParaRPr>
          </a:p>
        </p:txBody>
      </p:sp>
      <p:sp>
        <p:nvSpPr>
          <p:cNvPr id="35843" name="Rectangle 2">
            <a:extLst>
              <a:ext uri="{FF2B5EF4-FFF2-40B4-BE49-F238E27FC236}">
                <a16:creationId xmlns:a16="http://schemas.microsoft.com/office/drawing/2014/main" xmlns="" id="{76898758-786A-2B64-3460-6CC321D0A0F1}"/>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15160182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7">
            <a:extLst>
              <a:ext uri="{FF2B5EF4-FFF2-40B4-BE49-F238E27FC236}">
                <a16:creationId xmlns:a16="http://schemas.microsoft.com/office/drawing/2014/main" xmlns="" id="{C3CF021E-F659-5AE4-AD0A-31A9E6ADE49B}"/>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84F552F1-B14F-4BCE-9BFF-40FF1F8D9F9E}" type="slidenum">
              <a:rPr lang="en-US" altLang="fr-FR" b="0">
                <a:latin typeface="Arial" panose="020B0604020202020204" pitchFamily="34" charset="0"/>
              </a:rPr>
              <a:pPr eaLnBrk="1" hangingPunct="1"/>
              <a:t>51</a:t>
            </a:fld>
            <a:endParaRPr lang="en-US" altLang="fr-FR" b="0">
              <a:latin typeface="Arial" panose="020B0604020202020204" pitchFamily="34" charset="0"/>
            </a:endParaRPr>
          </a:p>
        </p:txBody>
      </p:sp>
      <p:sp>
        <p:nvSpPr>
          <p:cNvPr id="36867" name="Rectangle 2">
            <a:extLst>
              <a:ext uri="{FF2B5EF4-FFF2-40B4-BE49-F238E27FC236}">
                <a16:creationId xmlns:a16="http://schemas.microsoft.com/office/drawing/2014/main" xmlns="" id="{0224FC9B-9E9C-D28E-7133-F726237FB562}"/>
              </a:ext>
            </a:extLst>
          </p:cNvPr>
          <p:cNvSpPr>
            <a:spLocks noGrp="1" noRot="1" noChangeAspect="1" noChangeArrowheads="1" noTextEdit="1"/>
          </p:cNvSpPr>
          <p:nvPr>
            <p:ph type="sldImg"/>
          </p:nvPr>
        </p:nvSpPr>
        <p:spPr>
          <a:ln/>
        </p:spPr>
      </p:sp>
      <p:sp>
        <p:nvSpPr>
          <p:cNvPr id="36868" name="Espace réservé des commentaires 1">
            <a:extLst>
              <a:ext uri="{FF2B5EF4-FFF2-40B4-BE49-F238E27FC236}">
                <a16:creationId xmlns:a16="http://schemas.microsoft.com/office/drawing/2014/main" xmlns="" id="{C6FA06CC-756C-7069-C9B9-7EA95329FA2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0331786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3BD00A2-D93C-9C2E-7A53-C09680964AE4}"/>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9A3B2162-D760-4C7A-8A2B-8E925C74120F}" type="slidenum">
              <a:rPr lang="en-US" altLang="fr-FR" b="0">
                <a:latin typeface="Arial" panose="020B0604020202020204" pitchFamily="34" charset="0"/>
              </a:rPr>
              <a:pPr eaLnBrk="1" hangingPunct="1"/>
              <a:t>52</a:t>
            </a:fld>
            <a:endParaRPr lang="en-US" altLang="fr-FR" b="0">
              <a:latin typeface="Arial" panose="020B0604020202020204" pitchFamily="34" charset="0"/>
            </a:endParaRPr>
          </a:p>
        </p:txBody>
      </p:sp>
      <p:sp>
        <p:nvSpPr>
          <p:cNvPr id="37891" name="Rectangle 2">
            <a:extLst>
              <a:ext uri="{FF2B5EF4-FFF2-40B4-BE49-F238E27FC236}">
                <a16:creationId xmlns:a16="http://schemas.microsoft.com/office/drawing/2014/main" xmlns="" id="{FC93FC71-4CEA-5807-3D7B-45C000B87F3E}"/>
              </a:ext>
            </a:extLst>
          </p:cNvPr>
          <p:cNvSpPr>
            <a:spLocks noGrp="1" noRot="1" noChangeAspect="1" noChangeArrowheads="1" noTextEdit="1"/>
          </p:cNvSpPr>
          <p:nvPr>
            <p:ph type="sldImg"/>
          </p:nvPr>
        </p:nvSpPr>
        <p:spPr>
          <a:ln/>
        </p:spPr>
      </p:sp>
      <p:sp>
        <p:nvSpPr>
          <p:cNvPr id="37892" name="Espace réservé des commentaires 1">
            <a:extLst>
              <a:ext uri="{FF2B5EF4-FFF2-40B4-BE49-F238E27FC236}">
                <a16:creationId xmlns:a16="http://schemas.microsoft.com/office/drawing/2014/main" xmlns="" id="{47A4BC75-C6C0-674B-3876-902C674FAE10}"/>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6542512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C1678620-D8EB-1DB5-CF72-6400F4DD4CBF}"/>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D1128883-7A74-4E9C-8C3A-9D4EDA55B004}" type="slidenum">
              <a:rPr lang="en-US" altLang="fr-FR" b="0">
                <a:latin typeface="Arial" panose="020B0604020202020204" pitchFamily="34" charset="0"/>
              </a:rPr>
              <a:pPr eaLnBrk="1" hangingPunct="1"/>
              <a:t>53</a:t>
            </a:fld>
            <a:endParaRPr lang="en-US" altLang="fr-FR" b="0">
              <a:latin typeface="Arial" panose="020B0604020202020204" pitchFamily="34" charset="0"/>
            </a:endParaRPr>
          </a:p>
        </p:txBody>
      </p:sp>
      <p:sp>
        <p:nvSpPr>
          <p:cNvPr id="38915" name="Rectangle 2">
            <a:extLst>
              <a:ext uri="{FF2B5EF4-FFF2-40B4-BE49-F238E27FC236}">
                <a16:creationId xmlns:a16="http://schemas.microsoft.com/office/drawing/2014/main" xmlns="" id="{560FBBD4-31E7-5B68-62F3-661AA6B19B03}"/>
              </a:ext>
            </a:extLst>
          </p:cNvPr>
          <p:cNvSpPr>
            <a:spLocks noGrp="1" noRot="1" noChangeAspect="1" noChangeArrowheads="1" noTextEdit="1"/>
          </p:cNvSpPr>
          <p:nvPr>
            <p:ph type="sldImg"/>
          </p:nvPr>
        </p:nvSpPr>
        <p:spPr>
          <a:ln/>
        </p:spPr>
      </p:sp>
      <p:sp>
        <p:nvSpPr>
          <p:cNvPr id="38916" name="Espace réservé des commentaires 1">
            <a:extLst>
              <a:ext uri="{FF2B5EF4-FFF2-40B4-BE49-F238E27FC236}">
                <a16:creationId xmlns:a16="http://schemas.microsoft.com/office/drawing/2014/main" xmlns="" id="{BEF9A780-7665-4110-E54B-E9369237314D}"/>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6951695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295528C0-8E9E-8329-4E90-F49C54293206}"/>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F04B846A-7804-4211-B375-FA02AC23ED6C}" type="slidenum">
              <a:rPr lang="en-US" altLang="fr-FR" b="0">
                <a:latin typeface="Arial" panose="020B0604020202020204" pitchFamily="34" charset="0"/>
              </a:rPr>
              <a:pPr eaLnBrk="1" hangingPunct="1"/>
              <a:t>54</a:t>
            </a:fld>
            <a:endParaRPr lang="en-US" altLang="fr-FR" b="0">
              <a:latin typeface="Arial" panose="020B0604020202020204" pitchFamily="34" charset="0"/>
            </a:endParaRPr>
          </a:p>
        </p:txBody>
      </p:sp>
      <p:sp>
        <p:nvSpPr>
          <p:cNvPr id="39939" name="Rectangle 2">
            <a:extLst>
              <a:ext uri="{FF2B5EF4-FFF2-40B4-BE49-F238E27FC236}">
                <a16:creationId xmlns:a16="http://schemas.microsoft.com/office/drawing/2014/main" xmlns="" id="{BF513399-7D07-CB7E-4B26-C357358191FD}"/>
              </a:ext>
            </a:extLst>
          </p:cNvPr>
          <p:cNvSpPr>
            <a:spLocks noGrp="1" noRot="1" noChangeAspect="1" noChangeArrowheads="1" noTextEdit="1"/>
          </p:cNvSpPr>
          <p:nvPr>
            <p:ph type="sldImg"/>
          </p:nvPr>
        </p:nvSpPr>
        <p:spPr>
          <a:ln/>
        </p:spPr>
      </p:sp>
      <p:sp>
        <p:nvSpPr>
          <p:cNvPr id="39940" name="Espace réservé des commentaires 1">
            <a:extLst>
              <a:ext uri="{FF2B5EF4-FFF2-40B4-BE49-F238E27FC236}">
                <a16:creationId xmlns:a16="http://schemas.microsoft.com/office/drawing/2014/main" xmlns="" id="{CBF53C04-9528-6018-9977-E08A190C0812}"/>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8338944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2B9D3B99-E9BD-AAF5-AF61-DA8185F211E7}"/>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29D9F3C8-DA23-49CF-808B-3ADA2AB05329}" type="slidenum">
              <a:rPr lang="en-US" altLang="fr-FR" b="0">
                <a:latin typeface="Arial" panose="020B0604020202020204" pitchFamily="34" charset="0"/>
              </a:rPr>
              <a:pPr eaLnBrk="1" hangingPunct="1"/>
              <a:t>55</a:t>
            </a:fld>
            <a:endParaRPr lang="en-US" altLang="fr-FR" b="0">
              <a:latin typeface="Arial" panose="020B0604020202020204" pitchFamily="34" charset="0"/>
            </a:endParaRPr>
          </a:p>
        </p:txBody>
      </p:sp>
      <p:sp>
        <p:nvSpPr>
          <p:cNvPr id="40963" name="Rectangle 2">
            <a:extLst>
              <a:ext uri="{FF2B5EF4-FFF2-40B4-BE49-F238E27FC236}">
                <a16:creationId xmlns:a16="http://schemas.microsoft.com/office/drawing/2014/main" xmlns="" id="{6F4BC016-B31F-5871-E98E-9FC0D3EA89CF}"/>
              </a:ext>
            </a:extLst>
          </p:cNvPr>
          <p:cNvSpPr>
            <a:spLocks noGrp="1" noRot="1" noChangeAspect="1" noChangeArrowheads="1" noTextEdit="1"/>
          </p:cNvSpPr>
          <p:nvPr>
            <p:ph type="sldImg"/>
          </p:nvPr>
        </p:nvSpPr>
        <p:spPr>
          <a:ln/>
        </p:spPr>
      </p:sp>
      <p:sp>
        <p:nvSpPr>
          <p:cNvPr id="40964" name="Espace réservé des commentaires 1">
            <a:extLst>
              <a:ext uri="{FF2B5EF4-FFF2-40B4-BE49-F238E27FC236}">
                <a16:creationId xmlns:a16="http://schemas.microsoft.com/office/drawing/2014/main" xmlns="" id="{EE9917ED-91D8-4CC4-94B3-DDB5DDC95B76}"/>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1148404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365D50A8-4A7D-9A62-3E46-4FF566ACE770}"/>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497EC08-3F13-4118-BD82-149159C8EBCC}" type="slidenum">
              <a:rPr lang="en-US" altLang="fr-FR" b="0">
                <a:latin typeface="Arial" panose="020B0604020202020204" pitchFamily="34" charset="0"/>
              </a:rPr>
              <a:pPr eaLnBrk="1" hangingPunct="1"/>
              <a:t>56</a:t>
            </a:fld>
            <a:endParaRPr lang="en-US" altLang="fr-FR" b="0">
              <a:latin typeface="Arial" panose="020B0604020202020204" pitchFamily="34" charset="0"/>
            </a:endParaRPr>
          </a:p>
        </p:txBody>
      </p:sp>
      <p:sp>
        <p:nvSpPr>
          <p:cNvPr id="41987" name="Rectangle 2">
            <a:extLst>
              <a:ext uri="{FF2B5EF4-FFF2-40B4-BE49-F238E27FC236}">
                <a16:creationId xmlns:a16="http://schemas.microsoft.com/office/drawing/2014/main" xmlns="" id="{5821DCE4-7F6A-3372-8D65-853CC700658B}"/>
              </a:ext>
            </a:extLst>
          </p:cNvPr>
          <p:cNvSpPr>
            <a:spLocks noGrp="1" noRot="1" noChangeAspect="1" noChangeArrowheads="1" noTextEdit="1"/>
          </p:cNvSpPr>
          <p:nvPr>
            <p:ph type="sldImg"/>
          </p:nvPr>
        </p:nvSpPr>
        <p:spPr>
          <a:ln/>
        </p:spPr>
      </p:sp>
      <p:sp>
        <p:nvSpPr>
          <p:cNvPr id="41988" name="Espace réservé des commentaires 1">
            <a:extLst>
              <a:ext uri="{FF2B5EF4-FFF2-40B4-BE49-F238E27FC236}">
                <a16:creationId xmlns:a16="http://schemas.microsoft.com/office/drawing/2014/main" xmlns="" id="{16917589-E69A-7B52-9A10-A30C6E814A67}"/>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6727395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73F20DD-53AF-EEF5-E2A6-5DB02E386EC5}"/>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6415B6B-FB4C-4D6D-9F1B-4B6D6D5428EB}" type="slidenum">
              <a:rPr lang="en-US" altLang="fr-FR" b="0">
                <a:latin typeface="Arial" panose="020B0604020202020204" pitchFamily="34" charset="0"/>
              </a:rPr>
              <a:pPr eaLnBrk="1" hangingPunct="1"/>
              <a:t>57</a:t>
            </a:fld>
            <a:endParaRPr lang="en-US" altLang="fr-FR" b="0">
              <a:latin typeface="Arial" panose="020B0604020202020204" pitchFamily="34" charset="0"/>
            </a:endParaRPr>
          </a:p>
        </p:txBody>
      </p:sp>
      <p:sp>
        <p:nvSpPr>
          <p:cNvPr id="43011" name="Rectangle 2">
            <a:extLst>
              <a:ext uri="{FF2B5EF4-FFF2-40B4-BE49-F238E27FC236}">
                <a16:creationId xmlns:a16="http://schemas.microsoft.com/office/drawing/2014/main" xmlns="" id="{F244D88F-D98D-BE8D-990D-7A389D9EABA3}"/>
              </a:ext>
            </a:extLst>
          </p:cNvPr>
          <p:cNvSpPr>
            <a:spLocks noGrp="1" noRot="1" noChangeAspect="1" noChangeArrowheads="1" noTextEdit="1"/>
          </p:cNvSpPr>
          <p:nvPr>
            <p:ph type="sldImg"/>
          </p:nvPr>
        </p:nvSpPr>
        <p:spPr>
          <a:ln/>
        </p:spPr>
      </p:sp>
      <p:sp>
        <p:nvSpPr>
          <p:cNvPr id="43012" name="Espace réservé des commentaires 1">
            <a:extLst>
              <a:ext uri="{FF2B5EF4-FFF2-40B4-BE49-F238E27FC236}">
                <a16:creationId xmlns:a16="http://schemas.microsoft.com/office/drawing/2014/main" xmlns="" id="{592B39D7-73FE-3D30-D3E1-2E0C5F4EAB60}"/>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22812466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E66EF8DD-D7AB-88D6-4094-F4E78241FEB4}"/>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E43A22B-8E6F-4CC8-BBCA-4DA8D1CA43EB}" type="slidenum">
              <a:rPr lang="en-US" altLang="fr-FR" b="0">
                <a:latin typeface="Arial" panose="020B0604020202020204" pitchFamily="34" charset="0"/>
              </a:rPr>
              <a:pPr eaLnBrk="1" hangingPunct="1"/>
              <a:t>58</a:t>
            </a:fld>
            <a:endParaRPr lang="en-US" altLang="fr-FR" b="0">
              <a:latin typeface="Arial" panose="020B0604020202020204" pitchFamily="34" charset="0"/>
            </a:endParaRPr>
          </a:p>
        </p:txBody>
      </p:sp>
      <p:sp>
        <p:nvSpPr>
          <p:cNvPr id="44035" name="Rectangle 2">
            <a:extLst>
              <a:ext uri="{FF2B5EF4-FFF2-40B4-BE49-F238E27FC236}">
                <a16:creationId xmlns:a16="http://schemas.microsoft.com/office/drawing/2014/main" xmlns="" id="{D058BFAF-503E-628B-443F-BC9BA7610798}"/>
              </a:ext>
            </a:extLst>
          </p:cNvPr>
          <p:cNvSpPr>
            <a:spLocks noGrp="1" noRot="1" noChangeAspect="1" noChangeArrowheads="1" noTextEdit="1"/>
          </p:cNvSpPr>
          <p:nvPr>
            <p:ph type="sldImg"/>
          </p:nvPr>
        </p:nvSpPr>
        <p:spPr>
          <a:ln/>
        </p:spPr>
      </p:sp>
      <p:sp>
        <p:nvSpPr>
          <p:cNvPr id="44036" name="Espace réservé des commentaires 1">
            <a:extLst>
              <a:ext uri="{FF2B5EF4-FFF2-40B4-BE49-F238E27FC236}">
                <a16:creationId xmlns:a16="http://schemas.microsoft.com/office/drawing/2014/main" xmlns="" id="{0EC28384-6CD6-4FFE-273E-41234732C398}"/>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9862549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5BB7A278-24F8-3ED2-4E1E-8BA6FBA233C0}"/>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A5227D94-CFB8-4A24-8855-C98A693C32A3}" type="slidenum">
              <a:rPr lang="en-US" altLang="fr-FR" b="0">
                <a:latin typeface="Arial" panose="020B0604020202020204" pitchFamily="34" charset="0"/>
              </a:rPr>
              <a:pPr eaLnBrk="1" hangingPunct="1"/>
              <a:t>59</a:t>
            </a:fld>
            <a:endParaRPr lang="en-US" altLang="fr-FR" b="0">
              <a:latin typeface="Arial" panose="020B0604020202020204" pitchFamily="34" charset="0"/>
            </a:endParaRPr>
          </a:p>
        </p:txBody>
      </p:sp>
      <p:sp>
        <p:nvSpPr>
          <p:cNvPr id="45059" name="Rectangle 2">
            <a:extLst>
              <a:ext uri="{FF2B5EF4-FFF2-40B4-BE49-F238E27FC236}">
                <a16:creationId xmlns:a16="http://schemas.microsoft.com/office/drawing/2014/main" xmlns="" id="{3B3038B9-3901-409E-FEAB-1258A1F1833D}"/>
              </a:ext>
            </a:extLst>
          </p:cNvPr>
          <p:cNvSpPr>
            <a:spLocks noGrp="1" noRot="1" noChangeAspect="1" noChangeArrowheads="1" noTextEdit="1"/>
          </p:cNvSpPr>
          <p:nvPr>
            <p:ph type="sldImg"/>
          </p:nvPr>
        </p:nvSpPr>
        <p:spPr>
          <a:ln/>
        </p:spPr>
      </p:sp>
      <p:sp>
        <p:nvSpPr>
          <p:cNvPr id="45060" name="Espace réservé des commentaires 1">
            <a:extLst>
              <a:ext uri="{FF2B5EF4-FFF2-40B4-BE49-F238E27FC236}">
                <a16:creationId xmlns:a16="http://schemas.microsoft.com/office/drawing/2014/main" xmlns="" id="{4469F1E7-575A-FEE0-B772-693D46C4D4F2}"/>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4153072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A192FC9-CC36-06BE-6FA0-E8F65452E442}"/>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A770F01-74EA-435D-8E55-5F932FE4A92C}" type="slidenum">
              <a:rPr lang="en-US" altLang="fr-FR" b="0">
                <a:latin typeface="Arial" panose="020B0604020202020204" pitchFamily="34" charset="0"/>
              </a:rPr>
              <a:pPr eaLnBrk="1" hangingPunct="1"/>
              <a:t>60</a:t>
            </a:fld>
            <a:endParaRPr lang="en-US" altLang="fr-FR" b="0">
              <a:latin typeface="Arial" panose="020B0604020202020204" pitchFamily="34" charset="0"/>
            </a:endParaRPr>
          </a:p>
        </p:txBody>
      </p:sp>
      <p:sp>
        <p:nvSpPr>
          <p:cNvPr id="46083" name="Rectangle 2">
            <a:extLst>
              <a:ext uri="{FF2B5EF4-FFF2-40B4-BE49-F238E27FC236}">
                <a16:creationId xmlns:a16="http://schemas.microsoft.com/office/drawing/2014/main" xmlns="" id="{B4FE542A-53FF-3360-2951-08EEC7990504}"/>
              </a:ext>
            </a:extLst>
          </p:cNvPr>
          <p:cNvSpPr>
            <a:spLocks noGrp="1" noRot="1" noChangeAspect="1" noChangeArrowheads="1" noTextEdit="1"/>
          </p:cNvSpPr>
          <p:nvPr>
            <p:ph type="sldImg"/>
          </p:nvPr>
        </p:nvSpPr>
        <p:spPr>
          <a:ln/>
        </p:spPr>
      </p:sp>
      <p:sp>
        <p:nvSpPr>
          <p:cNvPr id="46084" name="Espace réservé des commentaires 1">
            <a:extLst>
              <a:ext uri="{FF2B5EF4-FFF2-40B4-BE49-F238E27FC236}">
                <a16:creationId xmlns:a16="http://schemas.microsoft.com/office/drawing/2014/main" xmlns="" id="{B6143344-C826-C40B-30D5-A3BF62D1101F}"/>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2858799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Espace réservé de l'image des diapositives 1">
            <a:extLst>
              <a:ext uri="{FF2B5EF4-FFF2-40B4-BE49-F238E27FC236}">
                <a16:creationId xmlns:a16="http://schemas.microsoft.com/office/drawing/2014/main" xmlns="" id="{04E1B06A-BAA2-5547-7F64-9E268555BBD4}"/>
              </a:ext>
            </a:extLst>
          </p:cNvPr>
          <p:cNvSpPr>
            <a:spLocks noGrp="1" noRot="1" noChangeAspect="1" noTextEdit="1"/>
          </p:cNvSpPr>
          <p:nvPr>
            <p:ph type="sldImg"/>
          </p:nvPr>
        </p:nvSpPr>
        <p:spPr>
          <a:ln/>
        </p:spPr>
      </p:sp>
      <p:sp>
        <p:nvSpPr>
          <p:cNvPr id="47107" name="Espace réservé des commentaires 2">
            <a:extLst>
              <a:ext uri="{FF2B5EF4-FFF2-40B4-BE49-F238E27FC236}">
                <a16:creationId xmlns:a16="http://schemas.microsoft.com/office/drawing/2014/main" xmlns="" id="{16626F51-94C9-9F6F-87CD-94F1ACF4C0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C3554E0E-EFA6-76EF-921E-3FE4568836EF}"/>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468056F-4183-45EF-8CEC-87F4DF1C7A2C}" type="slidenum">
              <a:rPr lang="en-US" altLang="fr-FR" b="0">
                <a:latin typeface="Arial" panose="020B0604020202020204" pitchFamily="34" charset="0"/>
              </a:rPr>
              <a:pPr eaLnBrk="1" hangingPunct="1"/>
              <a:t>61</a:t>
            </a:fld>
            <a:endParaRPr lang="en-US" altLang="fr-FR" b="0">
              <a:latin typeface="Arial" panose="020B0604020202020204" pitchFamily="34" charset="0"/>
            </a:endParaRPr>
          </a:p>
        </p:txBody>
      </p:sp>
    </p:spTree>
    <p:extLst>
      <p:ext uri="{BB962C8B-B14F-4D97-AF65-F5344CB8AC3E}">
        <p14:creationId xmlns:p14="http://schemas.microsoft.com/office/powerpoint/2010/main" val="53992954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a:extLst>
              <a:ext uri="{FF2B5EF4-FFF2-40B4-BE49-F238E27FC236}">
                <a16:creationId xmlns:a16="http://schemas.microsoft.com/office/drawing/2014/main" xmlns="" id="{461BD944-9AC9-0AC9-BEAA-83055A3408E9}"/>
              </a:ext>
            </a:extLst>
          </p:cNvPr>
          <p:cNvSpPr>
            <a:spLocks noGrp="1" noRot="1" noChangeAspect="1" noTextEdit="1"/>
          </p:cNvSpPr>
          <p:nvPr>
            <p:ph type="sldImg"/>
          </p:nvPr>
        </p:nvSpPr>
        <p:spPr>
          <a:ln/>
        </p:spPr>
      </p:sp>
      <p:sp>
        <p:nvSpPr>
          <p:cNvPr id="48131" name="Espace réservé des commentaires 2">
            <a:extLst>
              <a:ext uri="{FF2B5EF4-FFF2-40B4-BE49-F238E27FC236}">
                <a16:creationId xmlns:a16="http://schemas.microsoft.com/office/drawing/2014/main" xmlns="" id="{E620EA00-EC50-13CF-F4CF-C1DBF800F45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312040FF-950C-7CCA-D96A-F4C69E87B2A5}"/>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9F42CAC-43D4-44F0-821D-570DE8CEED95}" type="slidenum">
              <a:rPr lang="en-US" altLang="fr-FR" b="0">
                <a:latin typeface="Arial" panose="020B0604020202020204" pitchFamily="34" charset="0"/>
              </a:rPr>
              <a:pPr eaLnBrk="1" hangingPunct="1"/>
              <a:t>62</a:t>
            </a:fld>
            <a:endParaRPr lang="en-US" altLang="fr-FR" b="0">
              <a:latin typeface="Arial" panose="020B0604020202020204" pitchFamily="34" charset="0"/>
            </a:endParaRPr>
          </a:p>
        </p:txBody>
      </p:sp>
    </p:spTree>
    <p:extLst>
      <p:ext uri="{BB962C8B-B14F-4D97-AF65-F5344CB8AC3E}">
        <p14:creationId xmlns:p14="http://schemas.microsoft.com/office/powerpoint/2010/main" val="40512072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D53EE24D-FB57-49F0-9040-80461A967EF0}"/>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7FDE34B-D57E-4BEF-A012-A2E17537B7E9}" type="slidenum">
              <a:rPr lang="en-US" altLang="fr-FR" b="0">
                <a:latin typeface="Arial" panose="020B0604020202020204" pitchFamily="34" charset="0"/>
              </a:rPr>
              <a:pPr eaLnBrk="1" hangingPunct="1"/>
              <a:t>63</a:t>
            </a:fld>
            <a:endParaRPr lang="en-US" altLang="fr-FR" b="0">
              <a:latin typeface="Arial" panose="020B0604020202020204" pitchFamily="34" charset="0"/>
            </a:endParaRPr>
          </a:p>
        </p:txBody>
      </p:sp>
      <p:sp>
        <p:nvSpPr>
          <p:cNvPr id="49155" name="Rectangle 2">
            <a:extLst>
              <a:ext uri="{FF2B5EF4-FFF2-40B4-BE49-F238E27FC236}">
                <a16:creationId xmlns:a16="http://schemas.microsoft.com/office/drawing/2014/main" xmlns="" id="{9A54891B-E334-BAEE-08C7-F67F8514239E}"/>
              </a:ext>
            </a:extLst>
          </p:cNvPr>
          <p:cNvSpPr>
            <a:spLocks noGrp="1" noRot="1" noChangeAspect="1" noChangeArrowheads="1" noTextEdit="1"/>
          </p:cNvSpPr>
          <p:nvPr>
            <p:ph type="sldImg"/>
          </p:nvPr>
        </p:nvSpPr>
        <p:spPr>
          <a:ln/>
        </p:spPr>
      </p:sp>
      <p:sp>
        <p:nvSpPr>
          <p:cNvPr id="49156" name="Espace réservé des commentaires 1">
            <a:extLst>
              <a:ext uri="{FF2B5EF4-FFF2-40B4-BE49-F238E27FC236}">
                <a16:creationId xmlns:a16="http://schemas.microsoft.com/office/drawing/2014/main" xmlns="" id="{5E7AF375-D6E2-3E9A-DC97-528CB11FEFE4}"/>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290231920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26109198-584D-5E24-0577-15B753BBF3D5}"/>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310F838-3EC5-4006-A3D4-015A4C1460FF}" type="slidenum">
              <a:rPr lang="en-US" altLang="fr-FR" b="0">
                <a:latin typeface="Arial" panose="020B0604020202020204" pitchFamily="34" charset="0"/>
              </a:rPr>
              <a:pPr eaLnBrk="1" hangingPunct="1"/>
              <a:t>64</a:t>
            </a:fld>
            <a:endParaRPr lang="en-US" altLang="fr-FR" b="0">
              <a:latin typeface="Arial" panose="020B0604020202020204" pitchFamily="34" charset="0"/>
            </a:endParaRPr>
          </a:p>
        </p:txBody>
      </p:sp>
      <p:sp>
        <p:nvSpPr>
          <p:cNvPr id="50179" name="Rectangle 2">
            <a:extLst>
              <a:ext uri="{FF2B5EF4-FFF2-40B4-BE49-F238E27FC236}">
                <a16:creationId xmlns:a16="http://schemas.microsoft.com/office/drawing/2014/main" xmlns="" id="{85B4944A-3EF8-23EE-DD20-518EEC813306}"/>
              </a:ext>
            </a:extLst>
          </p:cNvPr>
          <p:cNvSpPr>
            <a:spLocks noGrp="1" noRot="1" noChangeAspect="1" noChangeArrowheads="1" noTextEdit="1"/>
          </p:cNvSpPr>
          <p:nvPr>
            <p:ph type="sldImg"/>
          </p:nvPr>
        </p:nvSpPr>
        <p:spPr>
          <a:ln/>
        </p:spPr>
      </p:sp>
      <p:sp>
        <p:nvSpPr>
          <p:cNvPr id="50180" name="Espace réservé des commentaires 1">
            <a:extLst>
              <a:ext uri="{FF2B5EF4-FFF2-40B4-BE49-F238E27FC236}">
                <a16:creationId xmlns:a16="http://schemas.microsoft.com/office/drawing/2014/main" xmlns="" id="{1D892B83-19CE-0729-ECFC-08AA329B9E7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43636242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3D7574EC-EBED-804D-B2CE-B57BB2086425}"/>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BA3F8E8-46CD-42F6-BBD0-73958E5AB5D8}" type="slidenum">
              <a:rPr lang="en-US" altLang="fr-FR" b="0">
                <a:latin typeface="Arial" panose="020B0604020202020204" pitchFamily="34" charset="0"/>
              </a:rPr>
              <a:pPr eaLnBrk="1" hangingPunct="1"/>
              <a:t>65</a:t>
            </a:fld>
            <a:endParaRPr lang="en-US" altLang="fr-FR" b="0">
              <a:latin typeface="Arial" panose="020B0604020202020204" pitchFamily="34" charset="0"/>
            </a:endParaRPr>
          </a:p>
        </p:txBody>
      </p:sp>
      <p:sp>
        <p:nvSpPr>
          <p:cNvPr id="51203" name="Rectangle 2">
            <a:extLst>
              <a:ext uri="{FF2B5EF4-FFF2-40B4-BE49-F238E27FC236}">
                <a16:creationId xmlns:a16="http://schemas.microsoft.com/office/drawing/2014/main" xmlns="" id="{735E5ACF-0289-F07C-BDD4-B3EA1E1E0E01}"/>
              </a:ext>
            </a:extLst>
          </p:cNvPr>
          <p:cNvSpPr>
            <a:spLocks noGrp="1" noRot="1" noChangeAspect="1" noChangeArrowheads="1" noTextEdit="1"/>
          </p:cNvSpPr>
          <p:nvPr>
            <p:ph type="sldImg"/>
          </p:nvPr>
        </p:nvSpPr>
        <p:spPr>
          <a:ln/>
        </p:spPr>
      </p:sp>
      <p:sp>
        <p:nvSpPr>
          <p:cNvPr id="51204" name="Espace réservé des commentaires 1">
            <a:extLst>
              <a:ext uri="{FF2B5EF4-FFF2-40B4-BE49-F238E27FC236}">
                <a16:creationId xmlns:a16="http://schemas.microsoft.com/office/drawing/2014/main" xmlns="" id="{0E51B05E-C3B5-8A44-8D23-55AEC2948254}"/>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
        <p:nvSpPr>
          <p:cNvPr id="51205" name="Espace réservé des commentaires 1">
            <a:extLst>
              <a:ext uri="{FF2B5EF4-FFF2-40B4-BE49-F238E27FC236}">
                <a16:creationId xmlns:a16="http://schemas.microsoft.com/office/drawing/2014/main" xmlns="" id="{05505A40-1568-0FE4-EEF1-95EB7BE7235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Tree>
    <p:extLst>
      <p:ext uri="{BB962C8B-B14F-4D97-AF65-F5344CB8AC3E}">
        <p14:creationId xmlns:p14="http://schemas.microsoft.com/office/powerpoint/2010/main" val="4228412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2E105C20-49B1-DC05-4C95-BA1218035B03}"/>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F4654E24-EEC2-4E5E-A5D4-7907270D9742}" type="slidenum">
              <a:rPr lang="en-US" altLang="fr-FR" b="0">
                <a:latin typeface="Arial" panose="020B0604020202020204" pitchFamily="34" charset="0"/>
              </a:rPr>
              <a:pPr eaLnBrk="1" hangingPunct="1"/>
              <a:t>66</a:t>
            </a:fld>
            <a:endParaRPr lang="en-US" altLang="fr-FR" b="0">
              <a:latin typeface="Arial" panose="020B0604020202020204" pitchFamily="34" charset="0"/>
            </a:endParaRPr>
          </a:p>
        </p:txBody>
      </p:sp>
      <p:sp>
        <p:nvSpPr>
          <p:cNvPr id="52227" name="Rectangle 2">
            <a:extLst>
              <a:ext uri="{FF2B5EF4-FFF2-40B4-BE49-F238E27FC236}">
                <a16:creationId xmlns:a16="http://schemas.microsoft.com/office/drawing/2014/main" xmlns="" id="{BC3A5DE4-DB67-9A38-DAB2-036844F43D3C}"/>
              </a:ext>
            </a:extLst>
          </p:cNvPr>
          <p:cNvSpPr>
            <a:spLocks noGrp="1" noRot="1" noChangeAspect="1" noChangeArrowheads="1" noTextEdit="1"/>
          </p:cNvSpPr>
          <p:nvPr>
            <p:ph type="sldImg"/>
          </p:nvPr>
        </p:nvSpPr>
        <p:spPr>
          <a:ln/>
        </p:spPr>
      </p:sp>
      <p:sp>
        <p:nvSpPr>
          <p:cNvPr id="52228" name="Espace réservé des commentaires 1">
            <a:extLst>
              <a:ext uri="{FF2B5EF4-FFF2-40B4-BE49-F238E27FC236}">
                <a16:creationId xmlns:a16="http://schemas.microsoft.com/office/drawing/2014/main" xmlns="" id="{E3E5D8DA-DAD9-9E6F-FAAC-5D753FEE973D}"/>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
        <p:nvSpPr>
          <p:cNvPr id="52229" name="Espace réservé des commentaires 1">
            <a:extLst>
              <a:ext uri="{FF2B5EF4-FFF2-40B4-BE49-F238E27FC236}">
                <a16:creationId xmlns:a16="http://schemas.microsoft.com/office/drawing/2014/main" xmlns="" id="{7250E908-6755-077D-B88D-2C2BD2574CC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Tree>
    <p:extLst>
      <p:ext uri="{BB962C8B-B14F-4D97-AF65-F5344CB8AC3E}">
        <p14:creationId xmlns:p14="http://schemas.microsoft.com/office/powerpoint/2010/main" val="22030010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F99AC0F-6389-2D95-5DCF-6A7A43B725BE}"/>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6E5046BB-9D8A-4D23-8910-2EFDB282ECFF}" type="slidenum">
              <a:rPr lang="en-US" altLang="fr-FR" b="0">
                <a:latin typeface="Arial" panose="020B0604020202020204" pitchFamily="34" charset="0"/>
              </a:rPr>
              <a:pPr eaLnBrk="1" hangingPunct="1"/>
              <a:t>67</a:t>
            </a:fld>
            <a:endParaRPr lang="en-US" altLang="fr-FR" b="0">
              <a:latin typeface="Arial" panose="020B0604020202020204" pitchFamily="34" charset="0"/>
            </a:endParaRPr>
          </a:p>
        </p:txBody>
      </p:sp>
      <p:sp>
        <p:nvSpPr>
          <p:cNvPr id="53251" name="Rectangle 2">
            <a:extLst>
              <a:ext uri="{FF2B5EF4-FFF2-40B4-BE49-F238E27FC236}">
                <a16:creationId xmlns:a16="http://schemas.microsoft.com/office/drawing/2014/main" xmlns="" id="{2552DF72-5E4B-8A2D-9C2C-EA8948BEEC11}"/>
              </a:ext>
            </a:extLst>
          </p:cNvPr>
          <p:cNvSpPr>
            <a:spLocks noGrp="1" noRot="1" noChangeAspect="1" noChangeArrowheads="1" noTextEdit="1"/>
          </p:cNvSpPr>
          <p:nvPr>
            <p:ph type="sldImg"/>
          </p:nvPr>
        </p:nvSpPr>
        <p:spPr>
          <a:ln/>
        </p:spPr>
      </p:sp>
      <p:sp>
        <p:nvSpPr>
          <p:cNvPr id="53252" name="Espace réservé des commentaires 1">
            <a:extLst>
              <a:ext uri="{FF2B5EF4-FFF2-40B4-BE49-F238E27FC236}">
                <a16:creationId xmlns:a16="http://schemas.microsoft.com/office/drawing/2014/main" xmlns="" id="{F52D1478-22D2-3B27-2B34-F0501B0D83BA}"/>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
        <p:nvSpPr>
          <p:cNvPr id="53253" name="Espace réservé des commentaires 1">
            <a:extLst>
              <a:ext uri="{FF2B5EF4-FFF2-40B4-BE49-F238E27FC236}">
                <a16:creationId xmlns:a16="http://schemas.microsoft.com/office/drawing/2014/main" xmlns="" id="{AEEB13E9-D34E-2547-D7E1-18C6965305A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Tree>
    <p:extLst>
      <p:ext uri="{BB962C8B-B14F-4D97-AF65-F5344CB8AC3E}">
        <p14:creationId xmlns:p14="http://schemas.microsoft.com/office/powerpoint/2010/main" val="8800128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00C6CFAF-2992-C4DC-396E-668235BF7660}"/>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F068B180-6325-4351-B389-B56A7CB41ECD}" type="slidenum">
              <a:rPr lang="en-US" altLang="fr-FR" b="0">
                <a:latin typeface="Arial" panose="020B0604020202020204" pitchFamily="34" charset="0"/>
              </a:rPr>
              <a:pPr eaLnBrk="1" hangingPunct="1"/>
              <a:t>68</a:t>
            </a:fld>
            <a:endParaRPr lang="en-US" altLang="fr-FR" b="0">
              <a:latin typeface="Arial" panose="020B0604020202020204" pitchFamily="34" charset="0"/>
            </a:endParaRPr>
          </a:p>
        </p:txBody>
      </p:sp>
      <p:sp>
        <p:nvSpPr>
          <p:cNvPr id="54275" name="Rectangle 2">
            <a:extLst>
              <a:ext uri="{FF2B5EF4-FFF2-40B4-BE49-F238E27FC236}">
                <a16:creationId xmlns:a16="http://schemas.microsoft.com/office/drawing/2014/main" xmlns="" id="{0953A09B-E27B-E482-95F7-0A94086C3F7F}"/>
              </a:ext>
            </a:extLst>
          </p:cNvPr>
          <p:cNvSpPr>
            <a:spLocks noGrp="1" noRot="1" noChangeAspect="1" noChangeArrowheads="1" noTextEdit="1"/>
          </p:cNvSpPr>
          <p:nvPr>
            <p:ph type="sldImg"/>
          </p:nvPr>
        </p:nvSpPr>
        <p:spPr>
          <a:ln/>
        </p:spPr>
      </p:sp>
      <p:sp>
        <p:nvSpPr>
          <p:cNvPr id="54276" name="Espace réservé des commentaires 1">
            <a:extLst>
              <a:ext uri="{FF2B5EF4-FFF2-40B4-BE49-F238E27FC236}">
                <a16:creationId xmlns:a16="http://schemas.microsoft.com/office/drawing/2014/main" xmlns="" id="{AC3843BD-7EA4-7FA8-CDA5-F8450B12BE4A}"/>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
        <p:nvSpPr>
          <p:cNvPr id="54277" name="Espace réservé des commentaires 1">
            <a:extLst>
              <a:ext uri="{FF2B5EF4-FFF2-40B4-BE49-F238E27FC236}">
                <a16:creationId xmlns:a16="http://schemas.microsoft.com/office/drawing/2014/main" xmlns="" id="{0CE013EB-FD3F-B2D4-0E4D-8597D7BAA90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Tree>
    <p:extLst>
      <p:ext uri="{BB962C8B-B14F-4D97-AF65-F5344CB8AC3E}">
        <p14:creationId xmlns:p14="http://schemas.microsoft.com/office/powerpoint/2010/main" val="19699801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42619B2-E2BA-8B00-193F-E804B14AD5BF}"/>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065AEE87-C5CE-430D-86E8-7BBE15835DBE}" type="slidenum">
              <a:rPr lang="en-US" altLang="fr-FR" b="0">
                <a:latin typeface="Arial" panose="020B0604020202020204" pitchFamily="34" charset="0"/>
              </a:rPr>
              <a:pPr eaLnBrk="1" hangingPunct="1"/>
              <a:t>72</a:t>
            </a:fld>
            <a:endParaRPr lang="en-US" altLang="fr-FR" b="0">
              <a:latin typeface="Arial" panose="020B0604020202020204" pitchFamily="34" charset="0"/>
            </a:endParaRPr>
          </a:p>
        </p:txBody>
      </p:sp>
      <p:sp>
        <p:nvSpPr>
          <p:cNvPr id="55299" name="Rectangle 2">
            <a:extLst>
              <a:ext uri="{FF2B5EF4-FFF2-40B4-BE49-F238E27FC236}">
                <a16:creationId xmlns:a16="http://schemas.microsoft.com/office/drawing/2014/main" xmlns="" id="{DBEBD1EF-8C39-B7D1-1C82-F525B58A91AD}"/>
              </a:ext>
            </a:extLst>
          </p:cNvPr>
          <p:cNvSpPr>
            <a:spLocks noGrp="1" noRot="1" noChangeAspect="1" noChangeArrowheads="1" noTextEdit="1"/>
          </p:cNvSpPr>
          <p:nvPr>
            <p:ph type="sldImg"/>
          </p:nvPr>
        </p:nvSpPr>
        <p:spPr>
          <a:ln/>
        </p:spPr>
      </p:sp>
      <p:sp>
        <p:nvSpPr>
          <p:cNvPr id="55300" name="Espace réservé des commentaires 1">
            <a:extLst>
              <a:ext uri="{FF2B5EF4-FFF2-40B4-BE49-F238E27FC236}">
                <a16:creationId xmlns:a16="http://schemas.microsoft.com/office/drawing/2014/main" xmlns="" id="{D70042B0-A3F8-2ABC-EF47-948063D738F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869754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7F2D5D2B-5343-2A06-BF15-A1C0CA14E2A7}"/>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9C5CD04-D0B6-4EB4-A3AE-17B3DE0CF4E2}" type="slidenum">
              <a:rPr lang="en-US" altLang="fr-FR" b="0">
                <a:latin typeface="Arial" panose="020B0604020202020204" pitchFamily="34" charset="0"/>
              </a:rPr>
              <a:pPr eaLnBrk="1" hangingPunct="1"/>
              <a:t>73</a:t>
            </a:fld>
            <a:endParaRPr lang="en-US" altLang="fr-FR" b="0">
              <a:latin typeface="Arial" panose="020B0604020202020204" pitchFamily="34" charset="0"/>
            </a:endParaRPr>
          </a:p>
        </p:txBody>
      </p:sp>
      <p:sp>
        <p:nvSpPr>
          <p:cNvPr id="56323" name="Rectangle 2">
            <a:extLst>
              <a:ext uri="{FF2B5EF4-FFF2-40B4-BE49-F238E27FC236}">
                <a16:creationId xmlns:a16="http://schemas.microsoft.com/office/drawing/2014/main" xmlns="" id="{CF27520B-76AA-8E0D-3813-4404188CDFDC}"/>
              </a:ext>
            </a:extLst>
          </p:cNvPr>
          <p:cNvSpPr>
            <a:spLocks noGrp="1" noRot="1" noChangeAspect="1" noChangeArrowheads="1" noTextEdit="1"/>
          </p:cNvSpPr>
          <p:nvPr>
            <p:ph type="sldImg"/>
          </p:nvPr>
        </p:nvSpPr>
        <p:spPr>
          <a:ln/>
        </p:spPr>
      </p:sp>
      <p:sp>
        <p:nvSpPr>
          <p:cNvPr id="56324" name="Espace réservé des commentaires 1">
            <a:extLst>
              <a:ext uri="{FF2B5EF4-FFF2-40B4-BE49-F238E27FC236}">
                <a16:creationId xmlns:a16="http://schemas.microsoft.com/office/drawing/2014/main" xmlns="" id="{45C1E444-ABE0-693A-7717-8F851D95785F}"/>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24148298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90439868-7A3D-7F8E-9853-91BA4BFB4866}"/>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466D780-044A-4941-AF8E-5E1756334C08}" type="slidenum">
              <a:rPr lang="en-US" altLang="fr-FR" b="0">
                <a:latin typeface="Arial" panose="020B0604020202020204" pitchFamily="34" charset="0"/>
              </a:rPr>
              <a:pPr eaLnBrk="1" hangingPunct="1"/>
              <a:t>74</a:t>
            </a:fld>
            <a:endParaRPr lang="en-US" altLang="fr-FR" b="0">
              <a:latin typeface="Arial" panose="020B0604020202020204" pitchFamily="34" charset="0"/>
            </a:endParaRPr>
          </a:p>
        </p:txBody>
      </p:sp>
      <p:sp>
        <p:nvSpPr>
          <p:cNvPr id="57347" name="Rectangle 2">
            <a:extLst>
              <a:ext uri="{FF2B5EF4-FFF2-40B4-BE49-F238E27FC236}">
                <a16:creationId xmlns:a16="http://schemas.microsoft.com/office/drawing/2014/main" xmlns="" id="{6F86619E-19FD-814D-B4E3-18F704AE5574}"/>
              </a:ext>
            </a:extLst>
          </p:cNvPr>
          <p:cNvSpPr>
            <a:spLocks noGrp="1" noRot="1" noChangeAspect="1" noChangeArrowheads="1" noTextEdit="1"/>
          </p:cNvSpPr>
          <p:nvPr>
            <p:ph type="sldImg"/>
          </p:nvPr>
        </p:nvSpPr>
        <p:spPr>
          <a:ln/>
        </p:spPr>
      </p:sp>
      <p:sp>
        <p:nvSpPr>
          <p:cNvPr id="57348" name="Espace réservé des commentaires 1">
            <a:extLst>
              <a:ext uri="{FF2B5EF4-FFF2-40B4-BE49-F238E27FC236}">
                <a16:creationId xmlns:a16="http://schemas.microsoft.com/office/drawing/2014/main" xmlns="" id="{4C8F4736-89AB-2B8E-2DB4-96235D40636D}"/>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14070194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Espace réservé de l'image des diapositives 1">
            <a:extLst>
              <a:ext uri="{FF2B5EF4-FFF2-40B4-BE49-F238E27FC236}">
                <a16:creationId xmlns:a16="http://schemas.microsoft.com/office/drawing/2014/main" xmlns="" id="{C886C819-B1BA-9B57-2150-8A3ACF757323}"/>
              </a:ext>
            </a:extLst>
          </p:cNvPr>
          <p:cNvSpPr>
            <a:spLocks noGrp="1" noRot="1" noChangeAspect="1" noTextEdit="1"/>
          </p:cNvSpPr>
          <p:nvPr>
            <p:ph type="sldImg"/>
          </p:nvPr>
        </p:nvSpPr>
        <p:spPr>
          <a:ln/>
        </p:spPr>
      </p:sp>
      <p:sp>
        <p:nvSpPr>
          <p:cNvPr id="58371" name="Espace réservé des commentaires 2">
            <a:extLst>
              <a:ext uri="{FF2B5EF4-FFF2-40B4-BE49-F238E27FC236}">
                <a16:creationId xmlns:a16="http://schemas.microsoft.com/office/drawing/2014/main" xmlns="" id="{B777EB84-0176-FAD0-C144-22F0FB5337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778898EC-CCC0-3DFA-A496-944D48D00B55}"/>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A92D6EA-E9BE-433E-98D6-528F66D88B41}" type="slidenum">
              <a:rPr lang="en-US" altLang="fr-FR" b="0">
                <a:latin typeface="Arial" panose="020B0604020202020204" pitchFamily="34" charset="0"/>
              </a:rPr>
              <a:pPr eaLnBrk="1" hangingPunct="1"/>
              <a:t>75</a:t>
            </a:fld>
            <a:endParaRPr lang="en-US" altLang="fr-FR" b="0">
              <a:latin typeface="Arial" panose="020B0604020202020204" pitchFamily="34" charset="0"/>
            </a:endParaRPr>
          </a:p>
        </p:txBody>
      </p:sp>
    </p:spTree>
    <p:extLst>
      <p:ext uri="{BB962C8B-B14F-4D97-AF65-F5344CB8AC3E}">
        <p14:creationId xmlns:p14="http://schemas.microsoft.com/office/powerpoint/2010/main" val="407545596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Espace réservé de l'image des diapositives 1">
            <a:extLst>
              <a:ext uri="{FF2B5EF4-FFF2-40B4-BE49-F238E27FC236}">
                <a16:creationId xmlns:a16="http://schemas.microsoft.com/office/drawing/2014/main" xmlns="" id="{A3CDABB9-CE24-6C02-E38B-E170CEDECE1B}"/>
              </a:ext>
            </a:extLst>
          </p:cNvPr>
          <p:cNvSpPr>
            <a:spLocks noGrp="1" noRot="1" noChangeAspect="1" noTextEdit="1"/>
          </p:cNvSpPr>
          <p:nvPr>
            <p:ph type="sldImg"/>
          </p:nvPr>
        </p:nvSpPr>
        <p:spPr>
          <a:ln/>
        </p:spPr>
      </p:sp>
      <p:sp>
        <p:nvSpPr>
          <p:cNvPr id="59395" name="Espace réservé des commentaires 2">
            <a:extLst>
              <a:ext uri="{FF2B5EF4-FFF2-40B4-BE49-F238E27FC236}">
                <a16:creationId xmlns:a16="http://schemas.microsoft.com/office/drawing/2014/main" xmlns="" id="{CA13598C-A8D9-1287-5FF7-FABA99322A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8DB6C579-8113-4000-53BF-1E8191E22026}"/>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1816DB4-EAC9-4AA2-9FE3-30FF6BBC3767}" type="slidenum">
              <a:rPr lang="en-US" altLang="fr-FR" b="0">
                <a:latin typeface="Arial" panose="020B0604020202020204" pitchFamily="34" charset="0"/>
              </a:rPr>
              <a:pPr eaLnBrk="1" hangingPunct="1"/>
              <a:t>76</a:t>
            </a:fld>
            <a:endParaRPr lang="en-US" altLang="fr-FR" b="0">
              <a:latin typeface="Arial" panose="020B0604020202020204" pitchFamily="34" charset="0"/>
            </a:endParaRPr>
          </a:p>
        </p:txBody>
      </p:sp>
    </p:spTree>
    <p:extLst>
      <p:ext uri="{BB962C8B-B14F-4D97-AF65-F5344CB8AC3E}">
        <p14:creationId xmlns:p14="http://schemas.microsoft.com/office/powerpoint/2010/main" val="341420340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xmlns="" id="{63D71565-97EF-06E3-3C72-C6018D61548D}"/>
              </a:ext>
            </a:extLst>
          </p:cNvPr>
          <p:cNvSpPr>
            <a:spLocks noGrp="1" noRot="1" noChangeAspect="1" noTextEdit="1"/>
          </p:cNvSpPr>
          <p:nvPr>
            <p:ph type="sldImg"/>
          </p:nvPr>
        </p:nvSpPr>
        <p:spPr>
          <a:ln/>
        </p:spPr>
      </p:sp>
      <p:sp>
        <p:nvSpPr>
          <p:cNvPr id="6" name="Slide Number Placeholder 5">
            <a:extLst>
              <a:ext uri="{FF2B5EF4-FFF2-40B4-BE49-F238E27FC236}">
                <a16:creationId xmlns:a16="http://schemas.microsoft.com/office/drawing/2014/main" xmlns="" id="{D4727792-9A37-BB7A-0A37-DA1BE4BFAF99}"/>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81815D1F-C554-4465-B570-2A902ABAE0DD}" type="slidenum">
              <a:rPr lang="en-US" altLang="fr-FR" b="0">
                <a:latin typeface="Arial" panose="020B0604020202020204" pitchFamily="34" charset="0"/>
              </a:rPr>
              <a:pPr eaLnBrk="1" hangingPunct="1"/>
              <a:t>77</a:t>
            </a:fld>
            <a:endParaRPr lang="en-US" altLang="fr-FR" b="0">
              <a:latin typeface="Arial" panose="020B0604020202020204" pitchFamily="34" charset="0"/>
            </a:endParaRPr>
          </a:p>
        </p:txBody>
      </p:sp>
      <p:sp>
        <p:nvSpPr>
          <p:cNvPr id="60420" name="Espace réservé des commentaires 1">
            <a:extLst>
              <a:ext uri="{FF2B5EF4-FFF2-40B4-BE49-F238E27FC236}">
                <a16:creationId xmlns:a16="http://schemas.microsoft.com/office/drawing/2014/main" xmlns="" id="{BB250533-10B8-3D1F-C202-04FA442F08E5}"/>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98761981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7">
            <a:extLst>
              <a:ext uri="{FF2B5EF4-FFF2-40B4-BE49-F238E27FC236}">
                <a16:creationId xmlns:a16="http://schemas.microsoft.com/office/drawing/2014/main" xmlns="" id="{900C5513-EDF4-F0FB-BE7C-0627A4AC591E}"/>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7770CE4-910F-4C7E-91BD-91E1A807257F}" type="slidenum">
              <a:rPr lang="en-US" altLang="fr-FR" b="0">
                <a:latin typeface="Arial" panose="020B0604020202020204" pitchFamily="34" charset="0"/>
              </a:rPr>
              <a:pPr eaLnBrk="1" hangingPunct="1"/>
              <a:t>78</a:t>
            </a:fld>
            <a:endParaRPr lang="en-US" altLang="fr-FR" b="0">
              <a:latin typeface="Arial" panose="020B0604020202020204" pitchFamily="34" charset="0"/>
            </a:endParaRPr>
          </a:p>
        </p:txBody>
      </p:sp>
      <p:sp>
        <p:nvSpPr>
          <p:cNvPr id="61443" name="Rectangle 2">
            <a:extLst>
              <a:ext uri="{FF2B5EF4-FFF2-40B4-BE49-F238E27FC236}">
                <a16:creationId xmlns:a16="http://schemas.microsoft.com/office/drawing/2014/main" xmlns="" id="{F48CDAB4-9347-584A-5E8B-16217AC41BDB}"/>
              </a:ext>
            </a:extLst>
          </p:cNvPr>
          <p:cNvSpPr>
            <a:spLocks noGrp="1" noRot="1" noChangeAspect="1" noChangeArrowheads="1" noTextEdit="1"/>
          </p:cNvSpPr>
          <p:nvPr>
            <p:ph type="sldImg"/>
          </p:nvPr>
        </p:nvSpPr>
        <p:spPr>
          <a:xfrm>
            <a:off x="3943350" y="76200"/>
            <a:ext cx="3370263" cy="1897063"/>
          </a:xfrm>
          <a:ln/>
        </p:spPr>
      </p:sp>
      <p:sp>
        <p:nvSpPr>
          <p:cNvPr id="777222" name="Line 6">
            <a:extLst>
              <a:ext uri="{FF2B5EF4-FFF2-40B4-BE49-F238E27FC236}">
                <a16:creationId xmlns:a16="http://schemas.microsoft.com/office/drawing/2014/main" xmlns="" id="{B2EDC6F7-6AB3-4D97-0A8B-C7F3C6FCF83D}"/>
              </a:ext>
            </a:extLst>
          </p:cNvPr>
          <p:cNvSpPr>
            <a:spLocks noChangeShapeType="1"/>
          </p:cNvSpPr>
          <p:nvPr/>
        </p:nvSpPr>
        <p:spPr bwMode="auto">
          <a:xfrm>
            <a:off x="369888" y="8567738"/>
            <a:ext cx="6126162"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777223" name="Line 7">
            <a:extLst>
              <a:ext uri="{FF2B5EF4-FFF2-40B4-BE49-F238E27FC236}">
                <a16:creationId xmlns:a16="http://schemas.microsoft.com/office/drawing/2014/main" xmlns="" id="{1A114C19-0323-946B-2463-BD9CC322DD92}"/>
              </a:ext>
            </a:extLst>
          </p:cNvPr>
          <p:cNvSpPr>
            <a:spLocks noChangeShapeType="1"/>
          </p:cNvSpPr>
          <p:nvPr/>
        </p:nvSpPr>
        <p:spPr bwMode="auto">
          <a:xfrm>
            <a:off x="368300" y="9029700"/>
            <a:ext cx="6146800"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61446" name="Espace réservé des commentaires 1">
            <a:extLst>
              <a:ext uri="{FF2B5EF4-FFF2-40B4-BE49-F238E27FC236}">
                <a16:creationId xmlns:a16="http://schemas.microsoft.com/office/drawing/2014/main" xmlns="" id="{7C894A5E-4B88-9F28-E3DC-5D47EDB8B08C}"/>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17392546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C2C3A5B8-D4B6-2AF2-A74F-1F8B3708CB39}"/>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9CAFFD69-9204-45D6-BB1D-B2AA4F2A7DB1}" type="slidenum">
              <a:rPr lang="en-US" altLang="fr-FR" b="0">
                <a:solidFill>
                  <a:srgbClr val="000000"/>
                </a:solidFill>
                <a:latin typeface="Arial" panose="020B0604020202020204" pitchFamily="34" charset="0"/>
              </a:rPr>
              <a:pPr eaLnBrk="1" hangingPunct="1"/>
              <a:t>79</a:t>
            </a:fld>
            <a:endParaRPr lang="en-US" altLang="fr-FR" b="0">
              <a:solidFill>
                <a:srgbClr val="000000"/>
              </a:solidFill>
              <a:latin typeface="Arial" panose="020B0604020202020204" pitchFamily="34" charset="0"/>
            </a:endParaRPr>
          </a:p>
        </p:txBody>
      </p:sp>
      <p:sp>
        <p:nvSpPr>
          <p:cNvPr id="32771" name="Rectangle 2">
            <a:extLst>
              <a:ext uri="{FF2B5EF4-FFF2-40B4-BE49-F238E27FC236}">
                <a16:creationId xmlns:a16="http://schemas.microsoft.com/office/drawing/2014/main" xmlns="" id="{86F284A4-610F-DC40-B19B-913A886B16BA}"/>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133999791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7">
            <a:extLst>
              <a:ext uri="{FF2B5EF4-FFF2-40B4-BE49-F238E27FC236}">
                <a16:creationId xmlns:a16="http://schemas.microsoft.com/office/drawing/2014/main" xmlns="" id="{C0D642C3-F6F1-313E-CA80-47B3A9578F31}"/>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A383B853-0E12-493F-A821-B7947CCD53FB}" type="slidenum">
              <a:rPr lang="en-US" altLang="fr-FR" b="0">
                <a:latin typeface="Arial" panose="020B0604020202020204" pitchFamily="34" charset="0"/>
              </a:rPr>
              <a:pPr eaLnBrk="1" hangingPunct="1"/>
              <a:t>80</a:t>
            </a:fld>
            <a:endParaRPr lang="en-US" altLang="fr-FR" b="0">
              <a:latin typeface="Arial" panose="020B0604020202020204" pitchFamily="34" charset="0"/>
            </a:endParaRPr>
          </a:p>
        </p:txBody>
      </p:sp>
      <p:sp>
        <p:nvSpPr>
          <p:cNvPr id="33795" name="Rectangle 2">
            <a:extLst>
              <a:ext uri="{FF2B5EF4-FFF2-40B4-BE49-F238E27FC236}">
                <a16:creationId xmlns:a16="http://schemas.microsoft.com/office/drawing/2014/main" xmlns="" id="{1C090F8B-F0C7-3663-952D-A58B3F6F0E5E}"/>
              </a:ext>
            </a:extLst>
          </p:cNvPr>
          <p:cNvSpPr>
            <a:spLocks noGrp="1" noRot="1" noChangeAspect="1" noChangeArrowheads="1" noTextEdit="1"/>
          </p:cNvSpPr>
          <p:nvPr>
            <p:ph type="sldImg"/>
          </p:nvPr>
        </p:nvSpPr>
        <p:spPr>
          <a:ln/>
        </p:spPr>
      </p:sp>
      <p:sp>
        <p:nvSpPr>
          <p:cNvPr id="33796" name="Espace réservé des commentaires 1">
            <a:extLst>
              <a:ext uri="{FF2B5EF4-FFF2-40B4-BE49-F238E27FC236}">
                <a16:creationId xmlns:a16="http://schemas.microsoft.com/office/drawing/2014/main" xmlns="" id="{DC80D2B6-E6BF-30C6-B07D-13C90E619B62}"/>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12503659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1689E06D-6DB4-1734-FAF2-209DEFB4DD8C}"/>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6D6FB241-09E8-40AE-9975-A138D31BC031}" type="slidenum">
              <a:rPr lang="en-US" altLang="fr-FR" b="0">
                <a:latin typeface="Arial" panose="020B0604020202020204" pitchFamily="34" charset="0"/>
              </a:rPr>
              <a:pPr eaLnBrk="1" hangingPunct="1"/>
              <a:t>81</a:t>
            </a:fld>
            <a:endParaRPr lang="en-US" altLang="fr-FR" b="0">
              <a:latin typeface="Arial" panose="020B0604020202020204" pitchFamily="34" charset="0"/>
            </a:endParaRPr>
          </a:p>
        </p:txBody>
      </p:sp>
      <p:sp>
        <p:nvSpPr>
          <p:cNvPr id="34819" name="Rectangle 2">
            <a:extLst>
              <a:ext uri="{FF2B5EF4-FFF2-40B4-BE49-F238E27FC236}">
                <a16:creationId xmlns:a16="http://schemas.microsoft.com/office/drawing/2014/main" xmlns="" id="{59F88828-1E23-27B2-9FCE-B9C6BFC55907}"/>
              </a:ext>
            </a:extLst>
          </p:cNvPr>
          <p:cNvSpPr>
            <a:spLocks noGrp="1" noRot="1" noChangeAspect="1" noChangeArrowheads="1" noTextEdit="1"/>
          </p:cNvSpPr>
          <p:nvPr>
            <p:ph type="sldImg"/>
          </p:nvPr>
        </p:nvSpPr>
        <p:spPr>
          <a:ln/>
        </p:spPr>
      </p:sp>
      <p:sp>
        <p:nvSpPr>
          <p:cNvPr id="34820" name="Espace réservé des commentaires 1">
            <a:extLst>
              <a:ext uri="{FF2B5EF4-FFF2-40B4-BE49-F238E27FC236}">
                <a16:creationId xmlns:a16="http://schemas.microsoft.com/office/drawing/2014/main" xmlns="" id="{192C8142-563F-E750-D7C9-D7AF405DCD4B}"/>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46673397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3A8A31FF-D6D3-5A43-0A55-54E3CF37A876}"/>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C784CED6-5755-4427-96BA-C722AEBCF7D0}" type="slidenum">
              <a:rPr lang="en-US" altLang="fr-FR" b="0">
                <a:latin typeface="Arial" panose="020B0604020202020204" pitchFamily="34" charset="0"/>
              </a:rPr>
              <a:pPr eaLnBrk="1" hangingPunct="1"/>
              <a:t>82</a:t>
            </a:fld>
            <a:endParaRPr lang="en-US" altLang="fr-FR" b="0">
              <a:latin typeface="Arial" panose="020B0604020202020204" pitchFamily="34" charset="0"/>
            </a:endParaRPr>
          </a:p>
        </p:txBody>
      </p:sp>
      <p:sp>
        <p:nvSpPr>
          <p:cNvPr id="35843" name="Rectangle 2">
            <a:extLst>
              <a:ext uri="{FF2B5EF4-FFF2-40B4-BE49-F238E27FC236}">
                <a16:creationId xmlns:a16="http://schemas.microsoft.com/office/drawing/2014/main" xmlns="" id="{CFA19457-64BC-9CE8-3FD4-E0F3D05F2834}"/>
              </a:ext>
            </a:extLst>
          </p:cNvPr>
          <p:cNvSpPr>
            <a:spLocks noGrp="1" noRot="1" noChangeAspect="1" noChangeArrowheads="1" noTextEdit="1"/>
          </p:cNvSpPr>
          <p:nvPr>
            <p:ph type="sldImg"/>
          </p:nvPr>
        </p:nvSpPr>
        <p:spPr>
          <a:ln/>
        </p:spPr>
      </p:sp>
      <p:sp>
        <p:nvSpPr>
          <p:cNvPr id="35844" name="Espace réservé des commentaires 1">
            <a:extLst>
              <a:ext uri="{FF2B5EF4-FFF2-40B4-BE49-F238E27FC236}">
                <a16:creationId xmlns:a16="http://schemas.microsoft.com/office/drawing/2014/main" xmlns="" id="{5A7B48F7-7C97-9648-1E4C-7E213140F3B0}"/>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18599877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2D8FDEE5-39B2-54B2-25A7-6A03DB74974F}"/>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C299EBA2-6236-4BD1-BEBC-78842EE0203A}" type="slidenum">
              <a:rPr lang="en-US" altLang="fr-FR" b="0">
                <a:latin typeface="Arial" panose="020B0604020202020204" pitchFamily="34" charset="0"/>
              </a:rPr>
              <a:pPr eaLnBrk="1" hangingPunct="1"/>
              <a:t>83</a:t>
            </a:fld>
            <a:endParaRPr lang="en-US" altLang="fr-FR" b="0">
              <a:latin typeface="Arial" panose="020B0604020202020204" pitchFamily="34" charset="0"/>
            </a:endParaRPr>
          </a:p>
        </p:txBody>
      </p:sp>
      <p:sp>
        <p:nvSpPr>
          <p:cNvPr id="36867" name="Rectangle 2">
            <a:extLst>
              <a:ext uri="{FF2B5EF4-FFF2-40B4-BE49-F238E27FC236}">
                <a16:creationId xmlns:a16="http://schemas.microsoft.com/office/drawing/2014/main" xmlns="" id="{E890BFAF-1E9B-7AD7-2C28-AB9FA8AF55F2}"/>
              </a:ext>
            </a:extLst>
          </p:cNvPr>
          <p:cNvSpPr>
            <a:spLocks noGrp="1" noRot="1" noChangeAspect="1" noChangeArrowheads="1" noTextEdit="1"/>
          </p:cNvSpPr>
          <p:nvPr>
            <p:ph type="sldImg"/>
          </p:nvPr>
        </p:nvSpPr>
        <p:spPr>
          <a:ln/>
        </p:spPr>
      </p:sp>
      <p:sp>
        <p:nvSpPr>
          <p:cNvPr id="36868" name="Espace réservé des commentaires 1">
            <a:extLst>
              <a:ext uri="{FF2B5EF4-FFF2-40B4-BE49-F238E27FC236}">
                <a16:creationId xmlns:a16="http://schemas.microsoft.com/office/drawing/2014/main" xmlns="" id="{A4053DB2-0D0F-0BB8-6037-F0BE4013B342}"/>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40919422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21BECC3C-A46A-EF67-4621-E2A710AD18C0}"/>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6D982C33-3F38-40DC-9B55-CDDC753FEBDE}" type="slidenum">
              <a:rPr lang="en-US" altLang="fr-FR" b="0">
                <a:latin typeface="Arial" panose="020B0604020202020204" pitchFamily="34" charset="0"/>
              </a:rPr>
              <a:pPr eaLnBrk="1" hangingPunct="1"/>
              <a:t>84</a:t>
            </a:fld>
            <a:endParaRPr lang="en-US" altLang="fr-FR" b="0">
              <a:latin typeface="Arial" panose="020B0604020202020204" pitchFamily="34" charset="0"/>
            </a:endParaRPr>
          </a:p>
        </p:txBody>
      </p:sp>
      <p:sp>
        <p:nvSpPr>
          <p:cNvPr id="37891" name="Rectangle 2">
            <a:extLst>
              <a:ext uri="{FF2B5EF4-FFF2-40B4-BE49-F238E27FC236}">
                <a16:creationId xmlns:a16="http://schemas.microsoft.com/office/drawing/2014/main" xmlns="" id="{9EB665B1-9895-B7A4-254C-A3F6B9343B32}"/>
              </a:ext>
            </a:extLst>
          </p:cNvPr>
          <p:cNvSpPr>
            <a:spLocks noGrp="1" noRot="1" noChangeAspect="1" noChangeArrowheads="1" noTextEdit="1"/>
          </p:cNvSpPr>
          <p:nvPr>
            <p:ph type="sldImg"/>
          </p:nvPr>
        </p:nvSpPr>
        <p:spPr>
          <a:ln/>
        </p:spPr>
      </p:sp>
      <p:sp>
        <p:nvSpPr>
          <p:cNvPr id="37892" name="Espace réservé des commentaires 1">
            <a:extLst>
              <a:ext uri="{FF2B5EF4-FFF2-40B4-BE49-F238E27FC236}">
                <a16:creationId xmlns:a16="http://schemas.microsoft.com/office/drawing/2014/main" xmlns="" id="{3F4B20D2-8332-EA51-F1A7-EEFF85B44B7B}"/>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258882221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1457BA73-FF7A-799A-FB2D-4F97C9C8B321}"/>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ABF32C5-60F9-43A5-B880-3B2A36081B51}" type="slidenum">
              <a:rPr lang="en-US" altLang="fr-FR" b="0">
                <a:latin typeface="Arial" panose="020B0604020202020204" pitchFamily="34" charset="0"/>
              </a:rPr>
              <a:pPr eaLnBrk="1" hangingPunct="1"/>
              <a:t>85</a:t>
            </a:fld>
            <a:endParaRPr lang="en-US" altLang="fr-FR" b="0">
              <a:latin typeface="Arial" panose="020B0604020202020204" pitchFamily="34" charset="0"/>
            </a:endParaRPr>
          </a:p>
        </p:txBody>
      </p:sp>
      <p:sp>
        <p:nvSpPr>
          <p:cNvPr id="38915" name="Rectangle 2">
            <a:extLst>
              <a:ext uri="{FF2B5EF4-FFF2-40B4-BE49-F238E27FC236}">
                <a16:creationId xmlns:a16="http://schemas.microsoft.com/office/drawing/2014/main" xmlns="" id="{08FF8B33-2D85-6DEF-53A7-35DB25D47D86}"/>
              </a:ext>
            </a:extLst>
          </p:cNvPr>
          <p:cNvSpPr>
            <a:spLocks noGrp="1" noRot="1" noChangeAspect="1" noChangeArrowheads="1" noTextEdit="1"/>
          </p:cNvSpPr>
          <p:nvPr>
            <p:ph type="sldImg"/>
          </p:nvPr>
        </p:nvSpPr>
        <p:spPr>
          <a:ln/>
        </p:spPr>
      </p:sp>
      <p:sp>
        <p:nvSpPr>
          <p:cNvPr id="38916" name="Espace réservé des commentaires 1">
            <a:extLst>
              <a:ext uri="{FF2B5EF4-FFF2-40B4-BE49-F238E27FC236}">
                <a16:creationId xmlns:a16="http://schemas.microsoft.com/office/drawing/2014/main" xmlns="" id="{F7DDE1BC-E1E7-A663-A7CE-24EA9AC5155A}"/>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13273141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DACDFD74-AA51-D73C-4882-F4773F2BC0F4}"/>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8E30B9B9-1D45-4149-B24B-0074352378E8}" type="slidenum">
              <a:rPr lang="en-US" altLang="fr-FR" b="0">
                <a:latin typeface="Arial" panose="020B0604020202020204" pitchFamily="34" charset="0"/>
              </a:rPr>
              <a:pPr eaLnBrk="1" hangingPunct="1"/>
              <a:t>86</a:t>
            </a:fld>
            <a:endParaRPr lang="en-US" altLang="fr-FR" b="0">
              <a:latin typeface="Arial" panose="020B0604020202020204" pitchFamily="34" charset="0"/>
            </a:endParaRPr>
          </a:p>
        </p:txBody>
      </p:sp>
      <p:sp>
        <p:nvSpPr>
          <p:cNvPr id="39939" name="Rectangle 2">
            <a:extLst>
              <a:ext uri="{FF2B5EF4-FFF2-40B4-BE49-F238E27FC236}">
                <a16:creationId xmlns:a16="http://schemas.microsoft.com/office/drawing/2014/main" xmlns="" id="{8E520A2B-CBEE-3ACD-5DC6-53EEB97AE764}"/>
              </a:ext>
            </a:extLst>
          </p:cNvPr>
          <p:cNvSpPr>
            <a:spLocks noGrp="1" noRot="1" noChangeAspect="1" noChangeArrowheads="1" noTextEdit="1"/>
          </p:cNvSpPr>
          <p:nvPr>
            <p:ph type="sldImg"/>
          </p:nvPr>
        </p:nvSpPr>
        <p:spPr>
          <a:ln/>
        </p:spPr>
      </p:sp>
      <p:sp>
        <p:nvSpPr>
          <p:cNvPr id="39940" name="Espace réservé des commentaires 1">
            <a:extLst>
              <a:ext uri="{FF2B5EF4-FFF2-40B4-BE49-F238E27FC236}">
                <a16:creationId xmlns:a16="http://schemas.microsoft.com/office/drawing/2014/main" xmlns="" id="{8894716E-C65D-F5B8-A1CF-2389DE6B8F85}"/>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09699345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54B3BCE2-43C2-D0FD-791A-BE9BA2732943}"/>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A37E6F21-5AD3-4359-A73C-B52B9DD729A1}" type="slidenum">
              <a:rPr lang="en-US" altLang="fr-FR" b="0">
                <a:latin typeface="Arial" panose="020B0604020202020204" pitchFamily="34" charset="0"/>
              </a:rPr>
              <a:pPr eaLnBrk="1" hangingPunct="1"/>
              <a:t>87</a:t>
            </a:fld>
            <a:endParaRPr lang="en-US" altLang="fr-FR" b="0">
              <a:latin typeface="Arial" panose="020B0604020202020204" pitchFamily="34" charset="0"/>
            </a:endParaRPr>
          </a:p>
        </p:txBody>
      </p:sp>
      <p:sp>
        <p:nvSpPr>
          <p:cNvPr id="40963" name="Rectangle 2">
            <a:extLst>
              <a:ext uri="{FF2B5EF4-FFF2-40B4-BE49-F238E27FC236}">
                <a16:creationId xmlns:a16="http://schemas.microsoft.com/office/drawing/2014/main" xmlns="" id="{A599E7FE-EA2F-74B5-93A0-CF846EE02BD2}"/>
              </a:ext>
            </a:extLst>
          </p:cNvPr>
          <p:cNvSpPr>
            <a:spLocks noGrp="1" noRot="1" noChangeAspect="1" noChangeArrowheads="1" noTextEdit="1"/>
          </p:cNvSpPr>
          <p:nvPr>
            <p:ph type="sldImg"/>
          </p:nvPr>
        </p:nvSpPr>
        <p:spPr>
          <a:ln/>
        </p:spPr>
      </p:sp>
      <p:sp>
        <p:nvSpPr>
          <p:cNvPr id="40964" name="Espace réservé des commentaires 1">
            <a:extLst>
              <a:ext uri="{FF2B5EF4-FFF2-40B4-BE49-F238E27FC236}">
                <a16:creationId xmlns:a16="http://schemas.microsoft.com/office/drawing/2014/main" xmlns="" id="{70A25304-F4AB-6CCE-E0AB-0FD127B4C360}"/>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417881163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FF8C3500-725F-670B-B6F7-21FF1A66FCCB}"/>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E2CDCC9-A026-4B32-93B9-AB527E9C59D6}" type="slidenum">
              <a:rPr lang="en-US" altLang="fr-FR" b="0">
                <a:latin typeface="Arial" panose="020B0604020202020204" pitchFamily="34" charset="0"/>
              </a:rPr>
              <a:pPr eaLnBrk="1" hangingPunct="1"/>
              <a:t>88</a:t>
            </a:fld>
            <a:endParaRPr lang="en-US" altLang="fr-FR" b="0">
              <a:latin typeface="Arial" panose="020B0604020202020204" pitchFamily="34" charset="0"/>
            </a:endParaRPr>
          </a:p>
        </p:txBody>
      </p:sp>
      <p:sp>
        <p:nvSpPr>
          <p:cNvPr id="41987" name="Rectangle 2">
            <a:extLst>
              <a:ext uri="{FF2B5EF4-FFF2-40B4-BE49-F238E27FC236}">
                <a16:creationId xmlns:a16="http://schemas.microsoft.com/office/drawing/2014/main" xmlns="" id="{933320BF-F14E-7DAF-9CF8-2513E71E4CAC}"/>
              </a:ext>
            </a:extLst>
          </p:cNvPr>
          <p:cNvSpPr>
            <a:spLocks noGrp="1" noRot="1" noChangeAspect="1" noChangeArrowheads="1" noTextEdit="1"/>
          </p:cNvSpPr>
          <p:nvPr>
            <p:ph type="sldImg"/>
          </p:nvPr>
        </p:nvSpPr>
        <p:spPr>
          <a:ln/>
        </p:spPr>
      </p:sp>
      <p:sp>
        <p:nvSpPr>
          <p:cNvPr id="41988" name="Espace réservé des commentaires 1">
            <a:extLst>
              <a:ext uri="{FF2B5EF4-FFF2-40B4-BE49-F238E27FC236}">
                <a16:creationId xmlns:a16="http://schemas.microsoft.com/office/drawing/2014/main" xmlns="" id="{A8F89240-19A3-FDC4-8A8B-271E377B741D}"/>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86775955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2AEFBD4C-1C21-0687-B2AA-EB7AF18C1E13}"/>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8AD82AC-7D82-4554-A50F-866A0D491896}" type="slidenum">
              <a:rPr lang="en-US" altLang="fr-FR" b="0">
                <a:latin typeface="Arial" panose="020B0604020202020204" pitchFamily="34" charset="0"/>
              </a:rPr>
              <a:pPr eaLnBrk="1" hangingPunct="1"/>
              <a:t>89</a:t>
            </a:fld>
            <a:endParaRPr lang="en-US" altLang="fr-FR" b="0">
              <a:latin typeface="Arial" panose="020B0604020202020204" pitchFamily="34" charset="0"/>
            </a:endParaRPr>
          </a:p>
        </p:txBody>
      </p:sp>
      <p:sp>
        <p:nvSpPr>
          <p:cNvPr id="43011" name="Rectangle 2">
            <a:extLst>
              <a:ext uri="{FF2B5EF4-FFF2-40B4-BE49-F238E27FC236}">
                <a16:creationId xmlns:a16="http://schemas.microsoft.com/office/drawing/2014/main" xmlns="" id="{7E7E9F41-1BD9-1ACB-10A2-42CA1FF85F13}"/>
              </a:ext>
            </a:extLst>
          </p:cNvPr>
          <p:cNvSpPr>
            <a:spLocks noGrp="1" noRot="1" noChangeAspect="1" noChangeArrowheads="1" noTextEdit="1"/>
          </p:cNvSpPr>
          <p:nvPr>
            <p:ph type="sldImg"/>
          </p:nvPr>
        </p:nvSpPr>
        <p:spPr>
          <a:ln/>
        </p:spPr>
      </p:sp>
      <p:sp>
        <p:nvSpPr>
          <p:cNvPr id="43012" name="Espace réservé des commentaires 1">
            <a:extLst>
              <a:ext uri="{FF2B5EF4-FFF2-40B4-BE49-F238E27FC236}">
                <a16:creationId xmlns:a16="http://schemas.microsoft.com/office/drawing/2014/main" xmlns="" id="{9EA3BDB5-9836-DC25-FC0E-AD4775245462}"/>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84513314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Espace réservé de l'image des diapositives 1">
            <a:extLst>
              <a:ext uri="{FF2B5EF4-FFF2-40B4-BE49-F238E27FC236}">
                <a16:creationId xmlns:a16="http://schemas.microsoft.com/office/drawing/2014/main" xmlns="" id="{A19A1B21-6382-2EF2-5B2E-3B6AD6D362CA}"/>
              </a:ext>
            </a:extLst>
          </p:cNvPr>
          <p:cNvSpPr>
            <a:spLocks noGrp="1" noRot="1" noChangeAspect="1" noTextEdit="1"/>
          </p:cNvSpPr>
          <p:nvPr>
            <p:ph type="sldImg"/>
          </p:nvPr>
        </p:nvSpPr>
        <p:spPr>
          <a:ln/>
        </p:spPr>
      </p:sp>
      <p:sp>
        <p:nvSpPr>
          <p:cNvPr id="44035" name="Espace réservé des commentaires 2">
            <a:extLst>
              <a:ext uri="{FF2B5EF4-FFF2-40B4-BE49-F238E27FC236}">
                <a16:creationId xmlns:a16="http://schemas.microsoft.com/office/drawing/2014/main" xmlns="" id="{F067DAC4-31FE-3AA5-1EE4-0502A77587A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BB482FE6-A17B-2270-0698-3DB9C4827954}"/>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D08384EF-432B-4432-9EE6-5104FBFB209D}" type="slidenum">
              <a:rPr lang="en-US" altLang="fr-FR" b="0">
                <a:latin typeface="Arial" panose="020B0604020202020204" pitchFamily="34" charset="0"/>
              </a:rPr>
              <a:pPr eaLnBrk="1" hangingPunct="1"/>
              <a:t>90</a:t>
            </a:fld>
            <a:endParaRPr lang="en-US" altLang="fr-FR" b="0">
              <a:latin typeface="Arial" panose="020B0604020202020204" pitchFamily="34" charset="0"/>
            </a:endParaRPr>
          </a:p>
        </p:txBody>
      </p:sp>
    </p:spTree>
    <p:extLst>
      <p:ext uri="{BB962C8B-B14F-4D97-AF65-F5344CB8AC3E}">
        <p14:creationId xmlns:p14="http://schemas.microsoft.com/office/powerpoint/2010/main" val="224394309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Espace réservé de l'image des diapositives 1">
            <a:extLst>
              <a:ext uri="{FF2B5EF4-FFF2-40B4-BE49-F238E27FC236}">
                <a16:creationId xmlns:a16="http://schemas.microsoft.com/office/drawing/2014/main" xmlns="" id="{872E123E-D249-5A27-1423-046E309DEBEA}"/>
              </a:ext>
            </a:extLst>
          </p:cNvPr>
          <p:cNvSpPr>
            <a:spLocks noGrp="1" noRot="1" noChangeAspect="1" noTextEdit="1"/>
          </p:cNvSpPr>
          <p:nvPr>
            <p:ph type="sldImg"/>
          </p:nvPr>
        </p:nvSpPr>
        <p:spPr>
          <a:ln/>
        </p:spPr>
      </p:sp>
      <p:sp>
        <p:nvSpPr>
          <p:cNvPr id="45059" name="Espace réservé des commentaires 2">
            <a:extLst>
              <a:ext uri="{FF2B5EF4-FFF2-40B4-BE49-F238E27FC236}">
                <a16:creationId xmlns:a16="http://schemas.microsoft.com/office/drawing/2014/main" xmlns="" id="{29843075-3C84-0992-BC0E-AF2D8AA51B1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B069896C-97F8-D403-2AFA-9CCE4BB2FFAD}"/>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B575325-DEF1-4DF2-A60D-1384B9C7762B}" type="slidenum">
              <a:rPr lang="en-US" altLang="fr-FR" b="0">
                <a:latin typeface="Arial" panose="020B0604020202020204" pitchFamily="34" charset="0"/>
              </a:rPr>
              <a:pPr eaLnBrk="1" hangingPunct="1"/>
              <a:t>91</a:t>
            </a:fld>
            <a:endParaRPr lang="en-US" altLang="fr-FR" b="0">
              <a:latin typeface="Arial" panose="020B0604020202020204" pitchFamily="34" charset="0"/>
            </a:endParaRPr>
          </a:p>
        </p:txBody>
      </p:sp>
    </p:spTree>
    <p:extLst>
      <p:ext uri="{BB962C8B-B14F-4D97-AF65-F5344CB8AC3E}">
        <p14:creationId xmlns:p14="http://schemas.microsoft.com/office/powerpoint/2010/main" val="278032793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97EBE8B-3848-EBAF-90F1-6044E79FB18A}"/>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614B2F61-4493-4A23-9951-F2BC068C3D6E}" type="slidenum">
              <a:rPr lang="en-US" altLang="fr-FR" b="0">
                <a:latin typeface="Arial" panose="020B0604020202020204" pitchFamily="34" charset="0"/>
              </a:rPr>
              <a:pPr eaLnBrk="1" hangingPunct="1"/>
              <a:t>92</a:t>
            </a:fld>
            <a:endParaRPr lang="en-US" altLang="fr-FR" b="0">
              <a:latin typeface="Arial" panose="020B0604020202020204" pitchFamily="34" charset="0"/>
            </a:endParaRPr>
          </a:p>
        </p:txBody>
      </p:sp>
      <p:sp>
        <p:nvSpPr>
          <p:cNvPr id="46083" name="Rectangle 2">
            <a:extLst>
              <a:ext uri="{FF2B5EF4-FFF2-40B4-BE49-F238E27FC236}">
                <a16:creationId xmlns:a16="http://schemas.microsoft.com/office/drawing/2014/main" xmlns="" id="{CD29B4C8-D4A4-10BF-45D1-11639EB4379F}"/>
              </a:ext>
            </a:extLst>
          </p:cNvPr>
          <p:cNvSpPr>
            <a:spLocks noGrp="1" noRot="1" noChangeAspect="1" noChangeArrowheads="1" noTextEdit="1"/>
          </p:cNvSpPr>
          <p:nvPr>
            <p:ph type="sldImg"/>
          </p:nvPr>
        </p:nvSpPr>
        <p:spPr>
          <a:ln/>
        </p:spPr>
      </p:sp>
      <p:sp>
        <p:nvSpPr>
          <p:cNvPr id="46084" name="Espace réservé des commentaires 1">
            <a:extLst>
              <a:ext uri="{FF2B5EF4-FFF2-40B4-BE49-F238E27FC236}">
                <a16:creationId xmlns:a16="http://schemas.microsoft.com/office/drawing/2014/main" xmlns="" id="{E0186F94-99E3-6819-CD93-4B49DBDDE02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95565663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DB51026-403B-608E-D462-0EFE3AE1EACB}"/>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D27E6F0-10BE-48A9-94A0-2FE3FB9BA8D5}" type="slidenum">
              <a:rPr lang="en-US" altLang="fr-FR" b="0">
                <a:latin typeface="Arial" panose="020B0604020202020204" pitchFamily="34" charset="0"/>
              </a:rPr>
              <a:pPr eaLnBrk="1" hangingPunct="1"/>
              <a:t>93</a:t>
            </a:fld>
            <a:endParaRPr lang="en-US" altLang="fr-FR" b="0">
              <a:latin typeface="Arial" panose="020B0604020202020204" pitchFamily="34" charset="0"/>
            </a:endParaRPr>
          </a:p>
        </p:txBody>
      </p:sp>
      <p:sp>
        <p:nvSpPr>
          <p:cNvPr id="47107" name="Rectangle 2">
            <a:extLst>
              <a:ext uri="{FF2B5EF4-FFF2-40B4-BE49-F238E27FC236}">
                <a16:creationId xmlns:a16="http://schemas.microsoft.com/office/drawing/2014/main" xmlns="" id="{7859F057-98C6-DC60-1DF1-951DD2E600A1}"/>
              </a:ext>
            </a:extLst>
          </p:cNvPr>
          <p:cNvSpPr>
            <a:spLocks noGrp="1" noRot="1" noChangeAspect="1" noChangeArrowheads="1" noTextEdit="1"/>
          </p:cNvSpPr>
          <p:nvPr>
            <p:ph type="sldImg"/>
          </p:nvPr>
        </p:nvSpPr>
        <p:spPr>
          <a:ln/>
        </p:spPr>
      </p:sp>
      <p:sp>
        <p:nvSpPr>
          <p:cNvPr id="47108" name="Espace réservé des commentaires 1">
            <a:extLst>
              <a:ext uri="{FF2B5EF4-FFF2-40B4-BE49-F238E27FC236}">
                <a16:creationId xmlns:a16="http://schemas.microsoft.com/office/drawing/2014/main" xmlns="" id="{D8CB7F4B-143D-6D68-A0F6-BCE7CB8C74C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182336735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F1CB12E-7983-0397-FEF5-932810000EC1}"/>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08DF4955-9C5D-4419-9322-304DD238BDB0}" type="slidenum">
              <a:rPr lang="en-US" altLang="fr-FR" b="0">
                <a:latin typeface="Arial" panose="020B0604020202020204" pitchFamily="34" charset="0"/>
              </a:rPr>
              <a:pPr eaLnBrk="1" hangingPunct="1"/>
              <a:t>94</a:t>
            </a:fld>
            <a:endParaRPr lang="en-US" altLang="fr-FR" b="0">
              <a:latin typeface="Arial" panose="020B0604020202020204" pitchFamily="34" charset="0"/>
            </a:endParaRPr>
          </a:p>
        </p:txBody>
      </p:sp>
      <p:sp>
        <p:nvSpPr>
          <p:cNvPr id="48131" name="Rectangle 2">
            <a:extLst>
              <a:ext uri="{FF2B5EF4-FFF2-40B4-BE49-F238E27FC236}">
                <a16:creationId xmlns:a16="http://schemas.microsoft.com/office/drawing/2014/main" xmlns="" id="{C957C8FD-BDCE-AD43-58AB-C3AF1F20E47A}"/>
              </a:ext>
            </a:extLst>
          </p:cNvPr>
          <p:cNvSpPr>
            <a:spLocks noGrp="1" noRot="1" noChangeAspect="1" noChangeArrowheads="1" noTextEdit="1"/>
          </p:cNvSpPr>
          <p:nvPr>
            <p:ph type="sldImg"/>
          </p:nvPr>
        </p:nvSpPr>
        <p:spPr>
          <a:ln/>
        </p:spPr>
      </p:sp>
      <p:sp>
        <p:nvSpPr>
          <p:cNvPr id="48132" name="Espace réservé des commentaires 1">
            <a:extLst>
              <a:ext uri="{FF2B5EF4-FFF2-40B4-BE49-F238E27FC236}">
                <a16:creationId xmlns:a16="http://schemas.microsoft.com/office/drawing/2014/main" xmlns="" id="{762CC47C-ED65-6AB6-4ACE-20C86E60B1D7}"/>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225323568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EF8AD80A-FA22-DD14-C6A1-69DBF8FD27B4}"/>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41B6AA7-631F-4B93-B165-4AA8E4A13CD1}" type="slidenum">
              <a:rPr lang="en-US" altLang="fr-FR" b="0">
                <a:latin typeface="Arial" panose="020B0604020202020204" pitchFamily="34" charset="0"/>
              </a:rPr>
              <a:pPr eaLnBrk="1" hangingPunct="1"/>
              <a:t>95</a:t>
            </a:fld>
            <a:endParaRPr lang="en-US" altLang="fr-FR" b="0">
              <a:latin typeface="Arial" panose="020B0604020202020204" pitchFamily="34" charset="0"/>
            </a:endParaRPr>
          </a:p>
        </p:txBody>
      </p:sp>
      <p:sp>
        <p:nvSpPr>
          <p:cNvPr id="49155" name="Rectangle 2">
            <a:extLst>
              <a:ext uri="{FF2B5EF4-FFF2-40B4-BE49-F238E27FC236}">
                <a16:creationId xmlns:a16="http://schemas.microsoft.com/office/drawing/2014/main" xmlns="" id="{6E545B18-DC5D-A497-EFDD-3CCA69A3E9F6}"/>
              </a:ext>
            </a:extLst>
          </p:cNvPr>
          <p:cNvSpPr>
            <a:spLocks noGrp="1" noRot="1" noChangeAspect="1" noChangeArrowheads="1" noTextEdit="1"/>
          </p:cNvSpPr>
          <p:nvPr>
            <p:ph type="sldImg"/>
          </p:nvPr>
        </p:nvSpPr>
        <p:spPr>
          <a:ln/>
        </p:spPr>
      </p:sp>
      <p:sp>
        <p:nvSpPr>
          <p:cNvPr id="49156" name="Espace réservé des commentaires 1">
            <a:extLst>
              <a:ext uri="{FF2B5EF4-FFF2-40B4-BE49-F238E27FC236}">
                <a16:creationId xmlns:a16="http://schemas.microsoft.com/office/drawing/2014/main" xmlns="" id="{86617EF5-75EE-9441-B4A1-DFEC39075D35}"/>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205379434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9B6EA06-6C58-A4A1-2389-34468495CF5F}"/>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B09C65AC-0910-4108-A1B0-DF212C2A882A}" type="slidenum">
              <a:rPr lang="en-US" altLang="fr-FR" b="0">
                <a:latin typeface="Arial" panose="020B0604020202020204" pitchFamily="34" charset="0"/>
              </a:rPr>
              <a:pPr eaLnBrk="1" hangingPunct="1"/>
              <a:t>96</a:t>
            </a:fld>
            <a:endParaRPr lang="en-US" altLang="fr-FR" b="0">
              <a:latin typeface="Arial" panose="020B0604020202020204" pitchFamily="34" charset="0"/>
            </a:endParaRPr>
          </a:p>
        </p:txBody>
      </p:sp>
      <p:sp>
        <p:nvSpPr>
          <p:cNvPr id="50179" name="Rectangle 2">
            <a:extLst>
              <a:ext uri="{FF2B5EF4-FFF2-40B4-BE49-F238E27FC236}">
                <a16:creationId xmlns:a16="http://schemas.microsoft.com/office/drawing/2014/main" xmlns="" id="{12ACEE1B-705D-4B26-CE91-5B89071158D9}"/>
              </a:ext>
            </a:extLst>
          </p:cNvPr>
          <p:cNvSpPr>
            <a:spLocks noGrp="1" noRot="1" noChangeAspect="1" noChangeArrowheads="1" noTextEdit="1"/>
          </p:cNvSpPr>
          <p:nvPr>
            <p:ph type="sldImg"/>
          </p:nvPr>
        </p:nvSpPr>
        <p:spPr>
          <a:ln/>
        </p:spPr>
      </p:sp>
      <p:sp>
        <p:nvSpPr>
          <p:cNvPr id="50180" name="Espace réservé des commentaires 1">
            <a:extLst>
              <a:ext uri="{FF2B5EF4-FFF2-40B4-BE49-F238E27FC236}">
                <a16:creationId xmlns:a16="http://schemas.microsoft.com/office/drawing/2014/main" xmlns="" id="{3BB6D2A2-14EA-C9CD-84F5-5514899FFE58}"/>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356834800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A9400D3-8944-679A-8208-BAD694F5501D}"/>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DCB635B0-1477-489F-A3F3-967496BA83FD}" type="slidenum">
              <a:rPr lang="en-US" altLang="fr-FR" b="0">
                <a:latin typeface="Arial" panose="020B0604020202020204" pitchFamily="34" charset="0"/>
              </a:rPr>
              <a:pPr eaLnBrk="1" hangingPunct="1"/>
              <a:t>97</a:t>
            </a:fld>
            <a:endParaRPr lang="en-US" altLang="fr-FR" b="0">
              <a:latin typeface="Arial" panose="020B0604020202020204" pitchFamily="34" charset="0"/>
            </a:endParaRPr>
          </a:p>
        </p:txBody>
      </p:sp>
      <p:sp>
        <p:nvSpPr>
          <p:cNvPr id="51203" name="Rectangle 2">
            <a:extLst>
              <a:ext uri="{FF2B5EF4-FFF2-40B4-BE49-F238E27FC236}">
                <a16:creationId xmlns:a16="http://schemas.microsoft.com/office/drawing/2014/main" xmlns="" id="{7B08432A-6E51-3A2A-23FC-FC4B9E42EEA9}"/>
              </a:ext>
            </a:extLst>
          </p:cNvPr>
          <p:cNvSpPr>
            <a:spLocks noGrp="1" noRot="1" noChangeAspect="1" noChangeArrowheads="1" noTextEdit="1"/>
          </p:cNvSpPr>
          <p:nvPr>
            <p:ph type="sldImg"/>
          </p:nvPr>
        </p:nvSpPr>
        <p:spPr>
          <a:ln/>
        </p:spPr>
      </p:sp>
      <p:sp>
        <p:nvSpPr>
          <p:cNvPr id="51204" name="Espace réservé des commentaires 1">
            <a:extLst>
              <a:ext uri="{FF2B5EF4-FFF2-40B4-BE49-F238E27FC236}">
                <a16:creationId xmlns:a16="http://schemas.microsoft.com/office/drawing/2014/main" xmlns="" id="{BC3FC594-C48F-582D-01DA-C3B34E794E3F}"/>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415320434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ce réservé de l'image des diapositives 1">
            <a:extLst>
              <a:ext uri="{FF2B5EF4-FFF2-40B4-BE49-F238E27FC236}">
                <a16:creationId xmlns:a16="http://schemas.microsoft.com/office/drawing/2014/main" xmlns="" id="{9F341C5E-95F6-A283-D4A1-7301E0652012}"/>
              </a:ext>
            </a:extLst>
          </p:cNvPr>
          <p:cNvSpPr>
            <a:spLocks noGrp="1" noRot="1" noChangeAspect="1" noTextEdit="1"/>
          </p:cNvSpPr>
          <p:nvPr>
            <p:ph type="sldImg"/>
          </p:nvPr>
        </p:nvSpPr>
        <p:spPr>
          <a:ln/>
        </p:spPr>
      </p:sp>
      <p:sp>
        <p:nvSpPr>
          <p:cNvPr id="52227" name="Espace réservé des commentaires 2">
            <a:extLst>
              <a:ext uri="{FF2B5EF4-FFF2-40B4-BE49-F238E27FC236}">
                <a16:creationId xmlns:a16="http://schemas.microsoft.com/office/drawing/2014/main" xmlns="" id="{E31CC43A-357A-4076-AB91-F3753B8F60A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03C3E540-7901-9E8D-F006-9A92774771A9}"/>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0D0D56BA-4026-4CF9-B333-4C29C9D47E27}" type="slidenum">
              <a:rPr lang="en-US" altLang="fr-FR" b="0">
                <a:latin typeface="Arial" panose="020B0604020202020204" pitchFamily="34" charset="0"/>
              </a:rPr>
              <a:pPr eaLnBrk="1" hangingPunct="1"/>
              <a:t>98</a:t>
            </a:fld>
            <a:endParaRPr lang="en-US" altLang="fr-FR" b="0">
              <a:latin typeface="Arial" panose="020B0604020202020204" pitchFamily="34" charset="0"/>
            </a:endParaRPr>
          </a:p>
        </p:txBody>
      </p:sp>
    </p:spTree>
    <p:extLst>
      <p:ext uri="{BB962C8B-B14F-4D97-AF65-F5344CB8AC3E}">
        <p14:creationId xmlns:p14="http://schemas.microsoft.com/office/powerpoint/2010/main" val="344040479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xmlns="" id="{D5BD398D-2F30-D81C-1344-5C4A3F80326F}"/>
              </a:ext>
            </a:extLst>
          </p:cNvPr>
          <p:cNvSpPr>
            <a:spLocks noGrp="1" noRot="1" noChangeAspect="1" noTextEdit="1"/>
          </p:cNvSpPr>
          <p:nvPr>
            <p:ph type="sldImg"/>
          </p:nvPr>
        </p:nvSpPr>
        <p:spPr>
          <a:ln/>
        </p:spPr>
      </p:sp>
      <p:sp>
        <p:nvSpPr>
          <p:cNvPr id="6" name="Slide Number Placeholder 5">
            <a:extLst>
              <a:ext uri="{FF2B5EF4-FFF2-40B4-BE49-F238E27FC236}">
                <a16:creationId xmlns:a16="http://schemas.microsoft.com/office/drawing/2014/main" xmlns="" id="{EA041D0E-5F5E-FB33-8068-030DAB605067}"/>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4684581-26E5-4AAD-A44C-01C2BAFC7596}" type="slidenum">
              <a:rPr lang="en-US" altLang="fr-FR" b="0">
                <a:latin typeface="Arial" panose="020B0604020202020204" pitchFamily="34" charset="0"/>
              </a:rPr>
              <a:pPr eaLnBrk="1" hangingPunct="1"/>
              <a:t>99</a:t>
            </a:fld>
            <a:endParaRPr lang="en-US" altLang="fr-FR" b="0">
              <a:latin typeface="Arial" panose="020B0604020202020204" pitchFamily="34" charset="0"/>
            </a:endParaRPr>
          </a:p>
        </p:txBody>
      </p:sp>
      <p:sp>
        <p:nvSpPr>
          <p:cNvPr id="53252" name="Espace réservé des commentaires 1">
            <a:extLst>
              <a:ext uri="{FF2B5EF4-FFF2-40B4-BE49-F238E27FC236}">
                <a16:creationId xmlns:a16="http://schemas.microsoft.com/office/drawing/2014/main" xmlns="" id="{856CF575-7331-9B14-5558-7AA6269511DB}"/>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Tree>
    <p:extLst>
      <p:ext uri="{BB962C8B-B14F-4D97-AF65-F5344CB8AC3E}">
        <p14:creationId xmlns:p14="http://schemas.microsoft.com/office/powerpoint/2010/main" val="86366865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xmlns="" id="{0B09B1AF-126D-2DFB-16C5-827D27B47832}"/>
              </a:ext>
            </a:extLst>
          </p:cNvPr>
          <p:cNvSpPr>
            <a:spLocks noGrp="1" noRot="1" noChangeAspect="1" noTextEdit="1"/>
          </p:cNvSpPr>
          <p:nvPr>
            <p:ph type="sldImg"/>
          </p:nvPr>
        </p:nvSpPr>
        <p:spPr>
          <a:ln/>
        </p:spPr>
      </p:sp>
      <p:sp>
        <p:nvSpPr>
          <p:cNvPr id="6" name="Slide Number Placeholder 5">
            <a:extLst>
              <a:ext uri="{FF2B5EF4-FFF2-40B4-BE49-F238E27FC236}">
                <a16:creationId xmlns:a16="http://schemas.microsoft.com/office/drawing/2014/main" xmlns="" id="{771A82A6-1BDB-5F7A-5911-62E21747D331}"/>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71DA71E-0C3E-4325-A5F0-BD5CAF8270C8}" type="slidenum">
              <a:rPr lang="en-US" altLang="fr-FR" b="0">
                <a:latin typeface="Arial" panose="020B0604020202020204" pitchFamily="34" charset="0"/>
              </a:rPr>
              <a:pPr eaLnBrk="1" hangingPunct="1"/>
              <a:t>100</a:t>
            </a:fld>
            <a:endParaRPr lang="en-US" altLang="fr-FR" b="0">
              <a:latin typeface="Arial" panose="020B0604020202020204" pitchFamily="34" charset="0"/>
            </a:endParaRPr>
          </a:p>
        </p:txBody>
      </p:sp>
      <p:sp>
        <p:nvSpPr>
          <p:cNvPr id="54276" name="Espace réservé des commentaires 1">
            <a:extLst>
              <a:ext uri="{FF2B5EF4-FFF2-40B4-BE49-F238E27FC236}">
                <a16:creationId xmlns:a16="http://schemas.microsoft.com/office/drawing/2014/main" xmlns="" id="{38FC2EEE-9AE5-97A5-66D2-A5A07A6B2AF3}"/>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
        <p:nvSpPr>
          <p:cNvPr id="54277" name="Espace réservé des commentaires 1">
            <a:extLst>
              <a:ext uri="{FF2B5EF4-FFF2-40B4-BE49-F238E27FC236}">
                <a16:creationId xmlns:a16="http://schemas.microsoft.com/office/drawing/2014/main" xmlns="" id="{E6F0C0D6-6DFF-0BF6-978A-2F44EC61A5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latin typeface="Arial" panose="020B0604020202020204" pitchFamily="34" charset="0"/>
              </a:rPr>
              <a:t>https://msdn.microsoft.com/en-us/data/jj574232.aspx</a:t>
            </a:r>
          </a:p>
        </p:txBody>
      </p:sp>
    </p:spTree>
    <p:extLst>
      <p:ext uri="{BB962C8B-B14F-4D97-AF65-F5344CB8AC3E}">
        <p14:creationId xmlns:p14="http://schemas.microsoft.com/office/powerpoint/2010/main" val="10302578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xmlns="" id="{AB6A0C0C-D900-4E87-BB5F-66F6D8D33BB2}"/>
              </a:ext>
            </a:extLst>
          </p:cNvPr>
          <p:cNvSpPr>
            <a:spLocks noGrp="1" noRot="1" noChangeAspect="1" noTextEdit="1"/>
          </p:cNvSpPr>
          <p:nvPr>
            <p:ph type="sldImg"/>
          </p:nvPr>
        </p:nvSpPr>
        <p:spPr>
          <a:ln/>
        </p:spPr>
      </p:sp>
      <p:sp>
        <p:nvSpPr>
          <p:cNvPr id="6" name="Slide Number Placeholder 5">
            <a:extLst>
              <a:ext uri="{FF2B5EF4-FFF2-40B4-BE49-F238E27FC236}">
                <a16:creationId xmlns:a16="http://schemas.microsoft.com/office/drawing/2014/main" xmlns="" id="{45119948-9753-A7BF-EF20-BD0046566633}"/>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A8D2EDA8-3B1D-417A-8534-139862B0CDFE}" type="slidenum">
              <a:rPr lang="en-US" altLang="fr-FR" b="0">
                <a:latin typeface="Arial" panose="020B0604020202020204" pitchFamily="34" charset="0"/>
              </a:rPr>
              <a:pPr eaLnBrk="1" hangingPunct="1"/>
              <a:t>101</a:t>
            </a:fld>
            <a:endParaRPr lang="en-US" altLang="fr-FR" b="0">
              <a:latin typeface="Arial" panose="020B0604020202020204" pitchFamily="34" charset="0"/>
            </a:endParaRPr>
          </a:p>
        </p:txBody>
      </p:sp>
      <p:sp>
        <p:nvSpPr>
          <p:cNvPr id="55300" name="Espace réservé des commentaires 1">
            <a:extLst>
              <a:ext uri="{FF2B5EF4-FFF2-40B4-BE49-F238E27FC236}">
                <a16:creationId xmlns:a16="http://schemas.microsoft.com/office/drawing/2014/main" xmlns="" id="{6E42B1A9-64EF-E5A9-D72B-BD1508371D0A}"/>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
        <p:nvSpPr>
          <p:cNvPr id="55301" name="Espace réservé des commentaires 1">
            <a:extLst>
              <a:ext uri="{FF2B5EF4-FFF2-40B4-BE49-F238E27FC236}">
                <a16:creationId xmlns:a16="http://schemas.microsoft.com/office/drawing/2014/main" xmlns="" id="{74A78AE0-87DB-BE10-C363-18EE5BF901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latin typeface="Arial" panose="020B0604020202020204" pitchFamily="34" charset="0"/>
              </a:rPr>
              <a:t>https://msdn.microsoft.com/en-us/data/jj574232.aspx</a:t>
            </a:r>
          </a:p>
        </p:txBody>
      </p:sp>
    </p:spTree>
    <p:extLst>
      <p:ext uri="{BB962C8B-B14F-4D97-AF65-F5344CB8AC3E}">
        <p14:creationId xmlns:p14="http://schemas.microsoft.com/office/powerpoint/2010/main" val="230012282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xmlns="" id="{C3F60BF0-D490-44E3-A349-EFCC5ADE3CB3}"/>
              </a:ext>
            </a:extLst>
          </p:cNvPr>
          <p:cNvSpPr>
            <a:spLocks noGrp="1" noRot="1" noChangeAspect="1" noTextEdit="1"/>
          </p:cNvSpPr>
          <p:nvPr>
            <p:ph type="sldImg"/>
          </p:nvPr>
        </p:nvSpPr>
        <p:spPr>
          <a:ln/>
        </p:spPr>
      </p:sp>
      <p:sp>
        <p:nvSpPr>
          <p:cNvPr id="6" name="Slide Number Placeholder 5">
            <a:extLst>
              <a:ext uri="{FF2B5EF4-FFF2-40B4-BE49-F238E27FC236}">
                <a16:creationId xmlns:a16="http://schemas.microsoft.com/office/drawing/2014/main" xmlns="" id="{C9275A5A-52A6-0CB8-8826-FD7313252F60}"/>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CDEA42A6-CCDF-48A3-B4DD-B0DD030B8DE3}" type="slidenum">
              <a:rPr lang="en-US" altLang="fr-FR" b="0">
                <a:latin typeface="Arial" panose="020B0604020202020204" pitchFamily="34" charset="0"/>
              </a:rPr>
              <a:pPr eaLnBrk="1" hangingPunct="1"/>
              <a:t>102</a:t>
            </a:fld>
            <a:endParaRPr lang="en-US" altLang="fr-FR" b="0">
              <a:latin typeface="Arial" panose="020B0604020202020204" pitchFamily="34" charset="0"/>
            </a:endParaRPr>
          </a:p>
        </p:txBody>
      </p:sp>
      <p:sp>
        <p:nvSpPr>
          <p:cNvPr id="56324" name="Espace réservé des commentaires 1">
            <a:extLst>
              <a:ext uri="{FF2B5EF4-FFF2-40B4-BE49-F238E27FC236}">
                <a16:creationId xmlns:a16="http://schemas.microsoft.com/office/drawing/2014/main" xmlns="" id="{4478CF31-13F7-CC74-F9F7-01B4326F0460}"/>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
        <p:nvSpPr>
          <p:cNvPr id="56325" name="Espace réservé des commentaires 1">
            <a:extLst>
              <a:ext uri="{FF2B5EF4-FFF2-40B4-BE49-F238E27FC236}">
                <a16:creationId xmlns:a16="http://schemas.microsoft.com/office/drawing/2014/main" xmlns="" id="{922519E6-F0E6-E6DF-4529-CCA6BFEF14E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latin typeface="Arial" panose="020B0604020202020204" pitchFamily="34" charset="0"/>
              </a:rPr>
              <a:t>http://codethug.com/2016/02/19/Entity-Framework-Cache-Busting/</a:t>
            </a:r>
          </a:p>
        </p:txBody>
      </p:sp>
    </p:spTree>
    <p:extLst>
      <p:ext uri="{BB962C8B-B14F-4D97-AF65-F5344CB8AC3E}">
        <p14:creationId xmlns:p14="http://schemas.microsoft.com/office/powerpoint/2010/main" val="366718301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xmlns="" id="{61F90A65-83F8-B6FD-4AFB-BCAC6C79A0A6}"/>
              </a:ext>
            </a:extLst>
          </p:cNvPr>
          <p:cNvSpPr>
            <a:spLocks noGrp="1" noRot="1" noChangeAspect="1" noTextEdit="1"/>
          </p:cNvSpPr>
          <p:nvPr>
            <p:ph type="sldImg"/>
          </p:nvPr>
        </p:nvSpPr>
        <p:spPr>
          <a:ln/>
        </p:spPr>
      </p:sp>
      <p:sp>
        <p:nvSpPr>
          <p:cNvPr id="6" name="Slide Number Placeholder 5">
            <a:extLst>
              <a:ext uri="{FF2B5EF4-FFF2-40B4-BE49-F238E27FC236}">
                <a16:creationId xmlns:a16="http://schemas.microsoft.com/office/drawing/2014/main" xmlns="" id="{F847B84B-9270-A3D2-5607-DA29C979204D}"/>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8AAD641-4691-491F-B697-42C0883F3279}" type="slidenum">
              <a:rPr lang="en-US" altLang="fr-FR" b="0">
                <a:latin typeface="Arial" panose="020B0604020202020204" pitchFamily="34" charset="0"/>
              </a:rPr>
              <a:pPr eaLnBrk="1" hangingPunct="1"/>
              <a:t>103</a:t>
            </a:fld>
            <a:endParaRPr lang="en-US" altLang="fr-FR" b="0">
              <a:latin typeface="Arial" panose="020B0604020202020204" pitchFamily="34" charset="0"/>
            </a:endParaRPr>
          </a:p>
        </p:txBody>
      </p:sp>
      <p:sp>
        <p:nvSpPr>
          <p:cNvPr id="57348" name="Espace réservé des commentaires 1">
            <a:extLst>
              <a:ext uri="{FF2B5EF4-FFF2-40B4-BE49-F238E27FC236}">
                <a16:creationId xmlns:a16="http://schemas.microsoft.com/office/drawing/2014/main" xmlns="" id="{3C3C6A63-8FB6-4BDA-58D7-A54C369968E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
        <p:nvSpPr>
          <p:cNvPr id="57349" name="Espace réservé des commentaires 1">
            <a:extLst>
              <a:ext uri="{FF2B5EF4-FFF2-40B4-BE49-F238E27FC236}">
                <a16:creationId xmlns:a16="http://schemas.microsoft.com/office/drawing/2014/main" xmlns="" id="{4363C267-95E3-DBA7-B7DB-227279AEBD8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latin typeface="Arial" panose="020B0604020202020204" pitchFamily="34" charset="0"/>
              </a:rPr>
              <a:t>http://codethug.com/2016/02/19/Entity-Framework-Cache-Busting/</a:t>
            </a:r>
          </a:p>
        </p:txBody>
      </p:sp>
    </p:spTree>
    <p:extLst>
      <p:ext uri="{BB962C8B-B14F-4D97-AF65-F5344CB8AC3E}">
        <p14:creationId xmlns:p14="http://schemas.microsoft.com/office/powerpoint/2010/main" val="126599150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7">
            <a:extLst>
              <a:ext uri="{FF2B5EF4-FFF2-40B4-BE49-F238E27FC236}">
                <a16:creationId xmlns:a16="http://schemas.microsoft.com/office/drawing/2014/main" xmlns="" id="{BFD1AB56-AC1F-13E3-FE03-D0DE18D922B3}"/>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519A667-F377-4E55-8093-78A4CB031181}" type="slidenum">
              <a:rPr lang="en-US" altLang="fr-FR" b="0">
                <a:latin typeface="Arial" panose="020B0604020202020204" pitchFamily="34" charset="0"/>
              </a:rPr>
              <a:pPr eaLnBrk="1" hangingPunct="1"/>
              <a:t>104</a:t>
            </a:fld>
            <a:endParaRPr lang="en-US" altLang="fr-FR" b="0">
              <a:latin typeface="Arial" panose="020B0604020202020204" pitchFamily="34" charset="0"/>
            </a:endParaRPr>
          </a:p>
        </p:txBody>
      </p:sp>
      <p:sp>
        <p:nvSpPr>
          <p:cNvPr id="58371" name="Rectangle 2">
            <a:extLst>
              <a:ext uri="{FF2B5EF4-FFF2-40B4-BE49-F238E27FC236}">
                <a16:creationId xmlns:a16="http://schemas.microsoft.com/office/drawing/2014/main" xmlns="" id="{3380DACA-19D5-DF6D-C978-C6D18A0E1DAD}"/>
              </a:ext>
            </a:extLst>
          </p:cNvPr>
          <p:cNvSpPr>
            <a:spLocks noGrp="1" noRot="1" noChangeAspect="1" noChangeArrowheads="1" noTextEdit="1"/>
          </p:cNvSpPr>
          <p:nvPr>
            <p:ph type="sldImg"/>
          </p:nvPr>
        </p:nvSpPr>
        <p:spPr>
          <a:xfrm>
            <a:off x="3943350" y="76200"/>
            <a:ext cx="3370263" cy="1897063"/>
          </a:xfrm>
          <a:ln/>
        </p:spPr>
      </p:sp>
      <p:sp>
        <p:nvSpPr>
          <p:cNvPr id="777222" name="Line 6">
            <a:extLst>
              <a:ext uri="{FF2B5EF4-FFF2-40B4-BE49-F238E27FC236}">
                <a16:creationId xmlns:a16="http://schemas.microsoft.com/office/drawing/2014/main" xmlns="" id="{2E0F7DCF-9FAE-7DDC-15AD-BB299D3B60D7}"/>
              </a:ext>
            </a:extLst>
          </p:cNvPr>
          <p:cNvSpPr>
            <a:spLocks noChangeShapeType="1"/>
          </p:cNvSpPr>
          <p:nvPr/>
        </p:nvSpPr>
        <p:spPr bwMode="auto">
          <a:xfrm>
            <a:off x="369888" y="8567738"/>
            <a:ext cx="6126162"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777223" name="Line 7">
            <a:extLst>
              <a:ext uri="{FF2B5EF4-FFF2-40B4-BE49-F238E27FC236}">
                <a16:creationId xmlns:a16="http://schemas.microsoft.com/office/drawing/2014/main" xmlns="" id="{042B76A0-0581-598A-245D-18402AE69C6A}"/>
              </a:ext>
            </a:extLst>
          </p:cNvPr>
          <p:cNvSpPr>
            <a:spLocks noChangeShapeType="1"/>
          </p:cNvSpPr>
          <p:nvPr/>
        </p:nvSpPr>
        <p:spPr bwMode="auto">
          <a:xfrm>
            <a:off x="368300" y="9029700"/>
            <a:ext cx="6146800"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58374" name="Espace réservé des commentaires 1">
            <a:extLst>
              <a:ext uri="{FF2B5EF4-FFF2-40B4-BE49-F238E27FC236}">
                <a16:creationId xmlns:a16="http://schemas.microsoft.com/office/drawing/2014/main" xmlns="" id="{EC9CB37F-BA4E-A48B-E960-06990356513B}"/>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spcAft>
                <a:spcPct val="60000"/>
              </a:spcAft>
            </a:pPr>
            <a:endParaRPr lang="fr-FR" altLang="fr-FR" sz="1000" b="0">
              <a:latin typeface="Arial" panose="020B0604020202020204" pitchFamily="34" charset="0"/>
            </a:endParaRPr>
          </a:p>
        </p:txBody>
      </p:sp>
      <p:sp>
        <p:nvSpPr>
          <p:cNvPr id="58375" name="Espace réservé des commentaires 1">
            <a:extLst>
              <a:ext uri="{FF2B5EF4-FFF2-40B4-BE49-F238E27FC236}">
                <a16:creationId xmlns:a16="http://schemas.microsoft.com/office/drawing/2014/main" xmlns="" id="{38B02957-8075-957A-8A57-6FF0F93EED5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Tree>
    <p:extLst>
      <p:ext uri="{BB962C8B-B14F-4D97-AF65-F5344CB8AC3E}">
        <p14:creationId xmlns:p14="http://schemas.microsoft.com/office/powerpoint/2010/main" val="227982994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413E83B2-6E5D-2F67-02B1-859698A01B08}"/>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DFD9FDB-B7F5-48DF-B9DA-3C39928CB594}" type="slidenum">
              <a:rPr lang="en-US" altLang="fr-FR" b="0">
                <a:solidFill>
                  <a:srgbClr val="000000"/>
                </a:solidFill>
                <a:latin typeface="Arial" panose="020B0604020202020204" pitchFamily="34" charset="0"/>
              </a:rPr>
              <a:pPr eaLnBrk="1" hangingPunct="1"/>
              <a:t>105</a:t>
            </a:fld>
            <a:endParaRPr lang="en-US" altLang="fr-FR" b="0">
              <a:solidFill>
                <a:srgbClr val="000000"/>
              </a:solidFill>
              <a:latin typeface="Arial" panose="020B0604020202020204" pitchFamily="34" charset="0"/>
            </a:endParaRPr>
          </a:p>
        </p:txBody>
      </p:sp>
      <p:sp>
        <p:nvSpPr>
          <p:cNvPr id="23555" name="Rectangle 2">
            <a:extLst>
              <a:ext uri="{FF2B5EF4-FFF2-40B4-BE49-F238E27FC236}">
                <a16:creationId xmlns:a16="http://schemas.microsoft.com/office/drawing/2014/main" xmlns="" id="{7AD34E0C-911A-975F-CF2A-1BB0C01194B9}"/>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130324833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7">
            <a:extLst>
              <a:ext uri="{FF2B5EF4-FFF2-40B4-BE49-F238E27FC236}">
                <a16:creationId xmlns:a16="http://schemas.microsoft.com/office/drawing/2014/main" xmlns="" id="{42368063-11AA-FB91-8369-5EF6C9E1B257}"/>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FC61255A-9C37-4B08-810A-6C8D3A78934D}" type="slidenum">
              <a:rPr lang="en-US" altLang="fr-FR" b="0">
                <a:latin typeface="Arial" panose="020B0604020202020204" pitchFamily="34" charset="0"/>
              </a:rPr>
              <a:pPr eaLnBrk="1" hangingPunct="1"/>
              <a:t>106</a:t>
            </a:fld>
            <a:endParaRPr lang="en-US" altLang="fr-FR" b="0">
              <a:latin typeface="Arial" panose="020B0604020202020204" pitchFamily="34" charset="0"/>
            </a:endParaRPr>
          </a:p>
        </p:txBody>
      </p:sp>
      <p:sp>
        <p:nvSpPr>
          <p:cNvPr id="24579" name="Rectangle 2">
            <a:extLst>
              <a:ext uri="{FF2B5EF4-FFF2-40B4-BE49-F238E27FC236}">
                <a16:creationId xmlns:a16="http://schemas.microsoft.com/office/drawing/2014/main" xmlns="" id="{9FF82503-37DF-B3BE-B2C9-3A044076B8D5}"/>
              </a:ext>
            </a:extLst>
          </p:cNvPr>
          <p:cNvSpPr>
            <a:spLocks noGrp="1" noRot="1" noChangeAspect="1" noChangeArrowheads="1" noTextEdit="1"/>
          </p:cNvSpPr>
          <p:nvPr>
            <p:ph type="sldImg"/>
          </p:nvPr>
        </p:nvSpPr>
        <p:spPr>
          <a:ln/>
        </p:spPr>
      </p:sp>
      <p:sp>
        <p:nvSpPr>
          <p:cNvPr id="24580" name="Espace réservé des commentaires 1">
            <a:extLst>
              <a:ext uri="{FF2B5EF4-FFF2-40B4-BE49-F238E27FC236}">
                <a16:creationId xmlns:a16="http://schemas.microsoft.com/office/drawing/2014/main" xmlns="" id="{4C465BCB-329E-AE7B-E03A-27EF4624BBB3}"/>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908027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34CBA961-67E4-B235-E59C-85BAC20B8098}"/>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0228263D-B7B4-4BDB-80FF-09F744E28579}" type="slidenum">
              <a:rPr lang="en-US" altLang="fr-FR" b="0">
                <a:latin typeface="Arial" panose="020B0604020202020204" pitchFamily="34" charset="0"/>
              </a:rPr>
              <a:pPr eaLnBrk="1" hangingPunct="1"/>
              <a:t>107</a:t>
            </a:fld>
            <a:endParaRPr lang="en-US" altLang="fr-FR" b="0">
              <a:latin typeface="Arial" panose="020B0604020202020204" pitchFamily="34" charset="0"/>
            </a:endParaRPr>
          </a:p>
        </p:txBody>
      </p:sp>
      <p:sp>
        <p:nvSpPr>
          <p:cNvPr id="25603" name="Rectangle 2">
            <a:extLst>
              <a:ext uri="{FF2B5EF4-FFF2-40B4-BE49-F238E27FC236}">
                <a16:creationId xmlns:a16="http://schemas.microsoft.com/office/drawing/2014/main" xmlns="" id="{3CB153E0-C4DE-16DD-D998-4974227A9269}"/>
              </a:ext>
            </a:extLst>
          </p:cNvPr>
          <p:cNvSpPr>
            <a:spLocks noGrp="1" noRot="1" noChangeAspect="1" noChangeArrowheads="1" noTextEdit="1"/>
          </p:cNvSpPr>
          <p:nvPr>
            <p:ph type="sldImg"/>
          </p:nvPr>
        </p:nvSpPr>
        <p:spPr>
          <a:ln/>
        </p:spPr>
      </p:sp>
      <p:sp>
        <p:nvSpPr>
          <p:cNvPr id="25604" name="Espace réservé des commentaires 1">
            <a:extLst>
              <a:ext uri="{FF2B5EF4-FFF2-40B4-BE49-F238E27FC236}">
                <a16:creationId xmlns:a16="http://schemas.microsoft.com/office/drawing/2014/main" xmlns="" id="{8A54C7DD-B16A-8985-B27D-F5E7EAA19056}"/>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81595709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E8FAAAA-DB7B-0E7C-1C8C-6EAD807B15B3}"/>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D471AA68-4A1C-48CD-8295-145CB98ACFC2}" type="slidenum">
              <a:rPr lang="en-US" altLang="fr-FR" b="0">
                <a:latin typeface="Arial" panose="020B0604020202020204" pitchFamily="34" charset="0"/>
              </a:rPr>
              <a:pPr eaLnBrk="1" hangingPunct="1"/>
              <a:t>108</a:t>
            </a:fld>
            <a:endParaRPr lang="en-US" altLang="fr-FR" b="0">
              <a:latin typeface="Arial" panose="020B0604020202020204" pitchFamily="34" charset="0"/>
            </a:endParaRPr>
          </a:p>
        </p:txBody>
      </p:sp>
      <p:sp>
        <p:nvSpPr>
          <p:cNvPr id="26627" name="Rectangle 2">
            <a:extLst>
              <a:ext uri="{FF2B5EF4-FFF2-40B4-BE49-F238E27FC236}">
                <a16:creationId xmlns:a16="http://schemas.microsoft.com/office/drawing/2014/main" xmlns="" id="{66BCB83F-FD05-8605-3AD0-F0268491DFD6}"/>
              </a:ext>
            </a:extLst>
          </p:cNvPr>
          <p:cNvSpPr>
            <a:spLocks noGrp="1" noRot="1" noChangeAspect="1" noChangeArrowheads="1" noTextEdit="1"/>
          </p:cNvSpPr>
          <p:nvPr>
            <p:ph type="sldImg"/>
          </p:nvPr>
        </p:nvSpPr>
        <p:spPr>
          <a:ln/>
        </p:spPr>
      </p:sp>
      <p:sp>
        <p:nvSpPr>
          <p:cNvPr id="26628" name="Espace réservé des commentaires 1">
            <a:extLst>
              <a:ext uri="{FF2B5EF4-FFF2-40B4-BE49-F238E27FC236}">
                <a16:creationId xmlns:a16="http://schemas.microsoft.com/office/drawing/2014/main" xmlns="" id="{7927136B-59DC-58BA-C556-31C8627FFAB4}"/>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420584053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D887B32D-C5DB-E84A-CD8F-96781F9EBA1D}"/>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5D99420-1725-48C0-B673-A42F64C193BF}" type="slidenum">
              <a:rPr lang="en-US" altLang="fr-FR" b="0">
                <a:latin typeface="Arial" panose="020B0604020202020204" pitchFamily="34" charset="0"/>
              </a:rPr>
              <a:pPr eaLnBrk="1" hangingPunct="1"/>
              <a:t>110</a:t>
            </a:fld>
            <a:endParaRPr lang="en-US" altLang="fr-FR" b="0">
              <a:latin typeface="Arial" panose="020B0604020202020204" pitchFamily="34" charset="0"/>
            </a:endParaRPr>
          </a:p>
        </p:txBody>
      </p:sp>
      <p:sp>
        <p:nvSpPr>
          <p:cNvPr id="27651" name="Rectangle 2">
            <a:extLst>
              <a:ext uri="{FF2B5EF4-FFF2-40B4-BE49-F238E27FC236}">
                <a16:creationId xmlns:a16="http://schemas.microsoft.com/office/drawing/2014/main" xmlns="" id="{5B652826-8DB5-2FB0-EB5F-56067DEF9927}"/>
              </a:ext>
            </a:extLst>
          </p:cNvPr>
          <p:cNvSpPr>
            <a:spLocks noGrp="1" noRot="1" noChangeAspect="1" noChangeArrowheads="1" noTextEdit="1"/>
          </p:cNvSpPr>
          <p:nvPr>
            <p:ph type="sldImg"/>
          </p:nvPr>
        </p:nvSpPr>
        <p:spPr>
          <a:ln/>
        </p:spPr>
      </p:sp>
      <p:sp>
        <p:nvSpPr>
          <p:cNvPr id="27652" name="Espace réservé des commentaires 1">
            <a:extLst>
              <a:ext uri="{FF2B5EF4-FFF2-40B4-BE49-F238E27FC236}">
                <a16:creationId xmlns:a16="http://schemas.microsoft.com/office/drawing/2014/main" xmlns="" id="{F173CE15-60BC-25BF-B410-330A817727C0}"/>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88469252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16E2FF6C-774D-87B8-6093-8E0261FA8B3E}"/>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B3438D0F-6CC0-4BD4-9686-F8FED47EA2B5}" type="slidenum">
              <a:rPr lang="en-US" altLang="fr-FR" b="0">
                <a:latin typeface="Arial" panose="020B0604020202020204" pitchFamily="34" charset="0"/>
              </a:rPr>
              <a:pPr eaLnBrk="1" hangingPunct="1"/>
              <a:t>111</a:t>
            </a:fld>
            <a:endParaRPr lang="en-US" altLang="fr-FR" b="0">
              <a:latin typeface="Arial" panose="020B0604020202020204" pitchFamily="34" charset="0"/>
            </a:endParaRPr>
          </a:p>
        </p:txBody>
      </p:sp>
      <p:sp>
        <p:nvSpPr>
          <p:cNvPr id="28675" name="Rectangle 2">
            <a:extLst>
              <a:ext uri="{FF2B5EF4-FFF2-40B4-BE49-F238E27FC236}">
                <a16:creationId xmlns:a16="http://schemas.microsoft.com/office/drawing/2014/main" xmlns="" id="{22BBD6F8-A159-821B-1A22-1048A3C4E641}"/>
              </a:ext>
            </a:extLst>
          </p:cNvPr>
          <p:cNvSpPr>
            <a:spLocks noGrp="1" noRot="1" noChangeAspect="1" noChangeArrowheads="1" noTextEdit="1"/>
          </p:cNvSpPr>
          <p:nvPr>
            <p:ph type="sldImg"/>
          </p:nvPr>
        </p:nvSpPr>
        <p:spPr>
          <a:ln/>
        </p:spPr>
      </p:sp>
      <p:sp>
        <p:nvSpPr>
          <p:cNvPr id="28676" name="Espace réservé des commentaires 1">
            <a:extLst>
              <a:ext uri="{FF2B5EF4-FFF2-40B4-BE49-F238E27FC236}">
                <a16:creationId xmlns:a16="http://schemas.microsoft.com/office/drawing/2014/main" xmlns="" id="{81788834-D08F-806D-B81E-9D94858BB235}"/>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83482668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D295F3AB-8007-F865-F7A2-28B6ECC1CF9E}"/>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917EBCF7-8B72-48E8-890E-08C6BDB602B5}" type="slidenum">
              <a:rPr lang="en-US" altLang="fr-FR" b="0">
                <a:latin typeface="Arial" panose="020B0604020202020204" pitchFamily="34" charset="0"/>
              </a:rPr>
              <a:pPr eaLnBrk="1" hangingPunct="1"/>
              <a:t>112</a:t>
            </a:fld>
            <a:endParaRPr lang="en-US" altLang="fr-FR" b="0">
              <a:latin typeface="Arial" panose="020B0604020202020204" pitchFamily="34" charset="0"/>
            </a:endParaRPr>
          </a:p>
        </p:txBody>
      </p:sp>
      <p:sp>
        <p:nvSpPr>
          <p:cNvPr id="29699" name="Rectangle 2">
            <a:extLst>
              <a:ext uri="{FF2B5EF4-FFF2-40B4-BE49-F238E27FC236}">
                <a16:creationId xmlns:a16="http://schemas.microsoft.com/office/drawing/2014/main" xmlns="" id="{F5F20417-AF2B-EED7-A273-BCB5CDF2D63B}"/>
              </a:ext>
            </a:extLst>
          </p:cNvPr>
          <p:cNvSpPr>
            <a:spLocks noGrp="1" noRot="1" noChangeAspect="1" noChangeArrowheads="1" noTextEdit="1"/>
          </p:cNvSpPr>
          <p:nvPr>
            <p:ph type="sldImg"/>
          </p:nvPr>
        </p:nvSpPr>
        <p:spPr>
          <a:ln/>
        </p:spPr>
      </p:sp>
      <p:sp>
        <p:nvSpPr>
          <p:cNvPr id="29700" name="Espace réservé des commentaires 1">
            <a:extLst>
              <a:ext uri="{FF2B5EF4-FFF2-40B4-BE49-F238E27FC236}">
                <a16:creationId xmlns:a16="http://schemas.microsoft.com/office/drawing/2014/main" xmlns="" id="{99517AC6-D575-33D8-87A8-53DABD833535}"/>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7712882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3FE8E1D8-C234-10CC-301E-BEF45C25C432}"/>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B39D5E6B-E9DF-44A4-B2D4-AED89681D158}" type="slidenum">
              <a:rPr lang="en-US" altLang="fr-FR" b="0">
                <a:latin typeface="Arial" panose="020B0604020202020204" pitchFamily="34" charset="0"/>
              </a:rPr>
              <a:pPr eaLnBrk="1" hangingPunct="1"/>
              <a:t>113</a:t>
            </a:fld>
            <a:endParaRPr lang="en-US" altLang="fr-FR" b="0">
              <a:latin typeface="Arial" panose="020B0604020202020204" pitchFamily="34" charset="0"/>
            </a:endParaRPr>
          </a:p>
        </p:txBody>
      </p:sp>
      <p:sp>
        <p:nvSpPr>
          <p:cNvPr id="30723" name="Rectangle 2">
            <a:extLst>
              <a:ext uri="{FF2B5EF4-FFF2-40B4-BE49-F238E27FC236}">
                <a16:creationId xmlns:a16="http://schemas.microsoft.com/office/drawing/2014/main" xmlns="" id="{7FA4F0F3-2ABA-96B2-19FB-DBEA4F94EF26}"/>
              </a:ext>
            </a:extLst>
          </p:cNvPr>
          <p:cNvSpPr>
            <a:spLocks noGrp="1" noRot="1" noChangeAspect="1" noChangeArrowheads="1" noTextEdit="1"/>
          </p:cNvSpPr>
          <p:nvPr>
            <p:ph type="sldImg"/>
          </p:nvPr>
        </p:nvSpPr>
        <p:spPr>
          <a:ln/>
        </p:spPr>
      </p:sp>
      <p:sp>
        <p:nvSpPr>
          <p:cNvPr id="30724" name="Espace réservé des commentaires 1">
            <a:extLst>
              <a:ext uri="{FF2B5EF4-FFF2-40B4-BE49-F238E27FC236}">
                <a16:creationId xmlns:a16="http://schemas.microsoft.com/office/drawing/2014/main" xmlns="" id="{39CAA08A-1AE1-6590-4584-C7C0FE0F3A9C}"/>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407949572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85844962-5CF4-9254-DC98-B9D477FB7C76}"/>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2DF2180-D289-456D-83A1-4782FEAC0988}" type="slidenum">
              <a:rPr lang="en-US" altLang="fr-FR" b="0">
                <a:latin typeface="Arial" panose="020B0604020202020204" pitchFamily="34" charset="0"/>
              </a:rPr>
              <a:pPr eaLnBrk="1" hangingPunct="1"/>
              <a:t>114</a:t>
            </a:fld>
            <a:endParaRPr lang="en-US" altLang="fr-FR" b="0">
              <a:latin typeface="Arial" panose="020B0604020202020204" pitchFamily="34" charset="0"/>
            </a:endParaRPr>
          </a:p>
        </p:txBody>
      </p:sp>
      <p:sp>
        <p:nvSpPr>
          <p:cNvPr id="31747" name="Rectangle 2">
            <a:extLst>
              <a:ext uri="{FF2B5EF4-FFF2-40B4-BE49-F238E27FC236}">
                <a16:creationId xmlns:a16="http://schemas.microsoft.com/office/drawing/2014/main" xmlns="" id="{63D9A579-81C5-F622-15AD-4FE40BEB19D1}"/>
              </a:ext>
            </a:extLst>
          </p:cNvPr>
          <p:cNvSpPr>
            <a:spLocks noGrp="1" noRot="1" noChangeAspect="1" noChangeArrowheads="1" noTextEdit="1"/>
          </p:cNvSpPr>
          <p:nvPr>
            <p:ph type="sldImg"/>
          </p:nvPr>
        </p:nvSpPr>
        <p:spPr>
          <a:ln/>
        </p:spPr>
      </p:sp>
      <p:sp>
        <p:nvSpPr>
          <p:cNvPr id="31748" name="Espace réservé des commentaires 1">
            <a:extLst>
              <a:ext uri="{FF2B5EF4-FFF2-40B4-BE49-F238E27FC236}">
                <a16:creationId xmlns:a16="http://schemas.microsoft.com/office/drawing/2014/main" xmlns="" id="{5A217A6D-4D6A-DAE0-B48E-D28C5ECDE24D}"/>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63995402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66C7642A-63BE-2552-1CA6-ACB8FEFE43D8}"/>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F2CAEB7-462D-4734-A99B-AD5FCF453AF7}" type="slidenum">
              <a:rPr lang="en-US" altLang="fr-FR" b="0">
                <a:latin typeface="Arial" panose="020B0604020202020204" pitchFamily="34" charset="0"/>
              </a:rPr>
              <a:pPr eaLnBrk="1" hangingPunct="1"/>
              <a:t>115</a:t>
            </a:fld>
            <a:endParaRPr lang="en-US" altLang="fr-FR" b="0">
              <a:latin typeface="Arial" panose="020B0604020202020204" pitchFamily="34" charset="0"/>
            </a:endParaRPr>
          </a:p>
        </p:txBody>
      </p:sp>
      <p:sp>
        <p:nvSpPr>
          <p:cNvPr id="32771" name="Rectangle 2">
            <a:extLst>
              <a:ext uri="{FF2B5EF4-FFF2-40B4-BE49-F238E27FC236}">
                <a16:creationId xmlns:a16="http://schemas.microsoft.com/office/drawing/2014/main" xmlns="" id="{FFDC62E9-6C92-873E-DB38-55519C045DA2}"/>
              </a:ext>
            </a:extLst>
          </p:cNvPr>
          <p:cNvSpPr>
            <a:spLocks noGrp="1" noRot="1" noChangeAspect="1" noChangeArrowheads="1" noTextEdit="1"/>
          </p:cNvSpPr>
          <p:nvPr>
            <p:ph type="sldImg"/>
          </p:nvPr>
        </p:nvSpPr>
        <p:spPr>
          <a:ln/>
        </p:spPr>
      </p:sp>
      <p:sp>
        <p:nvSpPr>
          <p:cNvPr id="32772" name="Espace réservé des commentaires 1">
            <a:extLst>
              <a:ext uri="{FF2B5EF4-FFF2-40B4-BE49-F238E27FC236}">
                <a16:creationId xmlns:a16="http://schemas.microsoft.com/office/drawing/2014/main" xmlns="" id="{9CCED7B1-E1A7-3080-37A9-3E19FB35B4E3}"/>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66334546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8F0A06B5-CD1D-9A5F-4C2F-8B7654784108}"/>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B5CE538-9653-43B4-9097-CA0E3AE35FFE}" type="slidenum">
              <a:rPr lang="en-US" altLang="fr-FR" b="0">
                <a:latin typeface="Arial" panose="020B0604020202020204" pitchFamily="34" charset="0"/>
              </a:rPr>
              <a:pPr eaLnBrk="1" hangingPunct="1"/>
              <a:t>116</a:t>
            </a:fld>
            <a:endParaRPr lang="en-US" altLang="fr-FR" b="0">
              <a:latin typeface="Arial" panose="020B0604020202020204" pitchFamily="34" charset="0"/>
            </a:endParaRPr>
          </a:p>
        </p:txBody>
      </p:sp>
      <p:sp>
        <p:nvSpPr>
          <p:cNvPr id="33795" name="Rectangle 2">
            <a:extLst>
              <a:ext uri="{FF2B5EF4-FFF2-40B4-BE49-F238E27FC236}">
                <a16:creationId xmlns:a16="http://schemas.microsoft.com/office/drawing/2014/main" xmlns="" id="{2DF78A81-1CFF-7379-BF55-B8A7E0B3CD21}"/>
              </a:ext>
            </a:extLst>
          </p:cNvPr>
          <p:cNvSpPr>
            <a:spLocks noGrp="1" noRot="1" noChangeAspect="1" noChangeArrowheads="1" noTextEdit="1"/>
          </p:cNvSpPr>
          <p:nvPr>
            <p:ph type="sldImg"/>
          </p:nvPr>
        </p:nvSpPr>
        <p:spPr>
          <a:ln/>
        </p:spPr>
      </p:sp>
      <p:sp>
        <p:nvSpPr>
          <p:cNvPr id="33796" name="Espace réservé des commentaires 1">
            <a:extLst>
              <a:ext uri="{FF2B5EF4-FFF2-40B4-BE49-F238E27FC236}">
                <a16:creationId xmlns:a16="http://schemas.microsoft.com/office/drawing/2014/main" xmlns="" id="{6284E822-8DFC-092D-FF38-D3608D96CB6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90190666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492FBAB-396D-A241-13B4-AF7CC4C9AB46}"/>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21D9CEC5-589C-4D6B-815C-49E3C080B3ED}" type="slidenum">
              <a:rPr lang="en-US" altLang="fr-FR" b="0">
                <a:latin typeface="Arial" panose="020B0604020202020204" pitchFamily="34" charset="0"/>
              </a:rPr>
              <a:pPr eaLnBrk="1" hangingPunct="1"/>
              <a:t>117</a:t>
            </a:fld>
            <a:endParaRPr lang="en-US" altLang="fr-FR" b="0">
              <a:latin typeface="Arial" panose="020B0604020202020204" pitchFamily="34" charset="0"/>
            </a:endParaRPr>
          </a:p>
        </p:txBody>
      </p:sp>
      <p:sp>
        <p:nvSpPr>
          <p:cNvPr id="34819" name="Rectangle 2">
            <a:extLst>
              <a:ext uri="{FF2B5EF4-FFF2-40B4-BE49-F238E27FC236}">
                <a16:creationId xmlns:a16="http://schemas.microsoft.com/office/drawing/2014/main" xmlns="" id="{34875448-C9DF-349E-16C7-9C7EC43AD880}"/>
              </a:ext>
            </a:extLst>
          </p:cNvPr>
          <p:cNvSpPr>
            <a:spLocks noGrp="1" noRot="1" noChangeAspect="1" noChangeArrowheads="1" noTextEdit="1"/>
          </p:cNvSpPr>
          <p:nvPr>
            <p:ph type="sldImg"/>
          </p:nvPr>
        </p:nvSpPr>
        <p:spPr>
          <a:ln/>
        </p:spPr>
      </p:sp>
      <p:sp>
        <p:nvSpPr>
          <p:cNvPr id="34820" name="Espace réservé des commentaires 1">
            <a:extLst>
              <a:ext uri="{FF2B5EF4-FFF2-40B4-BE49-F238E27FC236}">
                <a16:creationId xmlns:a16="http://schemas.microsoft.com/office/drawing/2014/main" xmlns="" id="{074ADC3D-F26A-6402-6A01-C2AA8A44BA1D}"/>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62280924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49E19D09-9154-9366-1660-6603FF81FC2E}"/>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811FC1E1-AC83-438B-8E89-07589D30F23B}" type="slidenum">
              <a:rPr lang="en-US" altLang="fr-FR" b="0">
                <a:latin typeface="Arial" panose="020B0604020202020204" pitchFamily="34" charset="0"/>
              </a:rPr>
              <a:pPr eaLnBrk="1" hangingPunct="1"/>
              <a:t>118</a:t>
            </a:fld>
            <a:endParaRPr lang="en-US" altLang="fr-FR" b="0">
              <a:latin typeface="Arial" panose="020B0604020202020204" pitchFamily="34" charset="0"/>
            </a:endParaRPr>
          </a:p>
        </p:txBody>
      </p:sp>
      <p:sp>
        <p:nvSpPr>
          <p:cNvPr id="35843" name="Rectangle 2">
            <a:extLst>
              <a:ext uri="{FF2B5EF4-FFF2-40B4-BE49-F238E27FC236}">
                <a16:creationId xmlns:a16="http://schemas.microsoft.com/office/drawing/2014/main" xmlns="" id="{0544C952-0A13-E55E-961B-83FB4EA89C97}"/>
              </a:ext>
            </a:extLst>
          </p:cNvPr>
          <p:cNvSpPr>
            <a:spLocks noGrp="1" noRot="1" noChangeAspect="1" noChangeArrowheads="1" noTextEdit="1"/>
          </p:cNvSpPr>
          <p:nvPr>
            <p:ph type="sldImg"/>
          </p:nvPr>
        </p:nvSpPr>
        <p:spPr>
          <a:ln/>
        </p:spPr>
      </p:sp>
      <p:sp>
        <p:nvSpPr>
          <p:cNvPr id="35844" name="Espace réservé des commentaires 1">
            <a:extLst>
              <a:ext uri="{FF2B5EF4-FFF2-40B4-BE49-F238E27FC236}">
                <a16:creationId xmlns:a16="http://schemas.microsoft.com/office/drawing/2014/main" xmlns="" id="{6D23F898-392F-0FC7-CE66-29C220BA7F2C}"/>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
        <p:nvSpPr>
          <p:cNvPr id="35845" name="Espace réservé des commentaires 1">
            <a:extLst>
              <a:ext uri="{FF2B5EF4-FFF2-40B4-BE49-F238E27FC236}">
                <a16:creationId xmlns:a16="http://schemas.microsoft.com/office/drawing/2014/main" xmlns="" id="{1FA62261-066A-9674-78B3-386F59CC4DB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latin typeface="Arial" panose="020B0604020202020204" pitchFamily="34" charset="0"/>
              </a:rPr>
              <a:t>ConcurrencyCheck ajoute la colonne dans les prédicats de mise à jour (ex: au lieu d’un UPDATE Set … Where Id= , on a UPDATE Set… Where Id= AND Colonne=…)</a:t>
            </a:r>
          </a:p>
        </p:txBody>
      </p:sp>
    </p:spTree>
    <p:extLst>
      <p:ext uri="{BB962C8B-B14F-4D97-AF65-F5344CB8AC3E}">
        <p14:creationId xmlns:p14="http://schemas.microsoft.com/office/powerpoint/2010/main" val="308471360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Espace réservé de l'image des diapositives 1">
            <a:extLst>
              <a:ext uri="{FF2B5EF4-FFF2-40B4-BE49-F238E27FC236}">
                <a16:creationId xmlns:a16="http://schemas.microsoft.com/office/drawing/2014/main" xmlns="" id="{0B9B1EA8-38B6-E42F-2D32-5FBA801042BB}"/>
              </a:ext>
            </a:extLst>
          </p:cNvPr>
          <p:cNvSpPr>
            <a:spLocks noGrp="1" noRot="1" noChangeAspect="1" noTextEdit="1"/>
          </p:cNvSpPr>
          <p:nvPr>
            <p:ph type="sldImg"/>
          </p:nvPr>
        </p:nvSpPr>
        <p:spPr>
          <a:ln/>
        </p:spPr>
      </p:sp>
      <p:sp>
        <p:nvSpPr>
          <p:cNvPr id="36867" name="Espace réservé des commentaires 2">
            <a:extLst>
              <a:ext uri="{FF2B5EF4-FFF2-40B4-BE49-F238E27FC236}">
                <a16:creationId xmlns:a16="http://schemas.microsoft.com/office/drawing/2014/main" xmlns="" id="{82966F78-61A8-AC54-ABDD-0F08D94B1FA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CE9710F0-C635-42AD-DAC6-5264EB32A516}"/>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AE7B673-0941-45DA-A3B7-D96044990848}" type="slidenum">
              <a:rPr lang="en-US" altLang="fr-FR" b="0">
                <a:latin typeface="Arial" panose="020B0604020202020204" pitchFamily="34" charset="0"/>
              </a:rPr>
              <a:pPr eaLnBrk="1" hangingPunct="1"/>
              <a:t>119</a:t>
            </a:fld>
            <a:endParaRPr lang="en-US" altLang="fr-FR" b="0">
              <a:latin typeface="Arial" panose="020B0604020202020204" pitchFamily="34" charset="0"/>
            </a:endParaRPr>
          </a:p>
        </p:txBody>
      </p:sp>
    </p:spTree>
    <p:extLst>
      <p:ext uri="{BB962C8B-B14F-4D97-AF65-F5344CB8AC3E}">
        <p14:creationId xmlns:p14="http://schemas.microsoft.com/office/powerpoint/2010/main" val="164013393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Espace réservé de l'image des diapositives 1">
            <a:extLst>
              <a:ext uri="{FF2B5EF4-FFF2-40B4-BE49-F238E27FC236}">
                <a16:creationId xmlns:a16="http://schemas.microsoft.com/office/drawing/2014/main" xmlns="" id="{24D3725F-341F-49D5-F0D7-D69B039E1848}"/>
              </a:ext>
            </a:extLst>
          </p:cNvPr>
          <p:cNvSpPr>
            <a:spLocks noGrp="1" noRot="1" noChangeAspect="1" noTextEdit="1"/>
          </p:cNvSpPr>
          <p:nvPr>
            <p:ph type="sldImg"/>
          </p:nvPr>
        </p:nvSpPr>
        <p:spPr>
          <a:ln/>
        </p:spPr>
      </p:sp>
      <p:sp>
        <p:nvSpPr>
          <p:cNvPr id="37891" name="Espace réservé des commentaires 2">
            <a:extLst>
              <a:ext uri="{FF2B5EF4-FFF2-40B4-BE49-F238E27FC236}">
                <a16:creationId xmlns:a16="http://schemas.microsoft.com/office/drawing/2014/main" xmlns="" id="{C41AFDFA-E995-7AEF-23C8-1A701FE551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2AFEC219-1C49-BBAD-725D-C8F8778116DE}"/>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CF6EBC84-B146-420E-9103-5FF7183315A6}" type="slidenum">
              <a:rPr lang="en-US" altLang="fr-FR" b="0">
                <a:latin typeface="Arial" panose="020B0604020202020204" pitchFamily="34" charset="0"/>
              </a:rPr>
              <a:pPr eaLnBrk="1" hangingPunct="1"/>
              <a:t>120</a:t>
            </a:fld>
            <a:endParaRPr lang="en-US" altLang="fr-FR" b="0">
              <a:latin typeface="Arial" panose="020B0604020202020204" pitchFamily="34" charset="0"/>
            </a:endParaRPr>
          </a:p>
        </p:txBody>
      </p:sp>
    </p:spTree>
    <p:extLst>
      <p:ext uri="{BB962C8B-B14F-4D97-AF65-F5344CB8AC3E}">
        <p14:creationId xmlns:p14="http://schemas.microsoft.com/office/powerpoint/2010/main" val="211523784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7">
            <a:extLst>
              <a:ext uri="{FF2B5EF4-FFF2-40B4-BE49-F238E27FC236}">
                <a16:creationId xmlns:a16="http://schemas.microsoft.com/office/drawing/2014/main" xmlns="" id="{3DC0DA6F-ACA0-4767-25C5-FBEE28EB207A}"/>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15E06691-4B76-43FF-AF2E-AF193545C2CC}" type="slidenum">
              <a:rPr lang="en-US" altLang="fr-FR" b="0">
                <a:latin typeface="Arial" panose="020B0604020202020204" pitchFamily="34" charset="0"/>
              </a:rPr>
              <a:pPr eaLnBrk="1" hangingPunct="1"/>
              <a:t>121</a:t>
            </a:fld>
            <a:endParaRPr lang="en-US" altLang="fr-FR" b="0">
              <a:latin typeface="Arial" panose="020B0604020202020204" pitchFamily="34" charset="0"/>
            </a:endParaRPr>
          </a:p>
        </p:txBody>
      </p:sp>
      <p:sp>
        <p:nvSpPr>
          <p:cNvPr id="38915" name="Rectangle 2">
            <a:extLst>
              <a:ext uri="{FF2B5EF4-FFF2-40B4-BE49-F238E27FC236}">
                <a16:creationId xmlns:a16="http://schemas.microsoft.com/office/drawing/2014/main" xmlns="" id="{8392C7C7-7973-FC42-2FA7-4B2E14F37E57}"/>
              </a:ext>
            </a:extLst>
          </p:cNvPr>
          <p:cNvSpPr>
            <a:spLocks noGrp="1" noRot="1" noChangeAspect="1" noChangeArrowheads="1" noTextEdit="1"/>
          </p:cNvSpPr>
          <p:nvPr>
            <p:ph type="sldImg"/>
          </p:nvPr>
        </p:nvSpPr>
        <p:spPr>
          <a:xfrm>
            <a:off x="3943350" y="76200"/>
            <a:ext cx="3370263" cy="1897063"/>
          </a:xfrm>
          <a:ln/>
        </p:spPr>
      </p:sp>
      <p:sp>
        <p:nvSpPr>
          <p:cNvPr id="777222" name="Line 6">
            <a:extLst>
              <a:ext uri="{FF2B5EF4-FFF2-40B4-BE49-F238E27FC236}">
                <a16:creationId xmlns:a16="http://schemas.microsoft.com/office/drawing/2014/main" xmlns="" id="{1E50D746-D4F9-6D08-F52B-6FC26493F336}"/>
              </a:ext>
            </a:extLst>
          </p:cNvPr>
          <p:cNvSpPr>
            <a:spLocks noChangeShapeType="1"/>
          </p:cNvSpPr>
          <p:nvPr/>
        </p:nvSpPr>
        <p:spPr bwMode="auto">
          <a:xfrm>
            <a:off x="369888" y="8567738"/>
            <a:ext cx="6126162"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777223" name="Line 7">
            <a:extLst>
              <a:ext uri="{FF2B5EF4-FFF2-40B4-BE49-F238E27FC236}">
                <a16:creationId xmlns:a16="http://schemas.microsoft.com/office/drawing/2014/main" xmlns="" id="{26BB5EB6-09BB-8DEA-CDC5-1494C0BCC898}"/>
              </a:ext>
            </a:extLst>
          </p:cNvPr>
          <p:cNvSpPr>
            <a:spLocks noChangeShapeType="1"/>
          </p:cNvSpPr>
          <p:nvPr/>
        </p:nvSpPr>
        <p:spPr bwMode="auto">
          <a:xfrm>
            <a:off x="368300" y="9029700"/>
            <a:ext cx="6146800"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38918" name="Espace réservé des commentaires 1">
            <a:extLst>
              <a:ext uri="{FF2B5EF4-FFF2-40B4-BE49-F238E27FC236}">
                <a16:creationId xmlns:a16="http://schemas.microsoft.com/office/drawing/2014/main" xmlns="" id="{9DB322AC-6151-5CE7-960E-DAF0F03FBE9E}"/>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968650375"/>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482EC3B3-C18E-3DCF-50FB-8AF365C6EBC7}"/>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85333AD2-4CBD-4131-8779-C3E9FFF26C16}" type="slidenum">
              <a:rPr lang="en-US" altLang="fr-FR" b="0">
                <a:solidFill>
                  <a:srgbClr val="000000"/>
                </a:solidFill>
                <a:latin typeface="Arial" panose="020B0604020202020204" pitchFamily="34" charset="0"/>
              </a:rPr>
              <a:pPr eaLnBrk="1" hangingPunct="1"/>
              <a:t>122</a:t>
            </a:fld>
            <a:endParaRPr lang="en-US" altLang="fr-FR" b="0">
              <a:solidFill>
                <a:srgbClr val="000000"/>
              </a:solidFill>
              <a:latin typeface="Arial" panose="020B0604020202020204" pitchFamily="34" charset="0"/>
            </a:endParaRPr>
          </a:p>
        </p:txBody>
      </p:sp>
      <p:sp>
        <p:nvSpPr>
          <p:cNvPr id="24579" name="Rectangle 2">
            <a:extLst>
              <a:ext uri="{FF2B5EF4-FFF2-40B4-BE49-F238E27FC236}">
                <a16:creationId xmlns:a16="http://schemas.microsoft.com/office/drawing/2014/main" xmlns="" id="{8193F4EF-2835-6112-5F82-3D68AF64733E}"/>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39613726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7">
            <a:extLst>
              <a:ext uri="{FF2B5EF4-FFF2-40B4-BE49-F238E27FC236}">
                <a16:creationId xmlns:a16="http://schemas.microsoft.com/office/drawing/2014/main" xmlns="" id="{CF6099F5-B136-3537-C5D1-C2C8395391FF}"/>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020D2A3A-0662-4527-9BE3-AC7F3A93E0D7}" type="slidenum">
              <a:rPr lang="en-US" altLang="fr-FR" b="0">
                <a:latin typeface="Arial" panose="020B0604020202020204" pitchFamily="34" charset="0"/>
              </a:rPr>
              <a:pPr eaLnBrk="1" hangingPunct="1"/>
              <a:t>123</a:t>
            </a:fld>
            <a:endParaRPr lang="en-US" altLang="fr-FR" b="0">
              <a:latin typeface="Arial" panose="020B0604020202020204" pitchFamily="34" charset="0"/>
            </a:endParaRPr>
          </a:p>
        </p:txBody>
      </p:sp>
      <p:sp>
        <p:nvSpPr>
          <p:cNvPr id="25603" name="Rectangle 2">
            <a:extLst>
              <a:ext uri="{FF2B5EF4-FFF2-40B4-BE49-F238E27FC236}">
                <a16:creationId xmlns:a16="http://schemas.microsoft.com/office/drawing/2014/main" xmlns="" id="{8AB9B985-32E6-DCA2-C26C-C4A16DAF7F69}"/>
              </a:ext>
            </a:extLst>
          </p:cNvPr>
          <p:cNvSpPr>
            <a:spLocks noGrp="1" noRot="1" noChangeAspect="1" noChangeArrowheads="1" noTextEdit="1"/>
          </p:cNvSpPr>
          <p:nvPr>
            <p:ph type="sldImg"/>
          </p:nvPr>
        </p:nvSpPr>
        <p:spPr>
          <a:ln/>
        </p:spPr>
      </p:sp>
      <p:sp>
        <p:nvSpPr>
          <p:cNvPr id="25604" name="Espace réservé des commentaires 1">
            <a:extLst>
              <a:ext uri="{FF2B5EF4-FFF2-40B4-BE49-F238E27FC236}">
                <a16:creationId xmlns:a16="http://schemas.microsoft.com/office/drawing/2014/main" xmlns="" id="{EBFF338C-74AD-7DDE-C06D-7441AB89E1E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191445382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5822EBD1-0F99-3B2E-D908-CFB6594CEB08}"/>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FB5FA21-B4A4-4887-8921-9894C20B1A74}" type="slidenum">
              <a:rPr lang="en-US" altLang="fr-FR" b="0">
                <a:latin typeface="Arial" panose="020B0604020202020204" pitchFamily="34" charset="0"/>
              </a:rPr>
              <a:pPr eaLnBrk="1" hangingPunct="1"/>
              <a:t>124</a:t>
            </a:fld>
            <a:endParaRPr lang="en-US" altLang="fr-FR" b="0">
              <a:latin typeface="Arial" panose="020B0604020202020204" pitchFamily="34" charset="0"/>
            </a:endParaRPr>
          </a:p>
        </p:txBody>
      </p:sp>
      <p:sp>
        <p:nvSpPr>
          <p:cNvPr id="26627" name="Rectangle 2">
            <a:extLst>
              <a:ext uri="{FF2B5EF4-FFF2-40B4-BE49-F238E27FC236}">
                <a16:creationId xmlns:a16="http://schemas.microsoft.com/office/drawing/2014/main" xmlns="" id="{77A796D0-1DEE-4914-013E-1C2D2070786F}"/>
              </a:ext>
            </a:extLst>
          </p:cNvPr>
          <p:cNvSpPr>
            <a:spLocks noGrp="1" noRot="1" noChangeAspect="1" noChangeArrowheads="1" noTextEdit="1"/>
          </p:cNvSpPr>
          <p:nvPr>
            <p:ph type="sldImg"/>
          </p:nvPr>
        </p:nvSpPr>
        <p:spPr>
          <a:ln/>
        </p:spPr>
      </p:sp>
      <p:sp>
        <p:nvSpPr>
          <p:cNvPr id="26628" name="Espace réservé des commentaires 1">
            <a:extLst>
              <a:ext uri="{FF2B5EF4-FFF2-40B4-BE49-F238E27FC236}">
                <a16:creationId xmlns:a16="http://schemas.microsoft.com/office/drawing/2014/main" xmlns="" id="{09957C84-26BD-F591-8B35-690D235E71DC}"/>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81095941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13D78683-9E24-96CE-3925-5F97825FF264}"/>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843D3A4-56E1-4F78-BCB8-F7348D9528D0}" type="slidenum">
              <a:rPr lang="en-US" altLang="fr-FR" b="0">
                <a:latin typeface="Arial" panose="020B0604020202020204" pitchFamily="34" charset="0"/>
              </a:rPr>
              <a:pPr eaLnBrk="1" hangingPunct="1"/>
              <a:t>125</a:t>
            </a:fld>
            <a:endParaRPr lang="en-US" altLang="fr-FR" b="0">
              <a:latin typeface="Arial" panose="020B0604020202020204" pitchFamily="34" charset="0"/>
            </a:endParaRPr>
          </a:p>
        </p:txBody>
      </p:sp>
      <p:sp>
        <p:nvSpPr>
          <p:cNvPr id="27651" name="Rectangle 2">
            <a:extLst>
              <a:ext uri="{FF2B5EF4-FFF2-40B4-BE49-F238E27FC236}">
                <a16:creationId xmlns:a16="http://schemas.microsoft.com/office/drawing/2014/main" xmlns="" id="{4E98C323-0740-93B9-8C91-F8F7FFCDB835}"/>
              </a:ext>
            </a:extLst>
          </p:cNvPr>
          <p:cNvSpPr>
            <a:spLocks noGrp="1" noRot="1" noChangeAspect="1" noChangeArrowheads="1" noTextEdit="1"/>
          </p:cNvSpPr>
          <p:nvPr>
            <p:ph type="sldImg"/>
          </p:nvPr>
        </p:nvSpPr>
        <p:spPr>
          <a:ln/>
        </p:spPr>
      </p:sp>
      <p:sp>
        <p:nvSpPr>
          <p:cNvPr id="27652" name="Espace réservé des commentaires 1">
            <a:extLst>
              <a:ext uri="{FF2B5EF4-FFF2-40B4-BE49-F238E27FC236}">
                <a16:creationId xmlns:a16="http://schemas.microsoft.com/office/drawing/2014/main" xmlns="" id="{97F1D6C9-7773-DF42-C536-15212573B1F7}"/>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131322328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B29C87B6-1203-735E-3E1A-C312300B4EC7}"/>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FCDB11FF-67CA-4A9E-9E83-6D91BDE75DF4}" type="slidenum">
              <a:rPr lang="en-US" altLang="fr-FR" b="0">
                <a:latin typeface="Arial" panose="020B0604020202020204" pitchFamily="34" charset="0"/>
              </a:rPr>
              <a:pPr eaLnBrk="1" hangingPunct="1"/>
              <a:t>126</a:t>
            </a:fld>
            <a:endParaRPr lang="en-US" altLang="fr-FR" b="0">
              <a:latin typeface="Arial" panose="020B0604020202020204" pitchFamily="34" charset="0"/>
            </a:endParaRPr>
          </a:p>
        </p:txBody>
      </p:sp>
      <p:sp>
        <p:nvSpPr>
          <p:cNvPr id="28675" name="Rectangle 2">
            <a:extLst>
              <a:ext uri="{FF2B5EF4-FFF2-40B4-BE49-F238E27FC236}">
                <a16:creationId xmlns:a16="http://schemas.microsoft.com/office/drawing/2014/main" xmlns="" id="{FE7B628B-7E40-EE58-642C-9FF427702CCD}"/>
              </a:ext>
            </a:extLst>
          </p:cNvPr>
          <p:cNvSpPr>
            <a:spLocks noGrp="1" noRot="1" noChangeAspect="1" noChangeArrowheads="1" noTextEdit="1"/>
          </p:cNvSpPr>
          <p:nvPr>
            <p:ph type="sldImg"/>
          </p:nvPr>
        </p:nvSpPr>
        <p:spPr>
          <a:ln/>
        </p:spPr>
      </p:sp>
      <p:sp>
        <p:nvSpPr>
          <p:cNvPr id="28676" name="Espace réservé des commentaires 1">
            <a:extLst>
              <a:ext uri="{FF2B5EF4-FFF2-40B4-BE49-F238E27FC236}">
                <a16:creationId xmlns:a16="http://schemas.microsoft.com/office/drawing/2014/main" xmlns="" id="{72AFD061-9C77-C89B-5935-F8CABFB7E138}"/>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57142144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83B21357-9124-D893-F1F3-7544C2FA05FF}"/>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6AA05E1-F4C9-49B9-ABCC-9D5DEF851BD8}" type="slidenum">
              <a:rPr lang="en-US" altLang="fr-FR" b="0">
                <a:latin typeface="Arial" panose="020B0604020202020204" pitchFamily="34" charset="0"/>
              </a:rPr>
              <a:pPr eaLnBrk="1" hangingPunct="1"/>
              <a:t>127</a:t>
            </a:fld>
            <a:endParaRPr lang="en-US" altLang="fr-FR" b="0">
              <a:latin typeface="Arial" panose="020B0604020202020204" pitchFamily="34" charset="0"/>
            </a:endParaRPr>
          </a:p>
        </p:txBody>
      </p:sp>
      <p:sp>
        <p:nvSpPr>
          <p:cNvPr id="29699" name="Rectangle 2">
            <a:extLst>
              <a:ext uri="{FF2B5EF4-FFF2-40B4-BE49-F238E27FC236}">
                <a16:creationId xmlns:a16="http://schemas.microsoft.com/office/drawing/2014/main" xmlns="" id="{B47B4989-AA93-FA21-0678-7538DA6141AA}"/>
              </a:ext>
            </a:extLst>
          </p:cNvPr>
          <p:cNvSpPr>
            <a:spLocks noGrp="1" noRot="1" noChangeAspect="1" noChangeArrowheads="1" noTextEdit="1"/>
          </p:cNvSpPr>
          <p:nvPr>
            <p:ph type="sldImg"/>
          </p:nvPr>
        </p:nvSpPr>
        <p:spPr>
          <a:ln/>
        </p:spPr>
      </p:sp>
      <p:sp>
        <p:nvSpPr>
          <p:cNvPr id="29700" name="Espace réservé des commentaires 1">
            <a:extLst>
              <a:ext uri="{FF2B5EF4-FFF2-40B4-BE49-F238E27FC236}">
                <a16:creationId xmlns:a16="http://schemas.microsoft.com/office/drawing/2014/main" xmlns="" id="{A0BBBD1F-9E9D-7C94-B444-B2B72E13DF1C}"/>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338812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C248075D-E92E-1DCC-C1D9-DAED25E81B88}"/>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9A11E200-520B-4F0B-A1B9-048533514236}" type="slidenum">
              <a:rPr lang="en-US" altLang="fr-FR" b="0">
                <a:latin typeface="Arial" panose="020B0604020202020204" pitchFamily="34" charset="0"/>
              </a:rPr>
              <a:pPr eaLnBrk="1" hangingPunct="1"/>
              <a:t>128</a:t>
            </a:fld>
            <a:endParaRPr lang="en-US" altLang="fr-FR" b="0">
              <a:latin typeface="Arial" panose="020B0604020202020204" pitchFamily="34" charset="0"/>
            </a:endParaRPr>
          </a:p>
        </p:txBody>
      </p:sp>
      <p:sp>
        <p:nvSpPr>
          <p:cNvPr id="30723" name="Rectangle 2">
            <a:extLst>
              <a:ext uri="{FF2B5EF4-FFF2-40B4-BE49-F238E27FC236}">
                <a16:creationId xmlns:a16="http://schemas.microsoft.com/office/drawing/2014/main" xmlns="" id="{EE8C326C-B65F-FCDF-2420-E473655F622E}"/>
              </a:ext>
            </a:extLst>
          </p:cNvPr>
          <p:cNvSpPr>
            <a:spLocks noGrp="1" noRot="1" noChangeAspect="1" noChangeArrowheads="1" noTextEdit="1"/>
          </p:cNvSpPr>
          <p:nvPr>
            <p:ph type="sldImg"/>
          </p:nvPr>
        </p:nvSpPr>
        <p:spPr>
          <a:ln/>
        </p:spPr>
      </p:sp>
      <p:sp>
        <p:nvSpPr>
          <p:cNvPr id="30724" name="Espace réservé des commentaires 1">
            <a:extLst>
              <a:ext uri="{FF2B5EF4-FFF2-40B4-BE49-F238E27FC236}">
                <a16:creationId xmlns:a16="http://schemas.microsoft.com/office/drawing/2014/main" xmlns="" id="{B0B982E7-546D-0952-79BB-AD2F4A58CE3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37525908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1B33A11B-3A0F-8C2E-894B-431D48F57ACF}"/>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0C5B7F65-8DDA-434B-B5BD-1A9508A18705}" type="slidenum">
              <a:rPr lang="en-US" altLang="fr-FR" b="0">
                <a:latin typeface="Arial" panose="020B0604020202020204" pitchFamily="34" charset="0"/>
              </a:rPr>
              <a:pPr eaLnBrk="1" hangingPunct="1"/>
              <a:t>129</a:t>
            </a:fld>
            <a:endParaRPr lang="en-US" altLang="fr-FR" b="0">
              <a:latin typeface="Arial" panose="020B0604020202020204" pitchFamily="34" charset="0"/>
            </a:endParaRPr>
          </a:p>
        </p:txBody>
      </p:sp>
      <p:sp>
        <p:nvSpPr>
          <p:cNvPr id="31747" name="Rectangle 2">
            <a:extLst>
              <a:ext uri="{FF2B5EF4-FFF2-40B4-BE49-F238E27FC236}">
                <a16:creationId xmlns:a16="http://schemas.microsoft.com/office/drawing/2014/main" xmlns="" id="{BA52083E-365D-ECFF-A606-C92BD0BD7620}"/>
              </a:ext>
            </a:extLst>
          </p:cNvPr>
          <p:cNvSpPr>
            <a:spLocks noGrp="1" noRot="1" noChangeAspect="1" noChangeArrowheads="1" noTextEdit="1"/>
          </p:cNvSpPr>
          <p:nvPr>
            <p:ph type="sldImg"/>
          </p:nvPr>
        </p:nvSpPr>
        <p:spPr>
          <a:ln/>
        </p:spPr>
      </p:sp>
      <p:sp>
        <p:nvSpPr>
          <p:cNvPr id="31748" name="Espace réservé des commentaires 1">
            <a:extLst>
              <a:ext uri="{FF2B5EF4-FFF2-40B4-BE49-F238E27FC236}">
                <a16:creationId xmlns:a16="http://schemas.microsoft.com/office/drawing/2014/main" xmlns="" id="{7B842140-B882-5E46-F6EF-E3B402490990}"/>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78787893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2FEA3BF2-D16A-5C5E-399F-B54525665389}"/>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469ABAC-C08B-4F4B-919B-CF7C502D8A97}" type="slidenum">
              <a:rPr lang="en-US" altLang="fr-FR" b="0">
                <a:latin typeface="Arial" panose="020B0604020202020204" pitchFamily="34" charset="0"/>
              </a:rPr>
              <a:pPr eaLnBrk="1" hangingPunct="1"/>
              <a:t>130</a:t>
            </a:fld>
            <a:endParaRPr lang="en-US" altLang="fr-FR" b="0">
              <a:latin typeface="Arial" panose="020B0604020202020204" pitchFamily="34" charset="0"/>
            </a:endParaRPr>
          </a:p>
        </p:txBody>
      </p:sp>
      <p:sp>
        <p:nvSpPr>
          <p:cNvPr id="32771" name="Rectangle 2">
            <a:extLst>
              <a:ext uri="{FF2B5EF4-FFF2-40B4-BE49-F238E27FC236}">
                <a16:creationId xmlns:a16="http://schemas.microsoft.com/office/drawing/2014/main" xmlns="" id="{8E7BC995-967A-7613-17F7-757FB4CE27AC}"/>
              </a:ext>
            </a:extLst>
          </p:cNvPr>
          <p:cNvSpPr>
            <a:spLocks noGrp="1" noRot="1" noChangeAspect="1" noChangeArrowheads="1" noTextEdit="1"/>
          </p:cNvSpPr>
          <p:nvPr>
            <p:ph type="sldImg"/>
          </p:nvPr>
        </p:nvSpPr>
        <p:spPr>
          <a:ln/>
        </p:spPr>
      </p:sp>
      <p:sp>
        <p:nvSpPr>
          <p:cNvPr id="32772" name="Espace réservé des commentaires 1">
            <a:extLst>
              <a:ext uri="{FF2B5EF4-FFF2-40B4-BE49-F238E27FC236}">
                <a16:creationId xmlns:a16="http://schemas.microsoft.com/office/drawing/2014/main" xmlns="" id="{70736727-66D5-106C-AB3B-22861011E81A}"/>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161691436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ED10C67A-4833-7D4F-C88B-DEF7478B01D9}"/>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F5239191-8860-4253-A880-7BD3B5543961}" type="slidenum">
              <a:rPr lang="en-US" altLang="fr-FR" b="0">
                <a:latin typeface="Arial" panose="020B0604020202020204" pitchFamily="34" charset="0"/>
              </a:rPr>
              <a:pPr eaLnBrk="1" hangingPunct="1"/>
              <a:t>131</a:t>
            </a:fld>
            <a:endParaRPr lang="en-US" altLang="fr-FR" b="0">
              <a:latin typeface="Arial" panose="020B0604020202020204" pitchFamily="34" charset="0"/>
            </a:endParaRPr>
          </a:p>
        </p:txBody>
      </p:sp>
      <p:sp>
        <p:nvSpPr>
          <p:cNvPr id="33795" name="Rectangle 2">
            <a:extLst>
              <a:ext uri="{FF2B5EF4-FFF2-40B4-BE49-F238E27FC236}">
                <a16:creationId xmlns:a16="http://schemas.microsoft.com/office/drawing/2014/main" xmlns="" id="{5AA292D3-2CC9-E171-3AA7-4964D29C277D}"/>
              </a:ext>
            </a:extLst>
          </p:cNvPr>
          <p:cNvSpPr>
            <a:spLocks noGrp="1" noRot="1" noChangeAspect="1" noChangeArrowheads="1" noTextEdit="1"/>
          </p:cNvSpPr>
          <p:nvPr>
            <p:ph type="sldImg"/>
          </p:nvPr>
        </p:nvSpPr>
        <p:spPr>
          <a:ln/>
        </p:spPr>
      </p:sp>
      <p:sp>
        <p:nvSpPr>
          <p:cNvPr id="33796" name="Espace réservé des commentaires 1">
            <a:extLst>
              <a:ext uri="{FF2B5EF4-FFF2-40B4-BE49-F238E27FC236}">
                <a16:creationId xmlns:a16="http://schemas.microsoft.com/office/drawing/2014/main" xmlns="" id="{E618759B-1F44-C54B-1FA7-34A33583263B}"/>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55316584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4C31CFD8-4D92-F7D8-62EA-4B0E125E47B3}"/>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AA4177E5-33E3-45B6-B429-3D477C0DDE82}" type="slidenum">
              <a:rPr lang="en-US" altLang="fr-FR" b="0">
                <a:latin typeface="Arial" panose="020B0604020202020204" pitchFamily="34" charset="0"/>
              </a:rPr>
              <a:pPr eaLnBrk="1" hangingPunct="1"/>
              <a:t>132</a:t>
            </a:fld>
            <a:endParaRPr lang="en-US" altLang="fr-FR" b="0">
              <a:latin typeface="Arial" panose="020B0604020202020204" pitchFamily="34" charset="0"/>
            </a:endParaRPr>
          </a:p>
        </p:txBody>
      </p:sp>
      <p:sp>
        <p:nvSpPr>
          <p:cNvPr id="34819" name="Rectangle 2">
            <a:extLst>
              <a:ext uri="{FF2B5EF4-FFF2-40B4-BE49-F238E27FC236}">
                <a16:creationId xmlns:a16="http://schemas.microsoft.com/office/drawing/2014/main" xmlns="" id="{5BF2EC16-B42C-8C5C-D6D7-543673633471}"/>
              </a:ext>
            </a:extLst>
          </p:cNvPr>
          <p:cNvSpPr>
            <a:spLocks noGrp="1" noRot="1" noChangeAspect="1" noChangeArrowheads="1" noTextEdit="1"/>
          </p:cNvSpPr>
          <p:nvPr>
            <p:ph type="sldImg"/>
          </p:nvPr>
        </p:nvSpPr>
        <p:spPr>
          <a:ln/>
        </p:spPr>
      </p:sp>
      <p:sp>
        <p:nvSpPr>
          <p:cNvPr id="34820" name="Espace réservé des commentaires 1">
            <a:extLst>
              <a:ext uri="{FF2B5EF4-FFF2-40B4-BE49-F238E27FC236}">
                <a16:creationId xmlns:a16="http://schemas.microsoft.com/office/drawing/2014/main" xmlns="" id="{4B3C9CF9-5665-E9F5-EEF7-0DFAC02A0FB8}"/>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25332622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Espace réservé de l'image des diapositives 1">
            <a:extLst>
              <a:ext uri="{FF2B5EF4-FFF2-40B4-BE49-F238E27FC236}">
                <a16:creationId xmlns:a16="http://schemas.microsoft.com/office/drawing/2014/main" xmlns="" id="{38F40205-6E3E-1582-9F10-ECE33C5EEA0F}"/>
              </a:ext>
            </a:extLst>
          </p:cNvPr>
          <p:cNvSpPr>
            <a:spLocks noGrp="1" noRot="1" noChangeAspect="1" noTextEdit="1"/>
          </p:cNvSpPr>
          <p:nvPr>
            <p:ph type="sldImg"/>
          </p:nvPr>
        </p:nvSpPr>
        <p:spPr>
          <a:ln/>
        </p:spPr>
      </p:sp>
      <p:sp>
        <p:nvSpPr>
          <p:cNvPr id="35843" name="Espace réservé des commentaires 2">
            <a:extLst>
              <a:ext uri="{FF2B5EF4-FFF2-40B4-BE49-F238E27FC236}">
                <a16:creationId xmlns:a16="http://schemas.microsoft.com/office/drawing/2014/main" xmlns="" id="{9884EDD9-2D22-6F15-C6F1-24ED5315B2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E377102D-FD05-6870-28EB-970D90F71735}"/>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BC8C9F8-4684-469F-896E-6E8A73BF4010}" type="slidenum">
              <a:rPr lang="en-US" altLang="fr-FR" b="0">
                <a:latin typeface="Arial" panose="020B0604020202020204" pitchFamily="34" charset="0"/>
              </a:rPr>
              <a:pPr eaLnBrk="1" hangingPunct="1"/>
              <a:t>133</a:t>
            </a:fld>
            <a:endParaRPr lang="en-US" altLang="fr-FR" b="0">
              <a:latin typeface="Arial" panose="020B0604020202020204" pitchFamily="34" charset="0"/>
            </a:endParaRPr>
          </a:p>
        </p:txBody>
      </p:sp>
    </p:spTree>
    <p:extLst>
      <p:ext uri="{BB962C8B-B14F-4D97-AF65-F5344CB8AC3E}">
        <p14:creationId xmlns:p14="http://schemas.microsoft.com/office/powerpoint/2010/main" val="497274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Espace réservé de l'image des diapositives 1">
            <a:extLst>
              <a:ext uri="{FF2B5EF4-FFF2-40B4-BE49-F238E27FC236}">
                <a16:creationId xmlns:a16="http://schemas.microsoft.com/office/drawing/2014/main" xmlns="" id="{EEBC56A3-D056-82C8-FB5A-89B3401B7187}"/>
              </a:ext>
            </a:extLst>
          </p:cNvPr>
          <p:cNvSpPr>
            <a:spLocks noGrp="1" noRot="1" noChangeAspect="1" noTextEdit="1"/>
          </p:cNvSpPr>
          <p:nvPr>
            <p:ph type="sldImg"/>
          </p:nvPr>
        </p:nvSpPr>
        <p:spPr>
          <a:ln/>
        </p:spPr>
      </p:sp>
      <p:sp>
        <p:nvSpPr>
          <p:cNvPr id="36867" name="Espace réservé des commentaires 2">
            <a:extLst>
              <a:ext uri="{FF2B5EF4-FFF2-40B4-BE49-F238E27FC236}">
                <a16:creationId xmlns:a16="http://schemas.microsoft.com/office/drawing/2014/main" xmlns="" id="{111A2D5B-455E-AADB-D301-7F246FFEECC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4D5D5F78-13AF-5503-3B87-3F3FEA9DD578}"/>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23511348-E369-4299-87E9-DFCE12498908}" type="slidenum">
              <a:rPr lang="en-US" altLang="fr-FR" b="0">
                <a:latin typeface="Arial" panose="020B0604020202020204" pitchFamily="34" charset="0"/>
              </a:rPr>
              <a:pPr eaLnBrk="1" hangingPunct="1"/>
              <a:t>134</a:t>
            </a:fld>
            <a:endParaRPr lang="en-US" altLang="fr-FR" b="0">
              <a:latin typeface="Arial" panose="020B0604020202020204" pitchFamily="34" charset="0"/>
            </a:endParaRPr>
          </a:p>
        </p:txBody>
      </p:sp>
    </p:spTree>
    <p:extLst>
      <p:ext uri="{BB962C8B-B14F-4D97-AF65-F5344CB8AC3E}">
        <p14:creationId xmlns:p14="http://schemas.microsoft.com/office/powerpoint/2010/main" val="280454289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87C6143D-2C8D-4930-1CCD-F513D3D4EF67}"/>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3C123D30-8C27-466A-AA41-BB8A903F52D2}" type="slidenum">
              <a:rPr lang="en-US" altLang="fr-FR" b="0">
                <a:latin typeface="Arial" panose="020B0604020202020204" pitchFamily="34" charset="0"/>
              </a:rPr>
              <a:pPr eaLnBrk="1" hangingPunct="1"/>
              <a:t>135</a:t>
            </a:fld>
            <a:endParaRPr lang="en-US" altLang="fr-FR" b="0">
              <a:latin typeface="Arial" panose="020B0604020202020204" pitchFamily="34" charset="0"/>
            </a:endParaRPr>
          </a:p>
        </p:txBody>
      </p:sp>
      <p:sp>
        <p:nvSpPr>
          <p:cNvPr id="37891" name="Rectangle 2">
            <a:extLst>
              <a:ext uri="{FF2B5EF4-FFF2-40B4-BE49-F238E27FC236}">
                <a16:creationId xmlns:a16="http://schemas.microsoft.com/office/drawing/2014/main" xmlns="" id="{3D8ACBFD-2C7F-42D3-181F-A2D7EC13A355}"/>
              </a:ext>
            </a:extLst>
          </p:cNvPr>
          <p:cNvSpPr>
            <a:spLocks noGrp="1" noRot="1" noChangeAspect="1" noChangeArrowheads="1" noTextEdit="1"/>
          </p:cNvSpPr>
          <p:nvPr>
            <p:ph type="sldImg"/>
          </p:nvPr>
        </p:nvSpPr>
        <p:spPr>
          <a:ln/>
        </p:spPr>
      </p:sp>
      <p:sp>
        <p:nvSpPr>
          <p:cNvPr id="37892" name="Espace réservé des commentaires 1">
            <a:extLst>
              <a:ext uri="{FF2B5EF4-FFF2-40B4-BE49-F238E27FC236}">
                <a16:creationId xmlns:a16="http://schemas.microsoft.com/office/drawing/2014/main" xmlns="" id="{E8C1BDFF-64C7-340A-60A5-1BA74D9615E8}"/>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48578004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4A3D1658-4FAA-F1C6-95B5-77DB7E30E228}"/>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920FB30-9279-4CC2-A359-7639BC94C820}" type="slidenum">
              <a:rPr lang="en-US" altLang="fr-FR" b="0">
                <a:latin typeface="Arial" panose="020B0604020202020204" pitchFamily="34" charset="0"/>
              </a:rPr>
              <a:pPr eaLnBrk="1" hangingPunct="1"/>
              <a:t>136</a:t>
            </a:fld>
            <a:endParaRPr lang="en-US" altLang="fr-FR" b="0">
              <a:latin typeface="Arial" panose="020B0604020202020204" pitchFamily="34" charset="0"/>
            </a:endParaRPr>
          </a:p>
        </p:txBody>
      </p:sp>
      <p:sp>
        <p:nvSpPr>
          <p:cNvPr id="38915" name="Rectangle 2">
            <a:extLst>
              <a:ext uri="{FF2B5EF4-FFF2-40B4-BE49-F238E27FC236}">
                <a16:creationId xmlns:a16="http://schemas.microsoft.com/office/drawing/2014/main" xmlns="" id="{CB04C333-7DB7-AC32-B031-956DA6274B45}"/>
              </a:ext>
            </a:extLst>
          </p:cNvPr>
          <p:cNvSpPr>
            <a:spLocks noGrp="1" noRot="1" noChangeAspect="1" noChangeArrowheads="1" noTextEdit="1"/>
          </p:cNvSpPr>
          <p:nvPr>
            <p:ph type="sldImg"/>
          </p:nvPr>
        </p:nvSpPr>
        <p:spPr>
          <a:ln/>
        </p:spPr>
      </p:sp>
      <p:sp>
        <p:nvSpPr>
          <p:cNvPr id="38916" name="Espace réservé des commentaires 1">
            <a:extLst>
              <a:ext uri="{FF2B5EF4-FFF2-40B4-BE49-F238E27FC236}">
                <a16:creationId xmlns:a16="http://schemas.microsoft.com/office/drawing/2014/main" xmlns="" id="{2E7B239A-216D-A069-ADFF-448F36E58AF2}"/>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
        <p:nvSpPr>
          <p:cNvPr id="38917" name="Espace réservé des commentaires 1">
            <a:extLst>
              <a:ext uri="{FF2B5EF4-FFF2-40B4-BE49-F238E27FC236}">
                <a16:creationId xmlns:a16="http://schemas.microsoft.com/office/drawing/2014/main" xmlns="" id="{D8E33518-6222-26BE-0707-DD97EA5581E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FR" b="1" i="1">
                <a:latin typeface="Arial" panose="020B0604020202020204" pitchFamily="34" charset="0"/>
              </a:rPr>
              <a:t>On-demand self-service</a:t>
            </a:r>
            <a:r>
              <a:rPr lang="en-US" altLang="fr-FR" i="1">
                <a:latin typeface="Arial" panose="020B0604020202020204" pitchFamily="34" charset="0"/>
              </a:rPr>
              <a:t>.</a:t>
            </a:r>
            <a:r>
              <a:rPr lang="en-US" altLang="fr-FR">
                <a:latin typeface="Arial" panose="020B0604020202020204" pitchFamily="34" charset="0"/>
              </a:rPr>
              <a:t> A consumer can unilaterally provision computing capabilities, such as server time and network storage, as needed automatically without requiring human interaction with each service provider.</a:t>
            </a:r>
          </a:p>
          <a:p>
            <a:r>
              <a:rPr lang="en-US" altLang="fr-FR" b="1" i="1">
                <a:latin typeface="Arial" panose="020B0604020202020204" pitchFamily="34" charset="0"/>
              </a:rPr>
              <a:t>Broad network access</a:t>
            </a:r>
            <a:r>
              <a:rPr lang="en-US" altLang="fr-FR" i="1">
                <a:latin typeface="Arial" panose="020B0604020202020204" pitchFamily="34" charset="0"/>
              </a:rPr>
              <a:t>.</a:t>
            </a:r>
            <a:r>
              <a:rPr lang="en-US" altLang="fr-FR">
                <a:latin typeface="Arial" panose="020B0604020202020204" pitchFamily="34" charset="0"/>
              </a:rPr>
              <a:t> Capabilities are available over the network and accessed through standard mechanisms that promote use by heterogeneous thin or thick client platforms (e.g., mobile phones, tablets, laptops, and workstations).</a:t>
            </a:r>
          </a:p>
          <a:p>
            <a:r>
              <a:rPr lang="en-US" altLang="fr-FR" b="1" i="1">
                <a:latin typeface="Arial" panose="020B0604020202020204" pitchFamily="34" charset="0"/>
              </a:rPr>
              <a:t>Resource pooling</a:t>
            </a:r>
            <a:r>
              <a:rPr lang="en-US" altLang="fr-FR" i="1">
                <a:latin typeface="Arial" panose="020B0604020202020204" pitchFamily="34" charset="0"/>
              </a:rPr>
              <a:t>.</a:t>
            </a:r>
            <a:r>
              <a:rPr lang="en-US" altLang="fr-FR">
                <a:latin typeface="Arial" panose="020B0604020202020204" pitchFamily="34" charset="0"/>
              </a:rPr>
              <a:t> The provider's computing resources are pooled to serve multiple consumers using a multi-tenant model, with different physical and virtual resources dynamically assigned and reassigned according to consumer demand. </a:t>
            </a:r>
          </a:p>
          <a:p>
            <a:r>
              <a:rPr lang="en-US" altLang="fr-FR" b="1" i="1">
                <a:latin typeface="Arial" panose="020B0604020202020204" pitchFamily="34" charset="0"/>
              </a:rPr>
              <a:t>Rapid elasticity</a:t>
            </a:r>
            <a:r>
              <a:rPr lang="en-US" altLang="fr-FR" i="1">
                <a:latin typeface="Arial" panose="020B0604020202020204" pitchFamily="34" charset="0"/>
              </a:rPr>
              <a:t>.</a:t>
            </a:r>
            <a:r>
              <a:rPr lang="en-US" altLang="fr-FR">
                <a:latin typeface="Arial" panose="020B0604020202020204" pitchFamily="34" charset="0"/>
              </a:rPr>
              <a:t> Capabilities can be elastically provisioned and released, in some cases automatically, to scale rapidly outward and inward commensurate with demand. To the consumer, the capabilities available for provisioning often appear unlimited and can be appropriated in any quantity at any time.</a:t>
            </a:r>
          </a:p>
          <a:p>
            <a:r>
              <a:rPr lang="en-US" altLang="fr-FR" b="1" i="1">
                <a:latin typeface="Arial" panose="020B0604020202020204" pitchFamily="34" charset="0"/>
              </a:rPr>
              <a:t>Measured service</a:t>
            </a:r>
            <a:r>
              <a:rPr lang="en-US" altLang="fr-FR" i="1">
                <a:latin typeface="Arial" panose="020B0604020202020204" pitchFamily="34" charset="0"/>
              </a:rPr>
              <a:t>.</a:t>
            </a:r>
            <a:r>
              <a:rPr lang="en-US" altLang="fr-FR">
                <a:latin typeface="Arial" panose="020B0604020202020204" pitchFamily="34" charset="0"/>
              </a:rPr>
              <a:t> Cloud systems automatically control and optimize resource use by leveraging a metering capability at some level of abstraction appropriate to the type of service (e.g., storage, processing, bandwidth, and active user accounts). Resource usage can be monitored, controlled, and reported, providing transparency for both the provider and consumer of the utilized service.</a:t>
            </a:r>
            <a:endParaRPr lang="fr-FR" altLang="fr-FR">
              <a:latin typeface="Arial" panose="020B0604020202020204" pitchFamily="34" charset="0"/>
            </a:endParaRPr>
          </a:p>
        </p:txBody>
      </p:sp>
    </p:spTree>
    <p:extLst>
      <p:ext uri="{BB962C8B-B14F-4D97-AF65-F5344CB8AC3E}">
        <p14:creationId xmlns:p14="http://schemas.microsoft.com/office/powerpoint/2010/main" val="61444054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0C787CA2-B584-E808-62C2-1D670C283486}"/>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9B3E88E-BB63-4E6E-AB87-295AFCCCF6F7}" type="slidenum">
              <a:rPr lang="en-US" altLang="fr-FR" b="0">
                <a:latin typeface="Arial" panose="020B0604020202020204" pitchFamily="34" charset="0"/>
              </a:rPr>
              <a:pPr eaLnBrk="1" hangingPunct="1"/>
              <a:t>137</a:t>
            </a:fld>
            <a:endParaRPr lang="en-US" altLang="fr-FR" b="0">
              <a:latin typeface="Arial" panose="020B0604020202020204" pitchFamily="34" charset="0"/>
            </a:endParaRPr>
          </a:p>
        </p:txBody>
      </p:sp>
      <p:sp>
        <p:nvSpPr>
          <p:cNvPr id="39939" name="Rectangle 2">
            <a:extLst>
              <a:ext uri="{FF2B5EF4-FFF2-40B4-BE49-F238E27FC236}">
                <a16:creationId xmlns:a16="http://schemas.microsoft.com/office/drawing/2014/main" xmlns="" id="{C1B09547-CCFC-FC52-7F14-764323DBF762}"/>
              </a:ext>
            </a:extLst>
          </p:cNvPr>
          <p:cNvSpPr>
            <a:spLocks noGrp="1" noRot="1" noChangeAspect="1" noChangeArrowheads="1" noTextEdit="1"/>
          </p:cNvSpPr>
          <p:nvPr>
            <p:ph type="sldImg"/>
          </p:nvPr>
        </p:nvSpPr>
        <p:spPr>
          <a:ln/>
        </p:spPr>
      </p:sp>
      <p:sp>
        <p:nvSpPr>
          <p:cNvPr id="39940" name="Espace réservé des commentaires 1">
            <a:extLst>
              <a:ext uri="{FF2B5EF4-FFF2-40B4-BE49-F238E27FC236}">
                <a16:creationId xmlns:a16="http://schemas.microsoft.com/office/drawing/2014/main" xmlns="" id="{6545B4A9-6BDC-11F3-9C62-9F57B3F015FF}"/>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472049423"/>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86CC3DA3-67D5-952F-8A19-618D1F13C37E}"/>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8521FA8-6600-4980-BCD4-A5C7FFA20021}" type="slidenum">
              <a:rPr lang="en-US" altLang="fr-FR" b="0">
                <a:latin typeface="Arial" panose="020B0604020202020204" pitchFamily="34" charset="0"/>
              </a:rPr>
              <a:pPr eaLnBrk="1" hangingPunct="1"/>
              <a:t>138</a:t>
            </a:fld>
            <a:endParaRPr lang="en-US" altLang="fr-FR" b="0">
              <a:latin typeface="Arial" panose="020B0604020202020204" pitchFamily="34" charset="0"/>
            </a:endParaRPr>
          </a:p>
        </p:txBody>
      </p:sp>
      <p:sp>
        <p:nvSpPr>
          <p:cNvPr id="40963" name="Rectangle 2">
            <a:extLst>
              <a:ext uri="{FF2B5EF4-FFF2-40B4-BE49-F238E27FC236}">
                <a16:creationId xmlns:a16="http://schemas.microsoft.com/office/drawing/2014/main" xmlns="" id="{3E4E6B05-C1AD-3DCF-FABF-A1919ED8C0B5}"/>
              </a:ext>
            </a:extLst>
          </p:cNvPr>
          <p:cNvSpPr>
            <a:spLocks noGrp="1" noRot="1" noChangeAspect="1" noChangeArrowheads="1" noTextEdit="1"/>
          </p:cNvSpPr>
          <p:nvPr>
            <p:ph type="sldImg"/>
          </p:nvPr>
        </p:nvSpPr>
        <p:spPr>
          <a:ln/>
        </p:spPr>
      </p:sp>
      <p:sp>
        <p:nvSpPr>
          <p:cNvPr id="40964" name="Espace réservé des commentaires 1">
            <a:extLst>
              <a:ext uri="{FF2B5EF4-FFF2-40B4-BE49-F238E27FC236}">
                <a16:creationId xmlns:a16="http://schemas.microsoft.com/office/drawing/2014/main" xmlns="" id="{30EF12FC-6142-65D9-9306-14B73CE5E60C}"/>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86199437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7">
            <a:extLst>
              <a:ext uri="{FF2B5EF4-FFF2-40B4-BE49-F238E27FC236}">
                <a16:creationId xmlns:a16="http://schemas.microsoft.com/office/drawing/2014/main" xmlns="" id="{B18778D2-8378-2F21-B453-6137E97396D5}"/>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86E9AE5-9199-4E6C-8893-DD35A5D3E904}" type="slidenum">
              <a:rPr lang="en-US" altLang="fr-FR" b="0">
                <a:latin typeface="Arial" panose="020B0604020202020204" pitchFamily="34" charset="0"/>
              </a:rPr>
              <a:pPr eaLnBrk="1" hangingPunct="1"/>
              <a:t>139</a:t>
            </a:fld>
            <a:endParaRPr lang="en-US" altLang="fr-FR" b="0">
              <a:latin typeface="Arial" panose="020B0604020202020204" pitchFamily="34" charset="0"/>
            </a:endParaRPr>
          </a:p>
        </p:txBody>
      </p:sp>
      <p:sp>
        <p:nvSpPr>
          <p:cNvPr id="41987" name="Rectangle 2">
            <a:extLst>
              <a:ext uri="{FF2B5EF4-FFF2-40B4-BE49-F238E27FC236}">
                <a16:creationId xmlns:a16="http://schemas.microsoft.com/office/drawing/2014/main" xmlns="" id="{32B811C7-6AD8-CF6B-7C0C-2CD5435E3EA1}"/>
              </a:ext>
            </a:extLst>
          </p:cNvPr>
          <p:cNvSpPr>
            <a:spLocks noGrp="1" noRot="1" noChangeAspect="1" noChangeArrowheads="1" noTextEdit="1"/>
          </p:cNvSpPr>
          <p:nvPr>
            <p:ph type="sldImg"/>
          </p:nvPr>
        </p:nvSpPr>
        <p:spPr>
          <a:xfrm>
            <a:off x="3943350" y="76200"/>
            <a:ext cx="3370263" cy="1897063"/>
          </a:xfrm>
          <a:ln/>
        </p:spPr>
      </p:sp>
      <p:sp>
        <p:nvSpPr>
          <p:cNvPr id="777222" name="Line 6">
            <a:extLst>
              <a:ext uri="{FF2B5EF4-FFF2-40B4-BE49-F238E27FC236}">
                <a16:creationId xmlns:a16="http://schemas.microsoft.com/office/drawing/2014/main" xmlns="" id="{A5FCFE7B-3A92-EBE3-0D60-1B1BBD91D0CA}"/>
              </a:ext>
            </a:extLst>
          </p:cNvPr>
          <p:cNvSpPr>
            <a:spLocks noChangeShapeType="1"/>
          </p:cNvSpPr>
          <p:nvPr/>
        </p:nvSpPr>
        <p:spPr bwMode="auto">
          <a:xfrm>
            <a:off x="369888" y="8567738"/>
            <a:ext cx="6126162"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777223" name="Line 7">
            <a:extLst>
              <a:ext uri="{FF2B5EF4-FFF2-40B4-BE49-F238E27FC236}">
                <a16:creationId xmlns:a16="http://schemas.microsoft.com/office/drawing/2014/main" xmlns="" id="{2E75175D-194B-D36B-F964-59C1A6B98DA6}"/>
              </a:ext>
            </a:extLst>
          </p:cNvPr>
          <p:cNvSpPr>
            <a:spLocks noChangeShapeType="1"/>
          </p:cNvSpPr>
          <p:nvPr/>
        </p:nvSpPr>
        <p:spPr bwMode="auto">
          <a:xfrm>
            <a:off x="368300" y="9029700"/>
            <a:ext cx="6146800"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41990" name="Espace réservé des commentaires 1">
            <a:extLst>
              <a:ext uri="{FF2B5EF4-FFF2-40B4-BE49-F238E27FC236}">
                <a16:creationId xmlns:a16="http://schemas.microsoft.com/office/drawing/2014/main" xmlns="" id="{5C2978AA-8E1F-A3C5-A0E2-FA99135FE201}"/>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342900" indent="-11430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244010062"/>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4AA18216-24C8-2C3B-826E-91153EB3E08A}"/>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DE8B9626-47F5-47A4-B45D-3BFFA34A5E26}" type="slidenum">
              <a:rPr lang="en-US" altLang="fr-FR" b="0">
                <a:solidFill>
                  <a:srgbClr val="000000"/>
                </a:solidFill>
                <a:latin typeface="Arial" panose="020B0604020202020204" pitchFamily="34" charset="0"/>
              </a:rPr>
              <a:pPr eaLnBrk="1" hangingPunct="1"/>
              <a:t>140</a:t>
            </a:fld>
            <a:endParaRPr lang="en-US" altLang="fr-FR" b="0">
              <a:solidFill>
                <a:srgbClr val="000000"/>
              </a:solidFill>
              <a:latin typeface="Arial" panose="020B0604020202020204" pitchFamily="34" charset="0"/>
            </a:endParaRPr>
          </a:p>
        </p:txBody>
      </p:sp>
      <p:sp>
        <p:nvSpPr>
          <p:cNvPr id="28675" name="Rectangle 2">
            <a:extLst>
              <a:ext uri="{FF2B5EF4-FFF2-40B4-BE49-F238E27FC236}">
                <a16:creationId xmlns:a16="http://schemas.microsoft.com/office/drawing/2014/main" xmlns="" id="{C8A33A41-964C-A505-68A6-D949E5D3ADA9}"/>
              </a:ext>
            </a:extLst>
          </p:cNvPr>
          <p:cNvSpPr>
            <a:spLocks noGrp="1" noRot="1" noChangeAspect="1" noChangeArrowheads="1" noTextEdit="1"/>
          </p:cNvSpPr>
          <p:nvPr>
            <p:ph type="sldImg"/>
          </p:nvPr>
        </p:nvSpPr>
        <p:spPr>
          <a:ln/>
        </p:spPr>
      </p:sp>
    </p:spTree>
    <p:extLst>
      <p:ext uri="{BB962C8B-B14F-4D97-AF65-F5344CB8AC3E}">
        <p14:creationId xmlns:p14="http://schemas.microsoft.com/office/powerpoint/2010/main" val="233266595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7">
            <a:extLst>
              <a:ext uri="{FF2B5EF4-FFF2-40B4-BE49-F238E27FC236}">
                <a16:creationId xmlns:a16="http://schemas.microsoft.com/office/drawing/2014/main" xmlns="" id="{F63AA8FF-8939-4C2E-1A59-47C2F9ABFDBA}"/>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F10ECAF-B40A-4ECC-B739-FF62D08433F7}" type="slidenum">
              <a:rPr lang="en-US" altLang="fr-FR" b="0">
                <a:latin typeface="Arial" panose="020B0604020202020204" pitchFamily="34" charset="0"/>
              </a:rPr>
              <a:pPr eaLnBrk="1" hangingPunct="1"/>
              <a:t>141</a:t>
            </a:fld>
            <a:endParaRPr lang="en-US" altLang="fr-FR" b="0">
              <a:latin typeface="Arial" panose="020B0604020202020204" pitchFamily="34" charset="0"/>
            </a:endParaRPr>
          </a:p>
        </p:txBody>
      </p:sp>
      <p:sp>
        <p:nvSpPr>
          <p:cNvPr id="29699" name="Rectangle 2">
            <a:extLst>
              <a:ext uri="{FF2B5EF4-FFF2-40B4-BE49-F238E27FC236}">
                <a16:creationId xmlns:a16="http://schemas.microsoft.com/office/drawing/2014/main" xmlns="" id="{2D68B401-B239-42C7-3BB3-72A31688ED11}"/>
              </a:ext>
            </a:extLst>
          </p:cNvPr>
          <p:cNvSpPr>
            <a:spLocks noGrp="1" noRot="1" noChangeAspect="1" noChangeArrowheads="1" noTextEdit="1"/>
          </p:cNvSpPr>
          <p:nvPr>
            <p:ph type="sldImg"/>
          </p:nvPr>
        </p:nvSpPr>
        <p:spPr>
          <a:ln/>
        </p:spPr>
      </p:sp>
      <p:sp>
        <p:nvSpPr>
          <p:cNvPr id="29700" name="Espace réservé des commentaires 1">
            <a:extLst>
              <a:ext uri="{FF2B5EF4-FFF2-40B4-BE49-F238E27FC236}">
                <a16:creationId xmlns:a16="http://schemas.microsoft.com/office/drawing/2014/main" xmlns="" id="{97DC922C-14EF-C2D8-A88B-75348A16289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217183387"/>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C2EADCF9-2F65-F793-6490-663C84989CA4}"/>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4EFF5FB-B0FF-4204-B441-018A5813D1CE}" type="slidenum">
              <a:rPr lang="en-US" altLang="fr-FR" b="0">
                <a:latin typeface="Arial" panose="020B0604020202020204" pitchFamily="34" charset="0"/>
              </a:rPr>
              <a:pPr eaLnBrk="1" hangingPunct="1"/>
              <a:t>142</a:t>
            </a:fld>
            <a:endParaRPr lang="en-US" altLang="fr-FR" b="0">
              <a:latin typeface="Arial" panose="020B0604020202020204" pitchFamily="34" charset="0"/>
            </a:endParaRPr>
          </a:p>
        </p:txBody>
      </p:sp>
      <p:sp>
        <p:nvSpPr>
          <p:cNvPr id="30723" name="Rectangle 2">
            <a:extLst>
              <a:ext uri="{FF2B5EF4-FFF2-40B4-BE49-F238E27FC236}">
                <a16:creationId xmlns:a16="http://schemas.microsoft.com/office/drawing/2014/main" xmlns="" id="{FDAC0850-30A2-03C5-6B41-C41C957C8535}"/>
              </a:ext>
            </a:extLst>
          </p:cNvPr>
          <p:cNvSpPr>
            <a:spLocks noGrp="1" noRot="1" noChangeAspect="1" noChangeArrowheads="1" noTextEdit="1"/>
          </p:cNvSpPr>
          <p:nvPr>
            <p:ph type="sldImg"/>
          </p:nvPr>
        </p:nvSpPr>
        <p:spPr>
          <a:ln/>
        </p:spPr>
      </p:sp>
      <p:sp>
        <p:nvSpPr>
          <p:cNvPr id="30724" name="Espace réservé des commentaires 1">
            <a:extLst>
              <a:ext uri="{FF2B5EF4-FFF2-40B4-BE49-F238E27FC236}">
                <a16:creationId xmlns:a16="http://schemas.microsoft.com/office/drawing/2014/main" xmlns="" id="{DE83EA46-9725-3394-2832-C2EBD3147036}"/>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136619424"/>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8B3EC53D-548C-243B-1B92-731A3BF555B0}"/>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2BA374E8-5FF2-4FAC-8405-BC486556A7E8}" type="slidenum">
              <a:rPr lang="en-US" altLang="fr-FR" b="0">
                <a:latin typeface="Arial" panose="020B0604020202020204" pitchFamily="34" charset="0"/>
              </a:rPr>
              <a:pPr eaLnBrk="1" hangingPunct="1"/>
              <a:t>143</a:t>
            </a:fld>
            <a:endParaRPr lang="en-US" altLang="fr-FR" b="0">
              <a:latin typeface="Arial" panose="020B0604020202020204" pitchFamily="34" charset="0"/>
            </a:endParaRPr>
          </a:p>
        </p:txBody>
      </p:sp>
      <p:sp>
        <p:nvSpPr>
          <p:cNvPr id="31747" name="Rectangle 2">
            <a:extLst>
              <a:ext uri="{FF2B5EF4-FFF2-40B4-BE49-F238E27FC236}">
                <a16:creationId xmlns:a16="http://schemas.microsoft.com/office/drawing/2014/main" xmlns="" id="{6DC3BD4D-3D7F-CF87-34EC-D96E1989C85B}"/>
              </a:ext>
            </a:extLst>
          </p:cNvPr>
          <p:cNvSpPr>
            <a:spLocks noGrp="1" noRot="1" noChangeAspect="1" noChangeArrowheads="1" noTextEdit="1"/>
          </p:cNvSpPr>
          <p:nvPr>
            <p:ph type="sldImg"/>
          </p:nvPr>
        </p:nvSpPr>
        <p:spPr>
          <a:ln/>
        </p:spPr>
      </p:sp>
      <p:sp>
        <p:nvSpPr>
          <p:cNvPr id="31748" name="Espace réservé des commentaires 1">
            <a:extLst>
              <a:ext uri="{FF2B5EF4-FFF2-40B4-BE49-F238E27FC236}">
                <a16:creationId xmlns:a16="http://schemas.microsoft.com/office/drawing/2014/main" xmlns="" id="{B7A3FDAF-113B-DB3A-3313-1A773D13D4A0}"/>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195088940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737F49AE-ED81-7C33-4E76-54435C471C15}"/>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CCE9CDF5-E892-4EE8-9E56-68B20851374C}" type="slidenum">
              <a:rPr lang="en-US" altLang="fr-FR" b="0">
                <a:latin typeface="Arial" panose="020B0604020202020204" pitchFamily="34" charset="0"/>
              </a:rPr>
              <a:pPr eaLnBrk="1" hangingPunct="1"/>
              <a:t>144</a:t>
            </a:fld>
            <a:endParaRPr lang="en-US" altLang="fr-FR" b="0">
              <a:latin typeface="Arial" panose="020B0604020202020204" pitchFamily="34" charset="0"/>
            </a:endParaRPr>
          </a:p>
        </p:txBody>
      </p:sp>
      <p:sp>
        <p:nvSpPr>
          <p:cNvPr id="32771" name="Rectangle 2">
            <a:extLst>
              <a:ext uri="{FF2B5EF4-FFF2-40B4-BE49-F238E27FC236}">
                <a16:creationId xmlns:a16="http://schemas.microsoft.com/office/drawing/2014/main" xmlns="" id="{2AC7F6A7-7422-9AD7-D7DD-B16F119472B9}"/>
              </a:ext>
            </a:extLst>
          </p:cNvPr>
          <p:cNvSpPr>
            <a:spLocks noGrp="1" noRot="1" noChangeAspect="1" noChangeArrowheads="1" noTextEdit="1"/>
          </p:cNvSpPr>
          <p:nvPr>
            <p:ph type="sldImg"/>
          </p:nvPr>
        </p:nvSpPr>
        <p:spPr>
          <a:ln/>
        </p:spPr>
      </p:sp>
      <p:sp>
        <p:nvSpPr>
          <p:cNvPr id="32772" name="Espace réservé des commentaires 1">
            <a:extLst>
              <a:ext uri="{FF2B5EF4-FFF2-40B4-BE49-F238E27FC236}">
                <a16:creationId xmlns:a16="http://schemas.microsoft.com/office/drawing/2014/main" xmlns="" id="{F53625FD-5587-D7A5-9DDC-ECAE47133AC8}"/>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89196420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AAA20A33-3172-3926-9080-99D0E48E5E17}"/>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E80FF9EB-35E4-4B9C-A233-13A77864BC19}" type="slidenum">
              <a:rPr lang="en-US" altLang="fr-FR" b="0">
                <a:latin typeface="Arial" panose="020B0604020202020204" pitchFamily="34" charset="0"/>
              </a:rPr>
              <a:pPr eaLnBrk="1" hangingPunct="1"/>
              <a:t>145</a:t>
            </a:fld>
            <a:endParaRPr lang="en-US" altLang="fr-FR" b="0">
              <a:latin typeface="Arial" panose="020B0604020202020204" pitchFamily="34" charset="0"/>
            </a:endParaRPr>
          </a:p>
        </p:txBody>
      </p:sp>
      <p:sp>
        <p:nvSpPr>
          <p:cNvPr id="33795" name="Rectangle 2">
            <a:extLst>
              <a:ext uri="{FF2B5EF4-FFF2-40B4-BE49-F238E27FC236}">
                <a16:creationId xmlns:a16="http://schemas.microsoft.com/office/drawing/2014/main" xmlns="" id="{E2B829D2-173B-6C03-9A00-69989B377474}"/>
              </a:ext>
            </a:extLst>
          </p:cNvPr>
          <p:cNvSpPr>
            <a:spLocks noGrp="1" noRot="1" noChangeAspect="1" noChangeArrowheads="1" noTextEdit="1"/>
          </p:cNvSpPr>
          <p:nvPr>
            <p:ph type="sldImg"/>
          </p:nvPr>
        </p:nvSpPr>
        <p:spPr>
          <a:ln/>
        </p:spPr>
      </p:sp>
      <p:sp>
        <p:nvSpPr>
          <p:cNvPr id="33796" name="Espace réservé des commentaires 1">
            <a:extLst>
              <a:ext uri="{FF2B5EF4-FFF2-40B4-BE49-F238E27FC236}">
                <a16:creationId xmlns:a16="http://schemas.microsoft.com/office/drawing/2014/main" xmlns="" id="{18029934-A364-F25C-EE41-60BA15337EBA}"/>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64916565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63F3EF3C-C15F-DA66-EC9F-D974F7A3567F}"/>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38600FF-6B15-42FA-886F-5B9BA13DAC10}" type="slidenum">
              <a:rPr lang="en-US" altLang="fr-FR" b="0">
                <a:latin typeface="Arial" panose="020B0604020202020204" pitchFamily="34" charset="0"/>
              </a:rPr>
              <a:pPr eaLnBrk="1" hangingPunct="1"/>
              <a:t>146</a:t>
            </a:fld>
            <a:endParaRPr lang="en-US" altLang="fr-FR" b="0">
              <a:latin typeface="Arial" panose="020B0604020202020204" pitchFamily="34" charset="0"/>
            </a:endParaRPr>
          </a:p>
        </p:txBody>
      </p:sp>
      <p:sp>
        <p:nvSpPr>
          <p:cNvPr id="34819" name="Rectangle 2">
            <a:extLst>
              <a:ext uri="{FF2B5EF4-FFF2-40B4-BE49-F238E27FC236}">
                <a16:creationId xmlns:a16="http://schemas.microsoft.com/office/drawing/2014/main" xmlns="" id="{3303F51D-2739-BFAF-CD0D-90B101131FCA}"/>
              </a:ext>
            </a:extLst>
          </p:cNvPr>
          <p:cNvSpPr>
            <a:spLocks noGrp="1" noRot="1" noChangeAspect="1" noChangeArrowheads="1" noTextEdit="1"/>
          </p:cNvSpPr>
          <p:nvPr>
            <p:ph type="sldImg"/>
          </p:nvPr>
        </p:nvSpPr>
        <p:spPr>
          <a:ln/>
        </p:spPr>
      </p:sp>
      <p:sp>
        <p:nvSpPr>
          <p:cNvPr id="34820" name="Espace réservé des commentaires 1">
            <a:extLst>
              <a:ext uri="{FF2B5EF4-FFF2-40B4-BE49-F238E27FC236}">
                <a16:creationId xmlns:a16="http://schemas.microsoft.com/office/drawing/2014/main" xmlns="" id="{3A8BEF57-C38E-4887-926C-1339503CBEC7}"/>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4063654157"/>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464CD123-EFDB-F74D-991C-3461D1BF52AF}"/>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9570B3BD-874B-45B9-AD54-A90B86CD37C4}" type="slidenum">
              <a:rPr lang="en-US" altLang="fr-FR" b="0">
                <a:latin typeface="Arial" panose="020B0604020202020204" pitchFamily="34" charset="0"/>
              </a:rPr>
              <a:pPr eaLnBrk="1" hangingPunct="1"/>
              <a:t>147</a:t>
            </a:fld>
            <a:endParaRPr lang="en-US" altLang="fr-FR" b="0">
              <a:latin typeface="Arial" panose="020B0604020202020204" pitchFamily="34" charset="0"/>
            </a:endParaRPr>
          </a:p>
        </p:txBody>
      </p:sp>
      <p:sp>
        <p:nvSpPr>
          <p:cNvPr id="35843" name="Rectangle 2">
            <a:extLst>
              <a:ext uri="{FF2B5EF4-FFF2-40B4-BE49-F238E27FC236}">
                <a16:creationId xmlns:a16="http://schemas.microsoft.com/office/drawing/2014/main" xmlns="" id="{EF956A70-F92F-2868-9EC7-55F365D18AA9}"/>
              </a:ext>
            </a:extLst>
          </p:cNvPr>
          <p:cNvSpPr>
            <a:spLocks noGrp="1" noRot="1" noChangeAspect="1" noChangeArrowheads="1" noTextEdit="1"/>
          </p:cNvSpPr>
          <p:nvPr>
            <p:ph type="sldImg"/>
          </p:nvPr>
        </p:nvSpPr>
        <p:spPr>
          <a:ln/>
        </p:spPr>
      </p:sp>
      <p:sp>
        <p:nvSpPr>
          <p:cNvPr id="35844" name="Espace réservé des commentaires 1">
            <a:extLst>
              <a:ext uri="{FF2B5EF4-FFF2-40B4-BE49-F238E27FC236}">
                <a16:creationId xmlns:a16="http://schemas.microsoft.com/office/drawing/2014/main" xmlns="" id="{FB34BA53-DA43-D4E7-C39C-A6B70F06F2AD}"/>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66242078"/>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401B0F2F-BDBE-87C1-B06C-B488DA6D7866}"/>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5BA5F4D-FB58-4FB6-84EE-F9ECB62EFF55}" type="slidenum">
              <a:rPr lang="en-US" altLang="fr-FR" b="0">
                <a:latin typeface="Arial" panose="020B0604020202020204" pitchFamily="34" charset="0"/>
              </a:rPr>
              <a:pPr eaLnBrk="1" hangingPunct="1"/>
              <a:t>148</a:t>
            </a:fld>
            <a:endParaRPr lang="en-US" altLang="fr-FR" b="0">
              <a:latin typeface="Arial" panose="020B0604020202020204" pitchFamily="34" charset="0"/>
            </a:endParaRPr>
          </a:p>
        </p:txBody>
      </p:sp>
      <p:sp>
        <p:nvSpPr>
          <p:cNvPr id="36867" name="Rectangle 2">
            <a:extLst>
              <a:ext uri="{FF2B5EF4-FFF2-40B4-BE49-F238E27FC236}">
                <a16:creationId xmlns:a16="http://schemas.microsoft.com/office/drawing/2014/main" xmlns="" id="{8D3E80DC-D4EE-EFA1-2021-8CC5AAAD92BB}"/>
              </a:ext>
            </a:extLst>
          </p:cNvPr>
          <p:cNvSpPr>
            <a:spLocks noGrp="1" noRot="1" noChangeAspect="1" noChangeArrowheads="1" noTextEdit="1"/>
          </p:cNvSpPr>
          <p:nvPr>
            <p:ph type="sldImg"/>
          </p:nvPr>
        </p:nvSpPr>
        <p:spPr>
          <a:ln/>
        </p:spPr>
      </p:sp>
      <p:sp>
        <p:nvSpPr>
          <p:cNvPr id="36868" name="Espace réservé des commentaires 1">
            <a:extLst>
              <a:ext uri="{FF2B5EF4-FFF2-40B4-BE49-F238E27FC236}">
                <a16:creationId xmlns:a16="http://schemas.microsoft.com/office/drawing/2014/main" xmlns="" id="{BE8AF2B6-6C71-BD8E-B3AB-0C6FBD069E6F}"/>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
        <p:nvSpPr>
          <p:cNvPr id="36869" name="Espace réservé des commentaires 1">
            <a:extLst>
              <a:ext uri="{FF2B5EF4-FFF2-40B4-BE49-F238E27FC236}">
                <a16:creationId xmlns:a16="http://schemas.microsoft.com/office/drawing/2014/main" xmlns="" id="{283E88AD-853C-F237-141B-07C1370933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latin typeface="Arial" panose="020B0604020202020204" pitchFamily="34" charset="0"/>
              </a:rPr>
              <a:t>https://developercommunity.visualstudio.com/content/problem/25983/wcf-data-service-template-missing-in-vs2017.html</a:t>
            </a:r>
          </a:p>
        </p:txBody>
      </p:sp>
    </p:spTree>
    <p:extLst>
      <p:ext uri="{BB962C8B-B14F-4D97-AF65-F5344CB8AC3E}">
        <p14:creationId xmlns:p14="http://schemas.microsoft.com/office/powerpoint/2010/main" val="398971932"/>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C33EDA11-20C6-EDE3-7179-6D9E34BAE7AA}"/>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AE5533DC-7213-4563-8B16-8AFC0688A5F2}" type="slidenum">
              <a:rPr lang="en-US" altLang="fr-FR" b="0">
                <a:latin typeface="Arial" panose="020B0604020202020204" pitchFamily="34" charset="0"/>
              </a:rPr>
              <a:pPr eaLnBrk="1" hangingPunct="1"/>
              <a:t>149</a:t>
            </a:fld>
            <a:endParaRPr lang="en-US" altLang="fr-FR" b="0">
              <a:latin typeface="Arial" panose="020B0604020202020204" pitchFamily="34" charset="0"/>
            </a:endParaRPr>
          </a:p>
        </p:txBody>
      </p:sp>
      <p:sp>
        <p:nvSpPr>
          <p:cNvPr id="37891" name="Rectangle 2">
            <a:extLst>
              <a:ext uri="{FF2B5EF4-FFF2-40B4-BE49-F238E27FC236}">
                <a16:creationId xmlns:a16="http://schemas.microsoft.com/office/drawing/2014/main" xmlns="" id="{C1A4BE06-9985-E41D-4620-D49A4DC427A3}"/>
              </a:ext>
            </a:extLst>
          </p:cNvPr>
          <p:cNvSpPr>
            <a:spLocks noGrp="1" noRot="1" noChangeAspect="1" noChangeArrowheads="1" noTextEdit="1"/>
          </p:cNvSpPr>
          <p:nvPr>
            <p:ph type="sldImg"/>
          </p:nvPr>
        </p:nvSpPr>
        <p:spPr>
          <a:ln/>
        </p:spPr>
      </p:sp>
      <p:sp>
        <p:nvSpPr>
          <p:cNvPr id="37892" name="Espace réservé des commentaires 1">
            <a:extLst>
              <a:ext uri="{FF2B5EF4-FFF2-40B4-BE49-F238E27FC236}">
                <a16:creationId xmlns:a16="http://schemas.microsoft.com/office/drawing/2014/main" xmlns="" id="{5B777057-95A6-EF1C-078F-851EA4C2B67D}"/>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664278508"/>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89887FF2-F77C-F724-1B01-65F8CD04B449}"/>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5C3D030-5F53-429E-84D4-87EAE9217CC4}" type="slidenum">
              <a:rPr lang="en-US" altLang="fr-FR" b="0">
                <a:latin typeface="Arial" panose="020B0604020202020204" pitchFamily="34" charset="0"/>
              </a:rPr>
              <a:pPr eaLnBrk="1" hangingPunct="1"/>
              <a:t>150</a:t>
            </a:fld>
            <a:endParaRPr lang="en-US" altLang="fr-FR" b="0">
              <a:latin typeface="Arial" panose="020B0604020202020204" pitchFamily="34" charset="0"/>
            </a:endParaRPr>
          </a:p>
        </p:txBody>
      </p:sp>
      <p:sp>
        <p:nvSpPr>
          <p:cNvPr id="38915" name="Rectangle 2">
            <a:extLst>
              <a:ext uri="{FF2B5EF4-FFF2-40B4-BE49-F238E27FC236}">
                <a16:creationId xmlns:a16="http://schemas.microsoft.com/office/drawing/2014/main" xmlns="" id="{3B97F6E4-5D56-BFF5-54C0-93E1B85ADBF0}"/>
              </a:ext>
            </a:extLst>
          </p:cNvPr>
          <p:cNvSpPr>
            <a:spLocks noGrp="1" noRot="1" noChangeAspect="1" noChangeArrowheads="1" noTextEdit="1"/>
          </p:cNvSpPr>
          <p:nvPr>
            <p:ph type="sldImg"/>
          </p:nvPr>
        </p:nvSpPr>
        <p:spPr>
          <a:ln/>
        </p:spPr>
      </p:sp>
      <p:sp>
        <p:nvSpPr>
          <p:cNvPr id="38916" name="Espace réservé des commentaires 1">
            <a:extLst>
              <a:ext uri="{FF2B5EF4-FFF2-40B4-BE49-F238E27FC236}">
                <a16:creationId xmlns:a16="http://schemas.microsoft.com/office/drawing/2014/main" xmlns="" id="{1CBDA6D6-6F13-A28E-2563-320C44EE2E5B}"/>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1553331169"/>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DC7BDAEA-87BD-DA46-6621-85C4C11B009B}"/>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4D98BAFD-6B1E-4424-B0FB-B00EFE1CF868}" type="slidenum">
              <a:rPr lang="en-US" altLang="fr-FR" b="0">
                <a:latin typeface="Arial" panose="020B0604020202020204" pitchFamily="34" charset="0"/>
              </a:rPr>
              <a:pPr eaLnBrk="1" hangingPunct="1"/>
              <a:t>151</a:t>
            </a:fld>
            <a:endParaRPr lang="en-US" altLang="fr-FR" b="0">
              <a:latin typeface="Arial" panose="020B0604020202020204" pitchFamily="34" charset="0"/>
            </a:endParaRPr>
          </a:p>
        </p:txBody>
      </p:sp>
      <p:sp>
        <p:nvSpPr>
          <p:cNvPr id="39939" name="Rectangle 2">
            <a:extLst>
              <a:ext uri="{FF2B5EF4-FFF2-40B4-BE49-F238E27FC236}">
                <a16:creationId xmlns:a16="http://schemas.microsoft.com/office/drawing/2014/main" xmlns="" id="{2EAB7ACC-89F1-BC13-5766-63AB18998902}"/>
              </a:ext>
            </a:extLst>
          </p:cNvPr>
          <p:cNvSpPr>
            <a:spLocks noGrp="1" noRot="1" noChangeAspect="1" noChangeArrowheads="1" noTextEdit="1"/>
          </p:cNvSpPr>
          <p:nvPr>
            <p:ph type="sldImg"/>
          </p:nvPr>
        </p:nvSpPr>
        <p:spPr>
          <a:ln/>
        </p:spPr>
      </p:sp>
      <p:sp>
        <p:nvSpPr>
          <p:cNvPr id="39940" name="Espace réservé des commentaires 1">
            <a:extLst>
              <a:ext uri="{FF2B5EF4-FFF2-40B4-BE49-F238E27FC236}">
                <a16:creationId xmlns:a16="http://schemas.microsoft.com/office/drawing/2014/main" xmlns="" id="{890501F6-C3AB-FDDB-EA32-62EE61481ACB}"/>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1246305188"/>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4BB2B6D9-660A-6D64-A002-CB79CA968EA0}"/>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BD52869C-5E04-438D-A426-5FC11ECFE914}" type="slidenum">
              <a:rPr lang="en-US" altLang="fr-FR" b="0">
                <a:latin typeface="Arial" panose="020B0604020202020204" pitchFamily="34" charset="0"/>
              </a:rPr>
              <a:pPr eaLnBrk="1" hangingPunct="1"/>
              <a:t>152</a:t>
            </a:fld>
            <a:endParaRPr lang="en-US" altLang="fr-FR" b="0">
              <a:latin typeface="Arial" panose="020B0604020202020204" pitchFamily="34" charset="0"/>
            </a:endParaRPr>
          </a:p>
        </p:txBody>
      </p:sp>
      <p:sp>
        <p:nvSpPr>
          <p:cNvPr id="40963" name="Rectangle 2">
            <a:extLst>
              <a:ext uri="{FF2B5EF4-FFF2-40B4-BE49-F238E27FC236}">
                <a16:creationId xmlns:a16="http://schemas.microsoft.com/office/drawing/2014/main" xmlns="" id="{556E4BD4-CB6F-580A-BAF6-A27766274F69}"/>
              </a:ext>
            </a:extLst>
          </p:cNvPr>
          <p:cNvSpPr>
            <a:spLocks noGrp="1" noRot="1" noChangeAspect="1" noChangeArrowheads="1" noTextEdit="1"/>
          </p:cNvSpPr>
          <p:nvPr>
            <p:ph type="sldImg"/>
          </p:nvPr>
        </p:nvSpPr>
        <p:spPr>
          <a:ln/>
        </p:spPr>
      </p:sp>
      <p:sp>
        <p:nvSpPr>
          <p:cNvPr id="40964" name="Espace réservé des commentaires 1">
            <a:extLst>
              <a:ext uri="{FF2B5EF4-FFF2-40B4-BE49-F238E27FC236}">
                <a16:creationId xmlns:a16="http://schemas.microsoft.com/office/drawing/2014/main" xmlns="" id="{72FA8E65-7E11-BE80-940B-D449C5889D73}"/>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
        <p:nvSpPr>
          <p:cNvPr id="40965" name="Espace réservé des commentaires 1">
            <a:extLst>
              <a:ext uri="{FF2B5EF4-FFF2-40B4-BE49-F238E27FC236}">
                <a16:creationId xmlns:a16="http://schemas.microsoft.com/office/drawing/2014/main" xmlns="" id="{6C34AD9A-C6BA-9BBB-1487-BA22350E007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fr-FR">
                <a:latin typeface="Arial" panose="020B0604020202020204" pitchFamily="34" charset="0"/>
              </a:rPr>
              <a:t>VS2017: utiliser DataSvcUtil car l’ajout de référence de service ne fonctionne plus avec les services OData</a:t>
            </a:r>
          </a:p>
        </p:txBody>
      </p:sp>
    </p:spTree>
    <p:extLst>
      <p:ext uri="{BB962C8B-B14F-4D97-AF65-F5344CB8AC3E}">
        <p14:creationId xmlns:p14="http://schemas.microsoft.com/office/powerpoint/2010/main" val="3803746768"/>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Espace réservé de l'image des diapositives 1">
            <a:extLst>
              <a:ext uri="{FF2B5EF4-FFF2-40B4-BE49-F238E27FC236}">
                <a16:creationId xmlns:a16="http://schemas.microsoft.com/office/drawing/2014/main" xmlns="" id="{B5B1D370-6D0E-68D5-5940-06BB33C6F38B}"/>
              </a:ext>
            </a:extLst>
          </p:cNvPr>
          <p:cNvSpPr>
            <a:spLocks noGrp="1" noRot="1" noChangeAspect="1" noTextEdit="1"/>
          </p:cNvSpPr>
          <p:nvPr>
            <p:ph type="sldImg"/>
          </p:nvPr>
        </p:nvSpPr>
        <p:spPr>
          <a:ln/>
        </p:spPr>
      </p:sp>
      <p:sp>
        <p:nvSpPr>
          <p:cNvPr id="41987" name="Espace réservé des commentaires 2">
            <a:extLst>
              <a:ext uri="{FF2B5EF4-FFF2-40B4-BE49-F238E27FC236}">
                <a16:creationId xmlns:a16="http://schemas.microsoft.com/office/drawing/2014/main" xmlns="" id="{F1D6B319-A680-9B85-C61E-8FCB79DB9B1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latin typeface="Arial" panose="020B0604020202020204" pitchFamily="34" charset="0"/>
            </a:endParaRPr>
          </a:p>
        </p:txBody>
      </p:sp>
      <p:sp>
        <p:nvSpPr>
          <p:cNvPr id="6" name="Espace réservé du numéro de diapositive 5">
            <a:extLst>
              <a:ext uri="{FF2B5EF4-FFF2-40B4-BE49-F238E27FC236}">
                <a16:creationId xmlns:a16="http://schemas.microsoft.com/office/drawing/2014/main" xmlns="" id="{4B348163-3E4A-29CC-7D4F-3A4E38A9BC14}"/>
              </a:ext>
            </a:extLst>
          </p:cNvPr>
          <p:cNvSpPr>
            <a:spLocks noGrp="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65307696-C835-4CFA-A1A2-D9ECA64D6FCB}" type="slidenum">
              <a:rPr lang="en-US" altLang="fr-FR" b="0">
                <a:latin typeface="Arial" panose="020B0604020202020204" pitchFamily="34" charset="0"/>
              </a:rPr>
              <a:pPr eaLnBrk="1" hangingPunct="1"/>
              <a:t>153</a:t>
            </a:fld>
            <a:endParaRPr lang="en-US" altLang="fr-FR" b="0">
              <a:latin typeface="Arial" panose="020B0604020202020204" pitchFamily="34" charset="0"/>
            </a:endParaRPr>
          </a:p>
        </p:txBody>
      </p:sp>
    </p:spTree>
    <p:extLst>
      <p:ext uri="{BB962C8B-B14F-4D97-AF65-F5344CB8AC3E}">
        <p14:creationId xmlns:p14="http://schemas.microsoft.com/office/powerpoint/2010/main" val="2410617623"/>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64F67CE3-33A0-DF56-83EF-E58E5D8C8E59}"/>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7684BE14-2E6E-4529-A520-0EBBDD93D887}" type="slidenum">
              <a:rPr lang="en-US" altLang="fr-FR" b="0">
                <a:latin typeface="Arial" panose="020B0604020202020204" pitchFamily="34" charset="0"/>
              </a:rPr>
              <a:pPr eaLnBrk="1" hangingPunct="1"/>
              <a:t>154</a:t>
            </a:fld>
            <a:endParaRPr lang="en-US" altLang="fr-FR" b="0">
              <a:latin typeface="Arial" panose="020B0604020202020204" pitchFamily="34" charset="0"/>
            </a:endParaRPr>
          </a:p>
        </p:txBody>
      </p:sp>
      <p:sp>
        <p:nvSpPr>
          <p:cNvPr id="43011" name="Rectangle 2">
            <a:extLst>
              <a:ext uri="{FF2B5EF4-FFF2-40B4-BE49-F238E27FC236}">
                <a16:creationId xmlns:a16="http://schemas.microsoft.com/office/drawing/2014/main" xmlns="" id="{3E9173EF-7F2C-DD1C-AA01-1A2BB93F7536}"/>
              </a:ext>
            </a:extLst>
          </p:cNvPr>
          <p:cNvSpPr>
            <a:spLocks noGrp="1" noRot="1" noChangeAspect="1" noChangeArrowheads="1" noTextEdit="1"/>
          </p:cNvSpPr>
          <p:nvPr>
            <p:ph type="sldImg"/>
          </p:nvPr>
        </p:nvSpPr>
        <p:spPr>
          <a:ln/>
        </p:spPr>
      </p:sp>
      <p:sp>
        <p:nvSpPr>
          <p:cNvPr id="43012" name="Espace réservé des commentaires 1">
            <a:extLst>
              <a:ext uri="{FF2B5EF4-FFF2-40B4-BE49-F238E27FC236}">
                <a16:creationId xmlns:a16="http://schemas.microsoft.com/office/drawing/2014/main" xmlns="" id="{A2E13453-C5F2-0380-606D-FFF4C9ED8955}"/>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504654634"/>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1725341D-CA2B-C95A-2BFD-B8084EFD0840}"/>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5BC581B1-4330-488E-880F-EC273F55E326}" type="slidenum">
              <a:rPr lang="en-US" altLang="fr-FR" b="0">
                <a:latin typeface="Arial" panose="020B0604020202020204" pitchFamily="34" charset="0"/>
              </a:rPr>
              <a:pPr eaLnBrk="1" hangingPunct="1"/>
              <a:t>155</a:t>
            </a:fld>
            <a:endParaRPr lang="en-US" altLang="fr-FR" b="0">
              <a:latin typeface="Arial" panose="020B0604020202020204" pitchFamily="34" charset="0"/>
            </a:endParaRPr>
          </a:p>
        </p:txBody>
      </p:sp>
      <p:sp>
        <p:nvSpPr>
          <p:cNvPr id="44035" name="Rectangle 2">
            <a:extLst>
              <a:ext uri="{FF2B5EF4-FFF2-40B4-BE49-F238E27FC236}">
                <a16:creationId xmlns:a16="http://schemas.microsoft.com/office/drawing/2014/main" xmlns="" id="{55EA3238-48AF-F96C-CB43-F634F7F460D2}"/>
              </a:ext>
            </a:extLst>
          </p:cNvPr>
          <p:cNvSpPr>
            <a:spLocks noGrp="1" noRot="1" noChangeAspect="1" noChangeArrowheads="1" noTextEdit="1"/>
          </p:cNvSpPr>
          <p:nvPr>
            <p:ph type="sldImg"/>
          </p:nvPr>
        </p:nvSpPr>
        <p:spPr>
          <a:ln/>
        </p:spPr>
      </p:sp>
      <p:sp>
        <p:nvSpPr>
          <p:cNvPr id="44036" name="Espace réservé des commentaires 1">
            <a:extLst>
              <a:ext uri="{FF2B5EF4-FFF2-40B4-BE49-F238E27FC236}">
                <a16:creationId xmlns:a16="http://schemas.microsoft.com/office/drawing/2014/main" xmlns="" id="{14D2ACBF-429D-4686-0280-2A457DDB7CB5}"/>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21619341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37FB15C6-1F7F-8B48-FAF3-635238CCD7C3}"/>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04A9491B-8B68-4504-A00A-FE10F6A3FD43}" type="slidenum">
              <a:rPr lang="en-US" altLang="fr-FR" b="0">
                <a:latin typeface="Arial" panose="020B0604020202020204" pitchFamily="34" charset="0"/>
              </a:rPr>
              <a:pPr eaLnBrk="1" hangingPunct="1"/>
              <a:t>156</a:t>
            </a:fld>
            <a:endParaRPr lang="en-US" altLang="fr-FR" b="0">
              <a:latin typeface="Arial" panose="020B0604020202020204" pitchFamily="34" charset="0"/>
            </a:endParaRPr>
          </a:p>
        </p:txBody>
      </p:sp>
      <p:sp>
        <p:nvSpPr>
          <p:cNvPr id="45059" name="Rectangle 2">
            <a:extLst>
              <a:ext uri="{FF2B5EF4-FFF2-40B4-BE49-F238E27FC236}">
                <a16:creationId xmlns:a16="http://schemas.microsoft.com/office/drawing/2014/main" xmlns="" id="{966771D2-4AA8-C1AC-7384-F2F11B3A09A7}"/>
              </a:ext>
            </a:extLst>
          </p:cNvPr>
          <p:cNvSpPr>
            <a:spLocks noGrp="1" noRot="1" noChangeAspect="1" noChangeArrowheads="1" noTextEdit="1"/>
          </p:cNvSpPr>
          <p:nvPr>
            <p:ph type="sldImg"/>
          </p:nvPr>
        </p:nvSpPr>
        <p:spPr>
          <a:ln/>
        </p:spPr>
      </p:sp>
      <p:sp>
        <p:nvSpPr>
          <p:cNvPr id="45060" name="Espace réservé des commentaires 1">
            <a:extLst>
              <a:ext uri="{FF2B5EF4-FFF2-40B4-BE49-F238E27FC236}">
                <a16:creationId xmlns:a16="http://schemas.microsoft.com/office/drawing/2014/main" xmlns="" id="{487F1353-FC10-AC87-8D70-2EC1C262AC55}"/>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857820267"/>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484C336D-03CD-050A-CE99-7A53764D3951}"/>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0763378D-D7E2-42E5-86C7-875C6E819BEE}" type="slidenum">
              <a:rPr lang="en-US" altLang="fr-FR" b="0">
                <a:latin typeface="Arial" panose="020B0604020202020204" pitchFamily="34" charset="0"/>
              </a:rPr>
              <a:pPr eaLnBrk="1" hangingPunct="1"/>
              <a:t>157</a:t>
            </a:fld>
            <a:endParaRPr lang="en-US" altLang="fr-FR" b="0">
              <a:latin typeface="Arial" panose="020B0604020202020204" pitchFamily="34" charset="0"/>
            </a:endParaRPr>
          </a:p>
        </p:txBody>
      </p:sp>
      <p:sp>
        <p:nvSpPr>
          <p:cNvPr id="46083" name="Rectangle 2">
            <a:extLst>
              <a:ext uri="{FF2B5EF4-FFF2-40B4-BE49-F238E27FC236}">
                <a16:creationId xmlns:a16="http://schemas.microsoft.com/office/drawing/2014/main" xmlns="" id="{35AF7FD4-2F8B-033F-C2DC-BF4DC70921D4}"/>
              </a:ext>
            </a:extLst>
          </p:cNvPr>
          <p:cNvSpPr>
            <a:spLocks noGrp="1" noRot="1" noChangeAspect="1" noChangeArrowheads="1" noTextEdit="1"/>
          </p:cNvSpPr>
          <p:nvPr>
            <p:ph type="sldImg"/>
          </p:nvPr>
        </p:nvSpPr>
        <p:spPr>
          <a:ln/>
        </p:spPr>
      </p:sp>
      <p:sp>
        <p:nvSpPr>
          <p:cNvPr id="46084" name="Espace réservé des commentaires 1">
            <a:extLst>
              <a:ext uri="{FF2B5EF4-FFF2-40B4-BE49-F238E27FC236}">
                <a16:creationId xmlns:a16="http://schemas.microsoft.com/office/drawing/2014/main" xmlns="" id="{10F4BAA6-C8DD-7F05-CA90-B651BD8C0413}"/>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2686933255"/>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57B939C3-8EEC-9BF9-DDDB-0BC462CFE9C8}"/>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6C6D0BE7-0AEC-4291-BBDE-1E8DCF3B00EA}" type="slidenum">
              <a:rPr lang="en-US" altLang="fr-FR" b="0">
                <a:latin typeface="Arial" panose="020B0604020202020204" pitchFamily="34" charset="0"/>
              </a:rPr>
              <a:pPr eaLnBrk="1" hangingPunct="1"/>
              <a:t>158</a:t>
            </a:fld>
            <a:endParaRPr lang="en-US" altLang="fr-FR" b="0">
              <a:latin typeface="Arial" panose="020B0604020202020204" pitchFamily="34" charset="0"/>
            </a:endParaRPr>
          </a:p>
        </p:txBody>
      </p:sp>
      <p:sp>
        <p:nvSpPr>
          <p:cNvPr id="47107" name="Rectangle 2">
            <a:extLst>
              <a:ext uri="{FF2B5EF4-FFF2-40B4-BE49-F238E27FC236}">
                <a16:creationId xmlns:a16="http://schemas.microsoft.com/office/drawing/2014/main" xmlns="" id="{7F57EF5B-F99F-0253-EB87-21381C8D21F3}"/>
              </a:ext>
            </a:extLst>
          </p:cNvPr>
          <p:cNvSpPr>
            <a:spLocks noGrp="1" noRot="1" noChangeAspect="1" noChangeArrowheads="1" noTextEdit="1"/>
          </p:cNvSpPr>
          <p:nvPr>
            <p:ph type="sldImg"/>
          </p:nvPr>
        </p:nvSpPr>
        <p:spPr>
          <a:ln/>
        </p:spPr>
      </p:sp>
      <p:sp>
        <p:nvSpPr>
          <p:cNvPr id="47108" name="Espace réservé des commentaires 1">
            <a:extLst>
              <a:ext uri="{FF2B5EF4-FFF2-40B4-BE49-F238E27FC236}">
                <a16:creationId xmlns:a16="http://schemas.microsoft.com/office/drawing/2014/main" xmlns="" id="{A04331C8-ECBA-A908-AD55-7B89CA447BC9}"/>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806459370"/>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23423865-77A5-0A01-ED9E-8B3F6419E8E7}"/>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92AFB2C5-2F8E-4D19-AC06-8E9F07BF2D8F}" type="slidenum">
              <a:rPr lang="en-US" altLang="fr-FR" b="0">
                <a:latin typeface="Arial" panose="020B0604020202020204" pitchFamily="34" charset="0"/>
              </a:rPr>
              <a:pPr eaLnBrk="1" hangingPunct="1"/>
              <a:t>159</a:t>
            </a:fld>
            <a:endParaRPr lang="en-US" altLang="fr-FR" b="0">
              <a:latin typeface="Arial" panose="020B0604020202020204" pitchFamily="34" charset="0"/>
            </a:endParaRPr>
          </a:p>
        </p:txBody>
      </p:sp>
      <p:sp>
        <p:nvSpPr>
          <p:cNvPr id="48131" name="Rectangle 2">
            <a:extLst>
              <a:ext uri="{FF2B5EF4-FFF2-40B4-BE49-F238E27FC236}">
                <a16:creationId xmlns:a16="http://schemas.microsoft.com/office/drawing/2014/main" xmlns="" id="{C4AB0BFD-8F90-2779-B753-515454C5E9FB}"/>
              </a:ext>
            </a:extLst>
          </p:cNvPr>
          <p:cNvSpPr>
            <a:spLocks noGrp="1" noRot="1" noChangeAspect="1" noChangeArrowheads="1" noTextEdit="1"/>
          </p:cNvSpPr>
          <p:nvPr>
            <p:ph type="sldImg"/>
          </p:nvPr>
        </p:nvSpPr>
        <p:spPr>
          <a:ln/>
        </p:spPr>
      </p:sp>
      <p:sp>
        <p:nvSpPr>
          <p:cNvPr id="48132" name="Espace réservé des commentaires 1">
            <a:extLst>
              <a:ext uri="{FF2B5EF4-FFF2-40B4-BE49-F238E27FC236}">
                <a16:creationId xmlns:a16="http://schemas.microsoft.com/office/drawing/2014/main" xmlns="" id="{DBEDDBFA-6FDA-DCDF-D76B-BBEE64F965BB}"/>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1627335715"/>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7">
            <a:extLst>
              <a:ext uri="{FF2B5EF4-FFF2-40B4-BE49-F238E27FC236}">
                <a16:creationId xmlns:a16="http://schemas.microsoft.com/office/drawing/2014/main" xmlns="" id="{739B6F9A-96E4-99FE-B15B-57CB1606A1FD}"/>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92FAA528-7FB9-43BB-82FF-C888216FBF40}" type="slidenum">
              <a:rPr lang="en-US" altLang="fr-FR" b="0">
                <a:latin typeface="Arial" panose="020B0604020202020204" pitchFamily="34" charset="0"/>
              </a:rPr>
              <a:pPr eaLnBrk="1" hangingPunct="1"/>
              <a:t>160</a:t>
            </a:fld>
            <a:endParaRPr lang="en-US" altLang="fr-FR" b="0">
              <a:latin typeface="Arial" panose="020B0604020202020204" pitchFamily="34" charset="0"/>
            </a:endParaRPr>
          </a:p>
        </p:txBody>
      </p:sp>
      <p:sp>
        <p:nvSpPr>
          <p:cNvPr id="49155" name="Rectangle 2">
            <a:extLst>
              <a:ext uri="{FF2B5EF4-FFF2-40B4-BE49-F238E27FC236}">
                <a16:creationId xmlns:a16="http://schemas.microsoft.com/office/drawing/2014/main" xmlns="" id="{D5084439-3C58-5978-5589-55831D7BE292}"/>
              </a:ext>
            </a:extLst>
          </p:cNvPr>
          <p:cNvSpPr>
            <a:spLocks noGrp="1" noRot="1" noChangeAspect="1" noChangeArrowheads="1" noTextEdit="1"/>
          </p:cNvSpPr>
          <p:nvPr>
            <p:ph type="sldImg"/>
          </p:nvPr>
        </p:nvSpPr>
        <p:spPr>
          <a:ln/>
        </p:spPr>
      </p:sp>
      <p:sp>
        <p:nvSpPr>
          <p:cNvPr id="49156" name="Espace réservé des commentaires 1">
            <a:extLst>
              <a:ext uri="{FF2B5EF4-FFF2-40B4-BE49-F238E27FC236}">
                <a16:creationId xmlns:a16="http://schemas.microsoft.com/office/drawing/2014/main" xmlns="" id="{DECA4C45-A353-BBF5-7EA2-7DAA312BD916}"/>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102528218"/>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7">
            <a:extLst>
              <a:ext uri="{FF2B5EF4-FFF2-40B4-BE49-F238E27FC236}">
                <a16:creationId xmlns:a16="http://schemas.microsoft.com/office/drawing/2014/main" xmlns="" id="{9FEE87F4-F3BD-7896-8E55-6B15BC7AB2BB}"/>
              </a:ext>
            </a:extLst>
          </p:cNvPr>
          <p:cNvSpPr>
            <a:spLocks noGrp="1" noChangeArrowheads="1"/>
          </p:cNvSpPr>
          <p:nvPr>
            <p:ph type="sldNum" sz="quarter" idx="5"/>
          </p:nvPr>
        </p:nvSpPr>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6D5785AA-CBF4-4D2A-9161-F1073783C947}" type="slidenum">
              <a:rPr lang="en-US" altLang="fr-FR" b="0">
                <a:latin typeface="Arial" panose="020B0604020202020204" pitchFamily="34" charset="0"/>
              </a:rPr>
              <a:pPr eaLnBrk="1" hangingPunct="1"/>
              <a:t>161</a:t>
            </a:fld>
            <a:endParaRPr lang="en-US" altLang="fr-FR" b="0">
              <a:latin typeface="Arial" panose="020B0604020202020204" pitchFamily="34" charset="0"/>
            </a:endParaRPr>
          </a:p>
        </p:txBody>
      </p:sp>
      <p:sp>
        <p:nvSpPr>
          <p:cNvPr id="50179" name="Rectangle 2">
            <a:extLst>
              <a:ext uri="{FF2B5EF4-FFF2-40B4-BE49-F238E27FC236}">
                <a16:creationId xmlns:a16="http://schemas.microsoft.com/office/drawing/2014/main" xmlns="" id="{68B92720-67D2-D144-A509-FD1A58BA2560}"/>
              </a:ext>
            </a:extLst>
          </p:cNvPr>
          <p:cNvSpPr>
            <a:spLocks noGrp="1" noRot="1" noChangeAspect="1" noChangeArrowheads="1" noTextEdit="1"/>
          </p:cNvSpPr>
          <p:nvPr>
            <p:ph type="sldImg"/>
          </p:nvPr>
        </p:nvSpPr>
        <p:spPr>
          <a:xfrm>
            <a:off x="3943350" y="76200"/>
            <a:ext cx="3370263" cy="1897063"/>
          </a:xfrm>
          <a:ln/>
        </p:spPr>
      </p:sp>
      <p:sp>
        <p:nvSpPr>
          <p:cNvPr id="777222" name="Line 6">
            <a:extLst>
              <a:ext uri="{FF2B5EF4-FFF2-40B4-BE49-F238E27FC236}">
                <a16:creationId xmlns:a16="http://schemas.microsoft.com/office/drawing/2014/main" xmlns="" id="{F69A137D-B7D4-88DC-02AB-AA0CEB53B754}"/>
              </a:ext>
            </a:extLst>
          </p:cNvPr>
          <p:cNvSpPr>
            <a:spLocks noChangeShapeType="1"/>
          </p:cNvSpPr>
          <p:nvPr/>
        </p:nvSpPr>
        <p:spPr bwMode="auto">
          <a:xfrm>
            <a:off x="369888" y="8567738"/>
            <a:ext cx="6126162"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777223" name="Line 7">
            <a:extLst>
              <a:ext uri="{FF2B5EF4-FFF2-40B4-BE49-F238E27FC236}">
                <a16:creationId xmlns:a16="http://schemas.microsoft.com/office/drawing/2014/main" xmlns="" id="{74A46689-F58B-1FF3-EC50-80AAAD4F8BDD}"/>
              </a:ext>
            </a:extLst>
          </p:cNvPr>
          <p:cNvSpPr>
            <a:spLocks noChangeShapeType="1"/>
          </p:cNvSpPr>
          <p:nvPr/>
        </p:nvSpPr>
        <p:spPr bwMode="auto">
          <a:xfrm>
            <a:off x="368300" y="9029700"/>
            <a:ext cx="6146800" cy="0"/>
          </a:xfrm>
          <a:prstGeom prst="line">
            <a:avLst/>
          </a:prstGeom>
          <a:noFill/>
          <a:ln w="9525">
            <a:solidFill>
              <a:schemeClr val="tx1"/>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a:cs typeface="+mn-cs"/>
            </a:endParaRPr>
          </a:p>
        </p:txBody>
      </p:sp>
      <p:sp>
        <p:nvSpPr>
          <p:cNvPr id="50182" name="Espace réservé des commentaires 1">
            <a:extLst>
              <a:ext uri="{FF2B5EF4-FFF2-40B4-BE49-F238E27FC236}">
                <a16:creationId xmlns:a16="http://schemas.microsoft.com/office/drawing/2014/main" xmlns="" id="{19FB3336-67E9-FAF2-3820-07A97B270636}"/>
              </a:ext>
            </a:extLst>
          </p:cNvPr>
          <p:cNvSpPr>
            <a:spLocks noGrp="1"/>
          </p:cNvSpPr>
          <p:nvPr/>
        </p:nvSpPr>
        <p:spPr bwMode="auto">
          <a:xfrm>
            <a:off x="314325" y="795338"/>
            <a:ext cx="6286500" cy="823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Aft>
                <a:spcPct val="60000"/>
              </a:spcAft>
              <a:defRPr sz="1000">
                <a:solidFill>
                  <a:schemeClr val="tx1"/>
                </a:solidFill>
                <a:latin typeface="Arial" panose="020B0604020202020204" pitchFamily="34" charset="0"/>
              </a:defRPr>
            </a:lvl1pPr>
            <a:lvl2pPr marL="742950" indent="-285750" eaLnBrk="0" hangingPunct="0">
              <a:spcAft>
                <a:spcPct val="60000"/>
              </a:spcAft>
              <a:buClr>
                <a:srgbClr val="336699"/>
              </a:buClr>
              <a:buChar char="•"/>
              <a:defRPr sz="1000">
                <a:solidFill>
                  <a:schemeClr val="tx1"/>
                </a:solidFill>
                <a:latin typeface="Arial" panose="020B0604020202020204" pitchFamily="34" charset="0"/>
              </a:defRPr>
            </a:lvl2pPr>
            <a:lvl3pPr marL="1143000" indent="-228600" eaLnBrk="0" hangingPunct="0">
              <a:spcAft>
                <a:spcPct val="60000"/>
              </a:spcAft>
              <a:defRPr sz="1000">
                <a:solidFill>
                  <a:schemeClr val="tx1"/>
                </a:solidFill>
                <a:latin typeface="Arial" panose="020B0604020202020204" pitchFamily="34" charset="0"/>
              </a:defRPr>
            </a:lvl3pPr>
            <a:lvl4pPr marL="1600200" indent="-228600" eaLnBrk="0" hangingPunct="0">
              <a:spcAft>
                <a:spcPct val="60000"/>
              </a:spcAft>
              <a:defRPr sz="1000">
                <a:solidFill>
                  <a:schemeClr val="tx1"/>
                </a:solidFill>
                <a:latin typeface="Arial" panose="020B0604020202020204" pitchFamily="34" charset="0"/>
              </a:defRPr>
            </a:lvl4pPr>
            <a:lvl5pPr marL="2057400" indent="-228600" eaLnBrk="0" hangingPunct="0">
              <a:spcAft>
                <a:spcPct val="60000"/>
              </a:spcAft>
              <a:defRPr sz="1000">
                <a:solidFill>
                  <a:schemeClr val="tx1"/>
                </a:solidFill>
                <a:latin typeface="Arial" panose="020B0604020202020204" pitchFamily="34" charset="0"/>
              </a:defRPr>
            </a:lvl5pPr>
            <a:lvl6pPr marL="2514600" indent="-228600" eaLnBrk="0" fontAlgn="base" hangingPunct="0">
              <a:spcBef>
                <a:spcPct val="0"/>
              </a:spcBef>
              <a:spcAft>
                <a:spcPct val="60000"/>
              </a:spcAft>
              <a:defRPr sz="1000">
                <a:solidFill>
                  <a:schemeClr val="tx1"/>
                </a:solidFill>
                <a:latin typeface="Arial" panose="020B0604020202020204" pitchFamily="34" charset="0"/>
              </a:defRPr>
            </a:lvl6pPr>
            <a:lvl7pPr marL="2971800" indent="-228600" eaLnBrk="0" fontAlgn="base" hangingPunct="0">
              <a:spcBef>
                <a:spcPct val="0"/>
              </a:spcBef>
              <a:spcAft>
                <a:spcPct val="60000"/>
              </a:spcAft>
              <a:defRPr sz="1000">
                <a:solidFill>
                  <a:schemeClr val="tx1"/>
                </a:solidFill>
                <a:latin typeface="Arial" panose="020B0604020202020204" pitchFamily="34" charset="0"/>
              </a:defRPr>
            </a:lvl7pPr>
            <a:lvl8pPr marL="3429000" indent="-228600" eaLnBrk="0" fontAlgn="base" hangingPunct="0">
              <a:spcBef>
                <a:spcPct val="0"/>
              </a:spcBef>
              <a:spcAft>
                <a:spcPct val="60000"/>
              </a:spcAft>
              <a:defRPr sz="1000">
                <a:solidFill>
                  <a:schemeClr val="tx1"/>
                </a:solidFill>
                <a:latin typeface="Arial" panose="020B0604020202020204" pitchFamily="34" charset="0"/>
              </a:defRPr>
            </a:lvl8pPr>
            <a:lvl9pPr marL="3886200" indent="-228600" eaLnBrk="0" fontAlgn="base" hangingPunct="0">
              <a:spcBef>
                <a:spcPct val="0"/>
              </a:spcBef>
              <a:spcAft>
                <a:spcPct val="60000"/>
              </a:spcAft>
              <a:defRPr sz="1000">
                <a:solidFill>
                  <a:schemeClr val="tx1"/>
                </a:solidFill>
                <a:latin typeface="Arial" panose="020B0604020202020204" pitchFamily="34" charset="0"/>
              </a:defRPr>
            </a:lvl9pPr>
          </a:lstStyle>
          <a:p>
            <a:endParaRPr lang="fr-FR" altLang="fr-FR" b="0"/>
          </a:p>
        </p:txBody>
      </p:sp>
    </p:spTree>
    <p:extLst>
      <p:ext uri="{BB962C8B-B14F-4D97-AF65-F5344CB8AC3E}">
        <p14:creationId xmlns:p14="http://schemas.microsoft.com/office/powerpoint/2010/main" val="34740843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6.sv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6.sv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4.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28.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8.jpe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28.svg"/><Relationship Id="rId5" Type="http://schemas.openxmlformats.org/officeDocument/2006/relationships/image" Target="../media/image16.png"/><Relationship Id="rId4" Type="http://schemas.openxmlformats.org/officeDocument/2006/relationships/image" Target="../media/image20.jpe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Master" Target="../slideMasters/slideMaster1.xml"/><Relationship Id="rId6" Type="http://schemas.openxmlformats.org/officeDocument/2006/relationships/image" Target="../media/image41.svg"/><Relationship Id="rId5" Type="http://schemas.openxmlformats.org/officeDocument/2006/relationships/image" Target="../media/image24.png"/><Relationship Id="rId4" Type="http://schemas.openxmlformats.org/officeDocument/2006/relationships/image" Target="../media/image39.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re et contenu pleine p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9D73A8E-76E6-48C1-27E2-F1C979532C28}"/>
              </a:ext>
            </a:extLst>
          </p:cNvPr>
          <p:cNvSpPr/>
          <p:nvPr/>
        </p:nvSpPr>
        <p:spPr>
          <a:xfrm>
            <a:off x="1" y="367777"/>
            <a:ext cx="587451" cy="64902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 name="Rectangle 6"/>
          <p:cNvSpPr>
            <a:spLocks noGrp="1" noChangeArrowheads="1"/>
          </p:cNvSpPr>
          <p:nvPr>
            <p:ph type="sldNum" sz="quarter" idx="10"/>
          </p:nvPr>
        </p:nvSpPr>
        <p:spPr/>
        <p:txBody>
          <a:bodyPr/>
          <a:lstStyle>
            <a:lvl1pPr>
              <a:defRPr/>
            </a:lvl1pPr>
          </a:lstStyle>
          <a:p>
            <a:fld id="{F6D5D2F4-CE74-4FBE-8BDB-95DCB00794D5}" type="slidenum">
              <a:rPr lang="fr-FR" smtClean="0"/>
              <a:t>‹N°›</a:t>
            </a:fld>
            <a:endParaRPr lang="fr-FR"/>
          </a:p>
        </p:txBody>
      </p:sp>
      <p:sp>
        <p:nvSpPr>
          <p:cNvPr id="10" name="Espace réservé du pied de page 4">
            <a:extLst>
              <a:ext uri="{FF2B5EF4-FFF2-40B4-BE49-F238E27FC236}">
                <a16:creationId xmlns:a16="http://schemas.microsoft.com/office/drawing/2014/main" xmlns="" id="{5FB307F1-B9CF-960C-5663-CDC03CCC7B2E}"/>
              </a:ext>
            </a:extLst>
          </p:cNvPr>
          <p:cNvSpPr>
            <a:spLocks noGrp="1"/>
          </p:cNvSpPr>
          <p:nvPr>
            <p:ph type="ftr" sz="quarter" idx="23"/>
          </p:nvPr>
        </p:nvSpPr>
        <p:spPr>
          <a:xfrm>
            <a:off x="4268697" y="6710162"/>
            <a:ext cx="3963416" cy="92312"/>
          </a:xfrm>
        </p:spPr>
        <p:txBody>
          <a:bodyPr/>
          <a:lstStyle>
            <a:lvl1pPr>
              <a:defRPr>
                <a:solidFill>
                  <a:schemeClr val="tx1"/>
                </a:solidFill>
              </a:defRPr>
            </a:lvl1pPr>
          </a:lstStyle>
          <a:p>
            <a:endParaRPr lang="fr-FR"/>
          </a:p>
        </p:txBody>
      </p:sp>
      <p:pic>
        <p:nvPicPr>
          <p:cNvPr id="13" name="Graphique 12">
            <a:extLst>
              <a:ext uri="{FF2B5EF4-FFF2-40B4-BE49-F238E27FC236}">
                <a16:creationId xmlns:a16="http://schemas.microsoft.com/office/drawing/2014/main" xmlns="" id="{23FACF0F-4B07-4C6E-AAD9-B9447C66D82C}"/>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l="25072" r="27213"/>
          <a:stretch/>
        </p:blipFill>
        <p:spPr>
          <a:xfrm>
            <a:off x="0" y="55528"/>
            <a:ext cx="3213519" cy="5551789"/>
          </a:xfrm>
          <a:prstGeom prst="rect">
            <a:avLst/>
          </a:prstGeom>
        </p:spPr>
      </p:pic>
      <p:sp>
        <p:nvSpPr>
          <p:cNvPr id="14" name="Espace réservé du texte 5">
            <a:extLst>
              <a:ext uri="{FF2B5EF4-FFF2-40B4-BE49-F238E27FC236}">
                <a16:creationId xmlns:a16="http://schemas.microsoft.com/office/drawing/2014/main" xmlns="" id="{1D77F566-3508-B98D-2D13-0661C0DB86AB}"/>
              </a:ext>
            </a:extLst>
          </p:cNvPr>
          <p:cNvSpPr>
            <a:spLocks noGrp="1"/>
          </p:cNvSpPr>
          <p:nvPr>
            <p:ph type="body" sz="quarter" idx="12" hasCustomPrompt="1"/>
          </p:nvPr>
        </p:nvSpPr>
        <p:spPr>
          <a:xfrm>
            <a:off x="1486094" y="1564278"/>
            <a:ext cx="10407418" cy="4786892"/>
          </a:xfrm>
          <a:prstGeom prst="rect">
            <a:avLst/>
          </a:prstGeom>
          <a:solidFill>
            <a:schemeClr val="bg1"/>
          </a:solidFill>
        </p:spPr>
        <p:txBody>
          <a:bodyPr wrap="square" tIns="144000" bIns="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Titre 1"/>
          <p:cNvSpPr>
            <a:spLocks noGrp="1"/>
          </p:cNvSpPr>
          <p:nvPr>
            <p:ph type="title"/>
          </p:nvPr>
        </p:nvSpPr>
        <p:spPr>
          <a:xfrm>
            <a:off x="1486094" y="600374"/>
            <a:ext cx="10393178" cy="639294"/>
          </a:xfrm>
          <a:solidFill>
            <a:schemeClr val="bg1"/>
          </a:solidFill>
        </p:spPr>
        <p:txBody>
          <a:bodyPr lIns="108000" anchor="b" anchorCtr="0"/>
          <a:lstStyle>
            <a:lvl1pPr>
              <a:lnSpc>
                <a:spcPts val="3330"/>
              </a:lnSpc>
              <a:defRPr sz="3599">
                <a:solidFill>
                  <a:schemeClr val="tx1"/>
                </a:solidFill>
              </a:defRPr>
            </a:lvl1pPr>
          </a:lstStyle>
          <a:p>
            <a:r>
              <a:rPr lang="fr-FR"/>
              <a:t>Modifiez le style du titre</a:t>
            </a:r>
          </a:p>
        </p:txBody>
      </p:sp>
    </p:spTree>
    <p:extLst>
      <p:ext uri="{BB962C8B-B14F-4D97-AF65-F5344CB8AC3E}">
        <p14:creationId xmlns:p14="http://schemas.microsoft.com/office/powerpoint/2010/main" val="3001939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h 3_Chap">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14" name="Graphique 13">
            <a:extLst>
              <a:ext uri="{FF2B5EF4-FFF2-40B4-BE49-F238E27FC236}">
                <a16:creationId xmlns:a16="http://schemas.microsoft.com/office/drawing/2014/main" xmlns="" id="{4F018227-3F76-0FFB-47D1-78B777F6725D}"/>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l="40007"/>
          <a:stretch/>
        </p:blipFill>
        <p:spPr>
          <a:xfrm>
            <a:off x="-252" y="801502"/>
            <a:ext cx="7110134" cy="6858000"/>
          </a:xfrm>
          <a:prstGeom prst="rect">
            <a:avLst/>
          </a:prstGeom>
        </p:spPr>
      </p:pic>
      <p:pic>
        <p:nvPicPr>
          <p:cNvPr id="9" name="Image 8">
            <a:extLst>
              <a:ext uri="{FF2B5EF4-FFF2-40B4-BE49-F238E27FC236}">
                <a16:creationId xmlns:a16="http://schemas.microsoft.com/office/drawing/2014/main" xmlns="" id="{8C9BBAD8-B8A0-DC50-110F-0B482F5EF9D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flipH="1">
            <a:off x="6167559" y="801503"/>
            <a:ext cx="6024693" cy="4498958"/>
          </a:xfrm>
          <a:prstGeom prst="rect">
            <a:avLst/>
          </a:prstGeom>
        </p:spPr>
      </p:pic>
      <p:sp>
        <p:nvSpPr>
          <p:cNvPr id="20" name="Rectangle 19">
            <a:extLst>
              <a:ext uri="{FF2B5EF4-FFF2-40B4-BE49-F238E27FC236}">
                <a16:creationId xmlns:a16="http://schemas.microsoft.com/office/drawing/2014/main" xmlns="" id="{D890B538-98C2-5740-56D2-F909629E1E00}"/>
              </a:ext>
            </a:extLst>
          </p:cNvPr>
          <p:cNvSpPr/>
          <p:nvPr/>
        </p:nvSpPr>
        <p:spPr>
          <a:xfrm rot="16200000">
            <a:off x="5246424" y="1140293"/>
            <a:ext cx="1655816" cy="165622"/>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3" name="Espace réservé du texte 2"/>
          <p:cNvSpPr>
            <a:spLocks noGrp="1"/>
          </p:cNvSpPr>
          <p:nvPr>
            <p:ph type="body" sz="quarter" idx="22" hasCustomPrompt="1"/>
          </p:nvPr>
        </p:nvSpPr>
        <p:spPr>
          <a:xfrm>
            <a:off x="2112441" y="4154259"/>
            <a:ext cx="3962916" cy="467892"/>
          </a:xfrm>
          <a:prstGeom prst="rect">
            <a:avLst/>
          </a:prstGeom>
          <a:solidFill>
            <a:schemeClr val="accent1">
              <a:lumMod val="20000"/>
              <a:lumOff val="80000"/>
            </a:schemeClr>
          </a:solidFill>
        </p:spPr>
        <p:txBody>
          <a:bodyPr lIns="0" tIns="0" rIns="72000" bIns="0" anchor="t" anchorCtr="0">
            <a:normAutofit/>
          </a:bodyPr>
          <a:lstStyle>
            <a:lvl1pPr marL="342831" indent="-342831">
              <a:buClr>
                <a:schemeClr val="tx1"/>
              </a:buClr>
              <a:buSzPct val="120000"/>
              <a:buFont typeface="Courier New" panose="02070309020205020404" pitchFamily="49" charset="0"/>
              <a:buChar char="o"/>
              <a:defRPr sz="1600" baseline="0">
                <a:solidFill>
                  <a:schemeClr val="tx1"/>
                </a:solidFill>
              </a:defRPr>
            </a:lvl1pPr>
          </a:lstStyle>
          <a:p>
            <a:pPr lvl="0"/>
            <a:r>
              <a:rPr lang="fr-FR"/>
              <a:t>Cliquez pour ajouter un sous-titre</a:t>
            </a:r>
          </a:p>
        </p:txBody>
      </p:sp>
      <p:sp>
        <p:nvSpPr>
          <p:cNvPr id="5" name="Espace réservé du texte 4"/>
          <p:cNvSpPr>
            <a:spLocks noGrp="1"/>
          </p:cNvSpPr>
          <p:nvPr>
            <p:ph type="body" sz="quarter" idx="23" hasCustomPrompt="1"/>
          </p:nvPr>
        </p:nvSpPr>
        <p:spPr>
          <a:xfrm>
            <a:off x="2112441" y="4591695"/>
            <a:ext cx="3960516" cy="467892"/>
          </a:xfrm>
          <a:prstGeom prst="rect">
            <a:avLst/>
          </a:prstGeom>
          <a:solidFill>
            <a:schemeClr val="accent1">
              <a:lumMod val="20000"/>
              <a:lumOff val="80000"/>
            </a:schemeClr>
          </a:solidFill>
        </p:spPr>
        <p:txBody>
          <a:bodyPr lIns="0" tIns="0" rIns="72000" bIns="0" anchor="t">
            <a:normAutofit/>
          </a:bodyPr>
          <a:lstStyle>
            <a:lvl1pPr marL="342831" indent="-342831">
              <a:buClr>
                <a:schemeClr val="tx1"/>
              </a:buClr>
              <a:buSzPct val="120000"/>
              <a:buFont typeface="Courier New" panose="02070309020205020404" pitchFamily="49" charset="0"/>
              <a:buChar char="o"/>
              <a:defRPr sz="1600">
                <a:solidFill>
                  <a:schemeClr val="tx1"/>
                </a:solidFill>
              </a:defRPr>
            </a:lvl1pPr>
          </a:lstStyle>
          <a:p>
            <a:pPr lvl="0"/>
            <a:r>
              <a:rPr lang="fr-FR"/>
              <a:t>Cliquez pour ajouter un sous-titre</a:t>
            </a:r>
          </a:p>
        </p:txBody>
      </p:sp>
      <p:sp>
        <p:nvSpPr>
          <p:cNvPr id="7" name="Espace réservé du texte 6"/>
          <p:cNvSpPr>
            <a:spLocks noGrp="1"/>
          </p:cNvSpPr>
          <p:nvPr>
            <p:ph type="body" sz="quarter" idx="24" hasCustomPrompt="1"/>
          </p:nvPr>
        </p:nvSpPr>
        <p:spPr>
          <a:xfrm>
            <a:off x="2112441" y="5055662"/>
            <a:ext cx="3964116" cy="467892"/>
          </a:xfrm>
          <a:prstGeom prst="rect">
            <a:avLst/>
          </a:prstGeom>
          <a:solidFill>
            <a:schemeClr val="accent1">
              <a:lumMod val="20000"/>
              <a:lumOff val="80000"/>
            </a:schemeClr>
          </a:solidFill>
        </p:spPr>
        <p:txBody>
          <a:bodyPr lIns="0" tIns="0" rIns="72000" bIns="0" anchor="t">
            <a:normAutofit/>
          </a:bodyPr>
          <a:lstStyle>
            <a:lvl1pPr marL="342831" indent="-342831">
              <a:buClr>
                <a:schemeClr val="tx1"/>
              </a:buClr>
              <a:buSzPct val="120000"/>
              <a:buFont typeface="Courier New" panose="02070309020205020404" pitchFamily="49" charset="0"/>
              <a:buChar char="o"/>
              <a:defRPr sz="1600">
                <a:solidFill>
                  <a:schemeClr val="tx1"/>
                </a:solidFill>
              </a:defRPr>
            </a:lvl1pPr>
            <a:lvl2pPr marL="268233" indent="0">
              <a:buNone/>
              <a:defRPr/>
            </a:lvl2pPr>
          </a:lstStyle>
          <a:p>
            <a:pPr lvl="0"/>
            <a:r>
              <a:rPr lang="fr-FR"/>
              <a:t>Cliquez pour ajouter un sous-titre</a:t>
            </a:r>
          </a:p>
        </p:txBody>
      </p:sp>
      <p:sp>
        <p:nvSpPr>
          <p:cNvPr id="17" name="Espace réservé du texte 16"/>
          <p:cNvSpPr>
            <a:spLocks noGrp="1"/>
          </p:cNvSpPr>
          <p:nvPr>
            <p:ph type="body" sz="quarter" idx="28" hasCustomPrompt="1"/>
          </p:nvPr>
        </p:nvSpPr>
        <p:spPr>
          <a:xfrm>
            <a:off x="2112441" y="5515171"/>
            <a:ext cx="3964116" cy="467892"/>
          </a:xfrm>
          <a:prstGeom prst="rect">
            <a:avLst/>
          </a:prstGeom>
          <a:solidFill>
            <a:schemeClr val="accent1">
              <a:lumMod val="20000"/>
              <a:lumOff val="80000"/>
            </a:schemeClr>
          </a:solidFill>
        </p:spPr>
        <p:txBody>
          <a:bodyPr lIns="0" tIns="0" rIns="72000" bIns="0">
            <a:normAutofit/>
          </a:bodyPr>
          <a:lstStyle>
            <a:lvl1pPr marL="285693" indent="-285693">
              <a:buClr>
                <a:schemeClr val="tx1"/>
              </a:buClr>
              <a:buSzPct val="120000"/>
              <a:buFont typeface="Courier New" panose="02070309020205020404" pitchFamily="49" charset="0"/>
              <a:buChar char="o"/>
              <a:defRPr sz="1600">
                <a:solidFill>
                  <a:schemeClr val="tx1"/>
                </a:solidFill>
              </a:defRPr>
            </a:lvl1pPr>
          </a:lstStyle>
          <a:p>
            <a:pPr lvl="0"/>
            <a:r>
              <a:rPr lang="fr-FR"/>
              <a:t>Cliquez pour ajouter un sous-titre</a:t>
            </a:r>
          </a:p>
        </p:txBody>
      </p:sp>
      <p:sp>
        <p:nvSpPr>
          <p:cNvPr id="10" name="Titre 1"/>
          <p:cNvSpPr>
            <a:spLocks noGrp="1"/>
          </p:cNvSpPr>
          <p:nvPr>
            <p:ph type="title"/>
          </p:nvPr>
        </p:nvSpPr>
        <p:spPr>
          <a:xfrm>
            <a:off x="2119362" y="1703665"/>
            <a:ext cx="3962916" cy="1362142"/>
          </a:xfrm>
          <a:solidFill>
            <a:schemeClr val="accent1">
              <a:lumMod val="20000"/>
              <a:lumOff val="80000"/>
            </a:schemeClr>
          </a:solidFill>
          <a:ln>
            <a:noFill/>
          </a:ln>
        </p:spPr>
        <p:txBody>
          <a:bodyPr vert="horz" wrap="square" lIns="0" tIns="108000" rIns="0" bIns="144000" numCol="1" anchor="ctr" anchorCtr="0" compatLnSpc="1">
            <a:prstTxWarp prst="textNoShape">
              <a:avLst/>
            </a:prstTxWarp>
            <a:spAutoFit/>
          </a:bodyPr>
          <a:lstStyle>
            <a:lvl1pPr>
              <a:defRPr lang="fr-FR" sz="3599" b="1" dirty="0">
                <a:solidFill>
                  <a:schemeClr val="tx1"/>
                </a:solidFill>
                <a:latin typeface="+mn-lt"/>
                <a:ea typeface="+mn-ea"/>
                <a:cs typeface="+mn-cs"/>
              </a:defRPr>
            </a:lvl1pPr>
          </a:lstStyle>
          <a:p>
            <a:pPr marL="0" lvl="0" indent="0">
              <a:lnSpc>
                <a:spcPct val="100000"/>
              </a:lnSpc>
              <a:spcBef>
                <a:spcPts val="1200"/>
              </a:spcBef>
              <a:buFont typeface="Arial" pitchFamily="34" charset="0"/>
              <a:buNone/>
            </a:pPr>
            <a:r>
              <a:rPr lang="fr-FR"/>
              <a:t>Modifiez le style du titre</a:t>
            </a:r>
          </a:p>
        </p:txBody>
      </p:sp>
      <p:pic>
        <p:nvPicPr>
          <p:cNvPr id="11" name="Image 10">
            <a:extLst>
              <a:ext uri="{FF2B5EF4-FFF2-40B4-BE49-F238E27FC236}">
                <a16:creationId xmlns:a16="http://schemas.microsoft.com/office/drawing/2014/main" xmlns="" id="{86F700FF-8F9F-342E-D5F2-A83A3B5914EF}"/>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brightnessContrast bright="-40000" contrast="-40000"/>
                    </a14:imgEffect>
                  </a14:imgLayer>
                </a14:imgProps>
              </a:ext>
            </a:extLst>
          </a:blip>
          <a:stretch>
            <a:fillRect/>
          </a:stretch>
        </p:blipFill>
        <p:spPr>
          <a:xfrm>
            <a:off x="578667" y="577767"/>
            <a:ext cx="1669991" cy="1251452"/>
          </a:xfrm>
          <a:prstGeom prst="rect">
            <a:avLst/>
          </a:prstGeom>
        </p:spPr>
      </p:pic>
    </p:spTree>
    <p:extLst>
      <p:ext uri="{BB962C8B-B14F-4D97-AF65-F5344CB8AC3E}">
        <p14:creationId xmlns:p14="http://schemas.microsoft.com/office/powerpoint/2010/main" val="4005111741"/>
      </p:ext>
    </p:extLst>
  </p:cSld>
  <p:clrMapOvr>
    <a:masterClrMapping/>
  </p:clrMapOvr>
  <p:extLst>
    <p:ext uri="{DCECCB84-F9BA-43D5-87BE-67443E8EF086}">
      <p15:sldGuideLst xmlns:p15="http://schemas.microsoft.com/office/powerpoint/2012/main">
        <p15:guide id="1" pos="370">
          <p15:clr>
            <a:srgbClr val="FBAE40"/>
          </p15:clr>
        </p15:guide>
        <p15:guide id="2" pos="2887">
          <p15:clr>
            <a:srgbClr val="FBAE40"/>
          </p15:clr>
        </p15:guide>
        <p15:guide id="4" pos="7491">
          <p15:clr>
            <a:srgbClr val="FBAE40"/>
          </p15:clr>
        </p15:guide>
        <p15:guide id="5" orient="horz" pos="1049">
          <p15:clr>
            <a:srgbClr val="FBAE40"/>
          </p15:clr>
        </p15:guide>
        <p15:guide id="6" orient="horz" pos="207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h 3_Chap sans ss titre">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14" name="Graphique 13">
            <a:extLst>
              <a:ext uri="{FF2B5EF4-FFF2-40B4-BE49-F238E27FC236}">
                <a16:creationId xmlns:a16="http://schemas.microsoft.com/office/drawing/2014/main" xmlns="" id="{4F018227-3F76-0FFB-47D1-78B777F6725D}"/>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l="40007"/>
          <a:stretch/>
        </p:blipFill>
        <p:spPr>
          <a:xfrm>
            <a:off x="-252" y="801502"/>
            <a:ext cx="7110134" cy="6858000"/>
          </a:xfrm>
          <a:prstGeom prst="rect">
            <a:avLst/>
          </a:prstGeom>
        </p:spPr>
      </p:pic>
      <p:pic>
        <p:nvPicPr>
          <p:cNvPr id="9" name="Image 8">
            <a:extLst>
              <a:ext uri="{FF2B5EF4-FFF2-40B4-BE49-F238E27FC236}">
                <a16:creationId xmlns:a16="http://schemas.microsoft.com/office/drawing/2014/main" xmlns="" id="{8C9BBAD8-B8A0-DC50-110F-0B482F5EF9D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flipH="1">
            <a:off x="6167559" y="801503"/>
            <a:ext cx="6024693" cy="4498958"/>
          </a:xfrm>
          <a:prstGeom prst="rect">
            <a:avLst/>
          </a:prstGeom>
        </p:spPr>
      </p:pic>
      <p:sp>
        <p:nvSpPr>
          <p:cNvPr id="20" name="Rectangle 19">
            <a:extLst>
              <a:ext uri="{FF2B5EF4-FFF2-40B4-BE49-F238E27FC236}">
                <a16:creationId xmlns:a16="http://schemas.microsoft.com/office/drawing/2014/main" xmlns="" id="{D890B538-98C2-5740-56D2-F909629E1E00}"/>
              </a:ext>
            </a:extLst>
          </p:cNvPr>
          <p:cNvSpPr/>
          <p:nvPr/>
        </p:nvSpPr>
        <p:spPr>
          <a:xfrm rot="16200000">
            <a:off x="5246424" y="1140293"/>
            <a:ext cx="1655816" cy="165622"/>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10" name="Titre 1"/>
          <p:cNvSpPr>
            <a:spLocks noGrp="1"/>
          </p:cNvSpPr>
          <p:nvPr>
            <p:ph type="title"/>
          </p:nvPr>
        </p:nvSpPr>
        <p:spPr>
          <a:xfrm>
            <a:off x="2111415" y="3152268"/>
            <a:ext cx="3962916" cy="1325798"/>
          </a:xfrm>
          <a:solidFill>
            <a:schemeClr val="accent1">
              <a:lumMod val="20000"/>
              <a:lumOff val="80000"/>
            </a:schemeClr>
          </a:solidFill>
          <a:ln>
            <a:noFill/>
          </a:ln>
        </p:spPr>
        <p:txBody>
          <a:bodyPr vert="horz" wrap="square" lIns="0" tIns="108000" rIns="0" bIns="108000" numCol="1" anchor="ctr" anchorCtr="0" compatLnSpc="1">
            <a:prstTxWarp prst="textNoShape">
              <a:avLst/>
            </a:prstTxWarp>
            <a:spAutoFit/>
          </a:bodyPr>
          <a:lstStyle>
            <a:lvl1pPr>
              <a:defRPr lang="fr-FR" sz="3599" b="1" dirty="0">
                <a:solidFill>
                  <a:schemeClr val="tx1"/>
                </a:solidFill>
                <a:latin typeface="+mn-lt"/>
                <a:ea typeface="+mn-ea"/>
                <a:cs typeface="+mn-cs"/>
              </a:defRPr>
            </a:lvl1pPr>
          </a:lstStyle>
          <a:p>
            <a:pPr marL="0" lvl="0" indent="0">
              <a:lnSpc>
                <a:spcPct val="100000"/>
              </a:lnSpc>
              <a:spcBef>
                <a:spcPts val="1200"/>
              </a:spcBef>
              <a:buFont typeface="Arial" pitchFamily="34" charset="0"/>
              <a:buNone/>
            </a:pPr>
            <a:r>
              <a:rPr lang="fr-FR"/>
              <a:t>Modifiez le style du titre</a:t>
            </a:r>
          </a:p>
        </p:txBody>
      </p:sp>
      <p:pic>
        <p:nvPicPr>
          <p:cNvPr id="2" name="Image 1">
            <a:extLst>
              <a:ext uri="{FF2B5EF4-FFF2-40B4-BE49-F238E27FC236}">
                <a16:creationId xmlns:a16="http://schemas.microsoft.com/office/drawing/2014/main" xmlns="" id="{EFC5F767-9396-1EF9-700F-1F8C18F95536}"/>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brightnessContrast bright="-40000" contrast="-40000"/>
                    </a14:imgEffect>
                  </a14:imgLayer>
                </a14:imgProps>
              </a:ext>
            </a:extLst>
          </a:blip>
          <a:stretch>
            <a:fillRect/>
          </a:stretch>
        </p:blipFill>
        <p:spPr>
          <a:xfrm>
            <a:off x="578667" y="577767"/>
            <a:ext cx="1669991" cy="1251452"/>
          </a:xfrm>
          <a:prstGeom prst="rect">
            <a:avLst/>
          </a:prstGeom>
        </p:spPr>
      </p:pic>
    </p:spTree>
    <p:extLst>
      <p:ext uri="{BB962C8B-B14F-4D97-AF65-F5344CB8AC3E}">
        <p14:creationId xmlns:p14="http://schemas.microsoft.com/office/powerpoint/2010/main" val="2223007253"/>
      </p:ext>
    </p:extLst>
  </p:cSld>
  <p:clrMapOvr>
    <a:masterClrMapping/>
  </p:clrMapOvr>
  <p:extLst>
    <p:ext uri="{DCECCB84-F9BA-43D5-87BE-67443E8EF086}">
      <p15:sldGuideLst xmlns:p15="http://schemas.microsoft.com/office/powerpoint/2012/main">
        <p15:guide id="1" pos="370">
          <p15:clr>
            <a:srgbClr val="FBAE40"/>
          </p15:clr>
        </p15:guide>
        <p15:guide id="2" pos="2887">
          <p15:clr>
            <a:srgbClr val="FBAE40"/>
          </p15:clr>
        </p15:guide>
        <p15:guide id="4" pos="7491">
          <p15:clr>
            <a:srgbClr val="FBAE40"/>
          </p15:clr>
        </p15:guide>
        <p15:guide id="5" orient="horz" pos="1049">
          <p15:clr>
            <a:srgbClr val="FBAE40"/>
          </p15:clr>
        </p15:guide>
        <p15:guide id="6" orient="horz" pos="207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re &amp; contenu">
    <p:spTree>
      <p:nvGrpSpPr>
        <p:cNvPr id="1" name=""/>
        <p:cNvGrpSpPr/>
        <p:nvPr/>
      </p:nvGrpSpPr>
      <p:grpSpPr>
        <a:xfrm>
          <a:off x="0" y="0"/>
          <a:ext cx="0" cy="0"/>
          <a:chOff x="0" y="0"/>
          <a:chExt cx="0" cy="0"/>
        </a:xfrm>
      </p:grpSpPr>
      <p:pic>
        <p:nvPicPr>
          <p:cNvPr id="10" name="Graphique 9">
            <a:extLst>
              <a:ext uri="{FF2B5EF4-FFF2-40B4-BE49-F238E27FC236}">
                <a16:creationId xmlns:a16="http://schemas.microsoft.com/office/drawing/2014/main" xmlns="" id="{AA64816F-0EA5-C7E3-1B4F-209A4655586B}"/>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l="12961" t="21818" r="35076" b="-5541"/>
          <a:stretch/>
        </p:blipFill>
        <p:spPr>
          <a:xfrm>
            <a:off x="1" y="801503"/>
            <a:ext cx="4105809" cy="5342394"/>
          </a:xfrm>
          <a:prstGeom prst="rect">
            <a:avLst/>
          </a:prstGeom>
        </p:spPr>
      </p:pic>
      <p:sp>
        <p:nvSpPr>
          <p:cNvPr id="2" name="Titre 1"/>
          <p:cNvSpPr>
            <a:spLocks noGrp="1"/>
          </p:cNvSpPr>
          <p:nvPr>
            <p:ph type="title"/>
          </p:nvPr>
        </p:nvSpPr>
        <p:spPr>
          <a:xfrm>
            <a:off x="588100" y="810084"/>
            <a:ext cx="3382755" cy="1361114"/>
          </a:xfrm>
          <a:solidFill>
            <a:schemeClr val="bg1"/>
          </a:solidFill>
        </p:spPr>
        <p:txBody>
          <a:bodyPr wrap="square" lIns="108000" bIns="108000">
            <a:normAutofit/>
          </a:bodyPr>
          <a:lstStyle>
            <a:lvl1pPr>
              <a:lnSpc>
                <a:spcPct val="100000"/>
              </a:lnSpc>
              <a:defRPr b="1"/>
            </a:lvl1p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8" name="Espace réservé du pied de page 7">
            <a:extLst>
              <a:ext uri="{FF2B5EF4-FFF2-40B4-BE49-F238E27FC236}">
                <a16:creationId xmlns:a16="http://schemas.microsoft.com/office/drawing/2014/main" xmlns="" id="{E9382F4B-C451-DDC2-DA0B-ED61A2636DF3}"/>
              </a:ext>
            </a:extLst>
          </p:cNvPr>
          <p:cNvSpPr>
            <a:spLocks noGrp="1"/>
          </p:cNvSpPr>
          <p:nvPr>
            <p:ph type="ftr" sz="quarter" idx="23"/>
          </p:nvPr>
        </p:nvSpPr>
        <p:spPr/>
        <p:txBody>
          <a:bodyPr/>
          <a:lstStyle/>
          <a:p>
            <a:endParaRPr lang="fr-FR"/>
          </a:p>
        </p:txBody>
      </p:sp>
      <p:sp>
        <p:nvSpPr>
          <p:cNvPr id="6" name="Espace réservé du texte 5"/>
          <p:cNvSpPr>
            <a:spLocks noGrp="1"/>
          </p:cNvSpPr>
          <p:nvPr>
            <p:ph type="body" sz="quarter" idx="12"/>
          </p:nvPr>
        </p:nvSpPr>
        <p:spPr>
          <a:xfrm>
            <a:off x="4259818" y="818960"/>
            <a:ext cx="7640596" cy="5526395"/>
          </a:xfrm>
          <a:solidFill>
            <a:schemeClr val="bg1"/>
          </a:solidFill>
        </p:spPr>
        <p:txBody>
          <a:bodyPr lIns="0" rIns="108000" bIns="144000">
            <a:normAutofit/>
          </a:bodyPr>
          <a:lstStyle>
            <a:lvl1pPr>
              <a:spcAft>
                <a:spcPts val="600"/>
              </a:spcAft>
              <a:defRPr/>
            </a:lvl1pPr>
            <a:lvl2pPr>
              <a:spcBef>
                <a:spcPts val="600"/>
              </a:spcBef>
              <a:spcAft>
                <a:spcPts val="600"/>
              </a:spcAft>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9" name="Graphique 8">
            <a:extLst>
              <a:ext uri="{FF2B5EF4-FFF2-40B4-BE49-F238E27FC236}">
                <a16:creationId xmlns:a16="http://schemas.microsoft.com/office/drawing/2014/main" xmlns="" id="{585B6A0A-9F35-AA04-5B75-AE165B6A0D0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7451960" y="5180209"/>
            <a:ext cx="1809988" cy="614177"/>
          </a:xfrm>
          <a:prstGeom prst="rect">
            <a:avLst/>
          </a:prstGeom>
        </p:spPr>
      </p:pic>
    </p:spTree>
    <p:extLst>
      <p:ext uri="{BB962C8B-B14F-4D97-AF65-F5344CB8AC3E}">
        <p14:creationId xmlns:p14="http://schemas.microsoft.com/office/powerpoint/2010/main" val="1434073348"/>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re &amp; contenu 2">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8" name="Espace réservé du pied de page 7">
            <a:extLst>
              <a:ext uri="{FF2B5EF4-FFF2-40B4-BE49-F238E27FC236}">
                <a16:creationId xmlns:a16="http://schemas.microsoft.com/office/drawing/2014/main" xmlns="" id="{E9382F4B-C451-DDC2-DA0B-ED61A2636DF3}"/>
              </a:ext>
            </a:extLst>
          </p:cNvPr>
          <p:cNvSpPr>
            <a:spLocks noGrp="1"/>
          </p:cNvSpPr>
          <p:nvPr>
            <p:ph type="ftr" sz="quarter" idx="23"/>
          </p:nvPr>
        </p:nvSpPr>
        <p:spPr/>
        <p:txBody>
          <a:bodyPr/>
          <a:lstStyle/>
          <a:p>
            <a:endParaRPr lang="fr-FR"/>
          </a:p>
        </p:txBody>
      </p:sp>
      <p:sp>
        <p:nvSpPr>
          <p:cNvPr id="6" name="Espace réservé du texte 5"/>
          <p:cNvSpPr>
            <a:spLocks noGrp="1"/>
          </p:cNvSpPr>
          <p:nvPr>
            <p:ph type="body" sz="quarter" idx="12"/>
          </p:nvPr>
        </p:nvSpPr>
        <p:spPr>
          <a:xfrm>
            <a:off x="4259818" y="818960"/>
            <a:ext cx="7640596" cy="5526395"/>
          </a:xfrm>
          <a:solidFill>
            <a:schemeClr val="bg1"/>
          </a:solidFill>
        </p:spPr>
        <p:txBody>
          <a:bodyPr lIns="0" rIns="108000" bIns="14400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Titre 1"/>
          <p:cNvSpPr>
            <a:spLocks noGrp="1"/>
          </p:cNvSpPr>
          <p:nvPr>
            <p:ph type="title"/>
          </p:nvPr>
        </p:nvSpPr>
        <p:spPr>
          <a:xfrm>
            <a:off x="588100" y="810084"/>
            <a:ext cx="3420445" cy="1325798"/>
          </a:xfrm>
          <a:noFill/>
        </p:spPr>
        <p:txBody>
          <a:bodyPr lIns="108000" bIns="108000">
            <a:spAutoFit/>
          </a:bodyPr>
          <a:lstStyle>
            <a:lvl1pPr>
              <a:lnSpc>
                <a:spcPct val="100000"/>
              </a:lnSpc>
              <a:defRPr b="1"/>
            </a:lvl1pPr>
          </a:lstStyle>
          <a:p>
            <a:r>
              <a:rPr lang="fr-FR"/>
              <a:t>Modifiez le style du titre</a:t>
            </a:r>
          </a:p>
        </p:txBody>
      </p:sp>
      <p:pic>
        <p:nvPicPr>
          <p:cNvPr id="29" name="Graphique 28">
            <a:extLst>
              <a:ext uri="{FF2B5EF4-FFF2-40B4-BE49-F238E27FC236}">
                <a16:creationId xmlns:a16="http://schemas.microsoft.com/office/drawing/2014/main" xmlns="" id="{2BDB9123-B245-9B03-F97A-C18AD1546FB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l="1" t="-52613" r="12061" b="-1"/>
          <a:stretch/>
        </p:blipFill>
        <p:spPr>
          <a:xfrm flipH="1">
            <a:off x="0" y="892877"/>
            <a:ext cx="2789599" cy="3914551"/>
          </a:xfrm>
          <a:prstGeom prst="rect">
            <a:avLst/>
          </a:prstGeom>
        </p:spPr>
      </p:pic>
      <p:sp>
        <p:nvSpPr>
          <p:cNvPr id="5" name="Espace réservé du texte 4"/>
          <p:cNvSpPr>
            <a:spLocks noGrp="1"/>
          </p:cNvSpPr>
          <p:nvPr>
            <p:ph type="body" sz="quarter" idx="22" hasCustomPrompt="1"/>
          </p:nvPr>
        </p:nvSpPr>
        <p:spPr>
          <a:xfrm>
            <a:off x="914519" y="4056709"/>
            <a:ext cx="3056336" cy="2801291"/>
          </a:xfrm>
          <a:solidFill>
            <a:schemeClr val="accent1"/>
          </a:solidFill>
          <a:ln>
            <a:noFill/>
          </a:ln>
        </p:spPr>
        <p:txBody>
          <a:bodyPr lIns="108000" tIns="108000" bIns="108000" anchor="ctr">
            <a:normAutofit/>
          </a:bodyPr>
          <a:lstStyle>
            <a:lvl1pPr marL="0" indent="0">
              <a:buNone/>
              <a:defRPr sz="2799">
                <a:solidFill>
                  <a:schemeClr val="bg1"/>
                </a:solidFill>
                <a:latin typeface="+mn-lt"/>
                <a:cs typeface="Times New Roman" panose="02020603050405020304" pitchFamily="18" charset="0"/>
              </a:defRPr>
            </a:lvl1pPr>
          </a:lstStyle>
          <a:p>
            <a:pPr lvl="0"/>
            <a:r>
              <a:rPr lang="fr-FR"/>
              <a:t>Ajouter un sous-titre</a:t>
            </a:r>
          </a:p>
        </p:txBody>
      </p:sp>
      <p:pic>
        <p:nvPicPr>
          <p:cNvPr id="3" name="Graphique 2">
            <a:extLst>
              <a:ext uri="{FF2B5EF4-FFF2-40B4-BE49-F238E27FC236}">
                <a16:creationId xmlns:a16="http://schemas.microsoft.com/office/drawing/2014/main" xmlns="" id="{AD83C793-245E-E213-FEC0-293D44E1699F}"/>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rcRect l="39064" t="7429" r="50672" b="57653"/>
          <a:stretch/>
        </p:blipFill>
        <p:spPr>
          <a:xfrm>
            <a:off x="1" y="892877"/>
            <a:ext cx="464517" cy="1300142"/>
          </a:xfrm>
          <a:prstGeom prst="rect">
            <a:avLst/>
          </a:prstGeom>
        </p:spPr>
      </p:pic>
    </p:spTree>
    <p:extLst>
      <p:ext uri="{BB962C8B-B14F-4D97-AF65-F5344CB8AC3E}">
        <p14:creationId xmlns:p14="http://schemas.microsoft.com/office/powerpoint/2010/main" val="3027249626"/>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re gauche">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xmlns="" id="{A2552883-AB14-57B2-8FED-BD6173B54B6C}"/>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l="12919" t="18684" r="34999" b="-2407"/>
          <a:stretch/>
        </p:blipFill>
        <p:spPr>
          <a:xfrm>
            <a:off x="2" y="593133"/>
            <a:ext cx="4115334" cy="5342394"/>
          </a:xfrm>
          <a:prstGeom prst="rect">
            <a:avLst/>
          </a:prstGeom>
        </p:spPr>
      </p:pic>
      <p:sp>
        <p:nvSpPr>
          <p:cNvPr id="2" name="Titre 1"/>
          <p:cNvSpPr>
            <a:spLocks noGrp="1"/>
          </p:cNvSpPr>
          <p:nvPr>
            <p:ph type="title"/>
          </p:nvPr>
        </p:nvSpPr>
        <p:spPr>
          <a:xfrm>
            <a:off x="588099" y="810083"/>
            <a:ext cx="3384441" cy="1325849"/>
          </a:xfrm>
          <a:solidFill>
            <a:schemeClr val="bg1"/>
          </a:solidFill>
        </p:spPr>
        <p:txBody>
          <a:bodyPr lIns="108000" bIns="108000">
            <a:spAutoFit/>
          </a:bodyPr>
          <a:lstStyle>
            <a:lvl1pPr>
              <a:lnSpc>
                <a:spcPct val="100000"/>
              </a:lnSpc>
              <a:defRPr b="1"/>
            </a:lvl1p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8" name="Espace réservé du pied de page 7">
            <a:extLst>
              <a:ext uri="{FF2B5EF4-FFF2-40B4-BE49-F238E27FC236}">
                <a16:creationId xmlns:a16="http://schemas.microsoft.com/office/drawing/2014/main" xmlns="" id="{E9382F4B-C451-DDC2-DA0B-ED61A2636DF3}"/>
              </a:ext>
            </a:extLst>
          </p:cNvPr>
          <p:cNvSpPr>
            <a:spLocks noGrp="1"/>
          </p:cNvSpPr>
          <p:nvPr>
            <p:ph type="ftr" sz="quarter" idx="23"/>
          </p:nvPr>
        </p:nvSpPr>
        <p:spPr/>
        <p:txBody>
          <a:bodyPr/>
          <a:lstStyle/>
          <a:p>
            <a:endParaRPr lang="fr-FR"/>
          </a:p>
        </p:txBody>
      </p:sp>
      <p:pic>
        <p:nvPicPr>
          <p:cNvPr id="9" name="Graphique 8">
            <a:extLst>
              <a:ext uri="{FF2B5EF4-FFF2-40B4-BE49-F238E27FC236}">
                <a16:creationId xmlns:a16="http://schemas.microsoft.com/office/drawing/2014/main" xmlns="" id="{585B6A0A-9F35-AA04-5B75-AE165B6A0D0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7451960" y="5180209"/>
            <a:ext cx="1809988" cy="614177"/>
          </a:xfrm>
          <a:prstGeom prst="rect">
            <a:avLst/>
          </a:prstGeom>
        </p:spPr>
      </p:pic>
    </p:spTree>
    <p:extLst>
      <p:ext uri="{BB962C8B-B14F-4D97-AF65-F5344CB8AC3E}">
        <p14:creationId xmlns:p14="http://schemas.microsoft.com/office/powerpoint/2010/main" val="2756016831"/>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re &amp; texte + accroch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FAB3A083-F309-7867-2742-47EE38CAC43D}"/>
              </a:ext>
            </a:extLst>
          </p:cNvPr>
          <p:cNvSpPr/>
          <p:nvPr/>
        </p:nvSpPr>
        <p:spPr>
          <a:xfrm>
            <a:off x="4115336" y="383672"/>
            <a:ext cx="8076664" cy="646439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20" name="Graphique 19">
            <a:extLst>
              <a:ext uri="{FF2B5EF4-FFF2-40B4-BE49-F238E27FC236}">
                <a16:creationId xmlns:a16="http://schemas.microsoft.com/office/drawing/2014/main" xmlns="" id="{F0745D92-EB49-C621-061E-62050B96608C}"/>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b="11451"/>
          <a:stretch/>
        </p:blipFill>
        <p:spPr>
          <a:xfrm flipH="1">
            <a:off x="587451" y="2186508"/>
            <a:ext cx="2600664" cy="4671492"/>
          </a:xfrm>
          <a:prstGeom prst="rect">
            <a:avLst/>
          </a:prstGeom>
        </p:spPr>
      </p:pic>
      <p:sp>
        <p:nvSpPr>
          <p:cNvPr id="2" name="Titre 1"/>
          <p:cNvSpPr>
            <a:spLocks noGrp="1"/>
          </p:cNvSpPr>
          <p:nvPr>
            <p:ph type="title"/>
          </p:nvPr>
        </p:nvSpPr>
        <p:spPr>
          <a:xfrm>
            <a:off x="588100" y="810084"/>
            <a:ext cx="3382755" cy="1362142"/>
          </a:xfrm>
          <a:solidFill>
            <a:schemeClr val="bg1"/>
          </a:solidFill>
        </p:spPr>
        <p:txBody>
          <a:bodyPr wrap="square" lIns="108000" bIns="108000">
            <a:spAutoFit/>
          </a:bodyPr>
          <a:lstStyle>
            <a:lvl1pPr>
              <a:lnSpc>
                <a:spcPct val="100000"/>
              </a:lnSpc>
              <a:defRPr b="1"/>
            </a:lvl1pPr>
          </a:lstStyle>
          <a:p>
            <a:r>
              <a:rPr lang="fr-FR"/>
              <a:t>Modifiez le style du titre</a:t>
            </a:r>
          </a:p>
        </p:txBody>
      </p:sp>
      <p:sp>
        <p:nvSpPr>
          <p:cNvPr id="6" name="Espace réservé du texte 5"/>
          <p:cNvSpPr>
            <a:spLocks noGrp="1"/>
          </p:cNvSpPr>
          <p:nvPr>
            <p:ph type="body" sz="quarter" idx="12"/>
          </p:nvPr>
        </p:nvSpPr>
        <p:spPr>
          <a:xfrm>
            <a:off x="4259818" y="818958"/>
            <a:ext cx="7640596" cy="5542717"/>
          </a:xfrm>
          <a:noFill/>
        </p:spPr>
        <p:txBody>
          <a:bodyPr lIns="0" rIns="108000" bIns="144000">
            <a:normAutofit/>
          </a:bodyPr>
          <a:lstStyle>
            <a:lvl1pPr>
              <a:spcAft>
                <a:spcPts val="0"/>
              </a:spcAft>
              <a:defRPr/>
            </a:lvl1pPr>
            <a:lvl2pPr>
              <a:spcBef>
                <a:spcPts val="600"/>
              </a:spcBef>
              <a:spcAft>
                <a:spcPts val="0"/>
              </a:spcAft>
              <a:defRPr/>
            </a:lvl2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4" name="Espace réservé du contenu 23">
            <a:extLst>
              <a:ext uri="{FF2B5EF4-FFF2-40B4-BE49-F238E27FC236}">
                <a16:creationId xmlns:a16="http://schemas.microsoft.com/office/drawing/2014/main" xmlns="" id="{BA88424A-77B3-CE1C-57AE-0AC9C40757AB}"/>
              </a:ext>
            </a:extLst>
          </p:cNvPr>
          <p:cNvSpPr>
            <a:spLocks noGrp="1"/>
          </p:cNvSpPr>
          <p:nvPr>
            <p:ph sz="quarter" idx="24"/>
          </p:nvPr>
        </p:nvSpPr>
        <p:spPr>
          <a:xfrm>
            <a:off x="3201758" y="3302823"/>
            <a:ext cx="2133878" cy="1953760"/>
          </a:xfrm>
          <a:solidFill>
            <a:schemeClr val="accent1"/>
          </a:solidFill>
        </p:spPr>
        <p:txBody>
          <a:bodyPr lIns="108000" tIns="108000" rIns="108000" bIns="108000" anchor="ctr" anchorCtr="0">
            <a:normAutofit/>
          </a:bodyPr>
          <a:lstStyle>
            <a:lvl1pPr marL="0" indent="0">
              <a:buFontTx/>
              <a:buNone/>
              <a:defRPr sz="2000">
                <a:solidFill>
                  <a:schemeClr val="bg1"/>
                </a:solidFill>
              </a:defRPr>
            </a:lvl1pPr>
          </a:lstStyle>
          <a:p>
            <a:pPr lvl="0"/>
            <a:r>
              <a:rPr lang="fr-FR"/>
              <a:t>Cliquez pour modifier les styles du texte du masque</a:t>
            </a:r>
          </a:p>
        </p:txBody>
      </p:sp>
      <p:sp>
        <p:nvSpPr>
          <p:cNvPr id="9" name="Espace réservé du pied de page 7">
            <a:extLst>
              <a:ext uri="{FF2B5EF4-FFF2-40B4-BE49-F238E27FC236}">
                <a16:creationId xmlns:a16="http://schemas.microsoft.com/office/drawing/2014/main" xmlns="" id="{8BAFB840-E563-9620-DB7A-0720214C2DBF}"/>
              </a:ext>
            </a:extLst>
          </p:cNvPr>
          <p:cNvSpPr txBox="1">
            <a:spLocks/>
          </p:cNvSpPr>
          <p:nvPr/>
        </p:nvSpPr>
        <p:spPr>
          <a:xfrm>
            <a:off x="4268697" y="6710161"/>
            <a:ext cx="3963416" cy="92312"/>
          </a:xfrm>
          <a:prstGeom prst="rect">
            <a:avLst/>
          </a:prstGeom>
        </p:spPr>
        <p:txBody>
          <a:bodyPr vert="horz" lIns="0" tIns="0" rIns="35992" bIns="0" rtlCol="0" anchor="ctr">
            <a:spAutoFit/>
          </a:bodyPr>
          <a:lstStyle>
            <a:defPPr>
              <a:defRPr lang="fr-FR"/>
            </a:defPPr>
            <a:lvl1pPr algn="l" rtl="0" fontAlgn="base">
              <a:spcBef>
                <a:spcPct val="0"/>
              </a:spcBef>
              <a:spcAft>
                <a:spcPct val="0"/>
              </a:spcAft>
              <a:defRPr sz="600" kern="1200">
                <a:solidFill>
                  <a:schemeClr val="tx1"/>
                </a:solidFill>
                <a:latin typeface="+mn-lt"/>
                <a:ea typeface="+mn-ea"/>
                <a:cs typeface="Arial" pitchFamily="34" charset="0"/>
              </a:defRPr>
            </a:lvl1pPr>
            <a:lvl2pPr marL="493713" indent="-36513" algn="l" rtl="0" fontAlgn="base">
              <a:spcBef>
                <a:spcPct val="0"/>
              </a:spcBef>
              <a:spcAft>
                <a:spcPct val="0"/>
              </a:spcAft>
              <a:defRPr kern="1200">
                <a:solidFill>
                  <a:schemeClr val="tx1"/>
                </a:solidFill>
                <a:latin typeface="Arial" pitchFamily="34" charset="0"/>
                <a:ea typeface="+mn-ea"/>
                <a:cs typeface="Arial" pitchFamily="34" charset="0"/>
              </a:defRPr>
            </a:lvl2pPr>
            <a:lvl3pPr marL="987425" indent="-73025" algn="l" rtl="0" fontAlgn="base">
              <a:spcBef>
                <a:spcPct val="0"/>
              </a:spcBef>
              <a:spcAft>
                <a:spcPct val="0"/>
              </a:spcAft>
              <a:defRPr kern="1200">
                <a:solidFill>
                  <a:schemeClr val="tx1"/>
                </a:solidFill>
                <a:latin typeface="Arial" pitchFamily="34" charset="0"/>
                <a:ea typeface="+mn-ea"/>
                <a:cs typeface="Arial" pitchFamily="34" charset="0"/>
              </a:defRPr>
            </a:lvl3pPr>
            <a:lvl4pPr marL="1481138" indent="-109538" algn="l" rtl="0" fontAlgn="base">
              <a:spcBef>
                <a:spcPct val="0"/>
              </a:spcBef>
              <a:spcAft>
                <a:spcPct val="0"/>
              </a:spcAft>
              <a:defRPr kern="1200">
                <a:solidFill>
                  <a:schemeClr val="tx1"/>
                </a:solidFill>
                <a:latin typeface="Arial" pitchFamily="34" charset="0"/>
                <a:ea typeface="+mn-ea"/>
                <a:cs typeface="Arial" pitchFamily="34" charset="0"/>
              </a:defRPr>
            </a:lvl4pPr>
            <a:lvl5pPr marL="1974850" indent="-14605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r>
              <a:rPr lang="fr-FR" sz="600" dirty="0"/>
              <a:t>© ib </a:t>
            </a:r>
            <a:r>
              <a:rPr lang="fr-FR" sz="600" dirty="0" err="1"/>
              <a:t>Cegos_Tous</a:t>
            </a:r>
            <a:r>
              <a:rPr lang="fr-FR" sz="600" dirty="0"/>
              <a:t> droits réservés</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Tree>
    <p:extLst>
      <p:ext uri="{BB962C8B-B14F-4D97-AF65-F5344CB8AC3E}">
        <p14:creationId xmlns:p14="http://schemas.microsoft.com/office/powerpoint/2010/main" val="2645408177"/>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re &amp; contenu +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14CCB04B-4EB5-F1D6-BD0B-D8D85C2AF105}"/>
              </a:ext>
            </a:extLst>
          </p:cNvPr>
          <p:cNvSpPr/>
          <p:nvPr/>
        </p:nvSpPr>
        <p:spPr>
          <a:xfrm>
            <a:off x="1" y="383672"/>
            <a:ext cx="4217890" cy="64643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8" name="Graphique 7">
            <a:extLst>
              <a:ext uri="{FF2B5EF4-FFF2-40B4-BE49-F238E27FC236}">
                <a16:creationId xmlns:a16="http://schemas.microsoft.com/office/drawing/2014/main" xmlns="" id="{58190110-0B17-A2B9-A4FF-9404BA814E58}"/>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l="21258" t="7429" r="-416" b="49890"/>
          <a:stretch/>
        </p:blipFill>
        <p:spPr>
          <a:xfrm>
            <a:off x="0" y="5268811"/>
            <a:ext cx="3581867" cy="1589190"/>
          </a:xfrm>
          <a:prstGeom prst="rect">
            <a:avLst/>
          </a:prstGeom>
        </p:spPr>
      </p:pic>
      <p:pic>
        <p:nvPicPr>
          <p:cNvPr id="9" name="Image 8" descr="Une image contenant personne, homme, intérieur&#10;&#10;Description générée automatiquement">
            <a:extLst>
              <a:ext uri="{FF2B5EF4-FFF2-40B4-BE49-F238E27FC236}">
                <a16:creationId xmlns:a16="http://schemas.microsoft.com/office/drawing/2014/main" xmlns="" id="{259D7E26-7353-D0FC-5991-D334EEC9C1AD}"/>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0" y="801502"/>
            <a:ext cx="4642452" cy="4504957"/>
          </a:xfrm>
          <a:prstGeom prst="rect">
            <a:avLst/>
          </a:prstGeom>
        </p:spPr>
      </p:pic>
      <p:sp>
        <p:nvSpPr>
          <p:cNvPr id="7" name="Rectangle 6">
            <a:extLst>
              <a:ext uri="{FF2B5EF4-FFF2-40B4-BE49-F238E27FC236}">
                <a16:creationId xmlns:a16="http://schemas.microsoft.com/office/drawing/2014/main" xmlns="" id="{185086DB-7991-DA48-483C-0260C7031575}"/>
              </a:ext>
            </a:extLst>
          </p:cNvPr>
          <p:cNvSpPr/>
          <p:nvPr/>
        </p:nvSpPr>
        <p:spPr>
          <a:xfrm>
            <a:off x="14013" y="777709"/>
            <a:ext cx="4632797" cy="4514896"/>
          </a:xfrm>
          <a:prstGeom prst="rect">
            <a:avLst/>
          </a:prstGeom>
          <a:solidFill>
            <a:schemeClr val="accent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4890137" y="801503"/>
            <a:ext cx="7003375" cy="551622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Titre 1"/>
          <p:cNvSpPr>
            <a:spLocks noGrp="1"/>
          </p:cNvSpPr>
          <p:nvPr>
            <p:ph type="title"/>
          </p:nvPr>
        </p:nvSpPr>
        <p:spPr>
          <a:xfrm>
            <a:off x="1171201" y="3970789"/>
            <a:ext cx="3420445" cy="1325798"/>
          </a:xfrm>
          <a:noFill/>
        </p:spPr>
        <p:txBody>
          <a:bodyPr lIns="108000" tIns="108000" rIns="108000" bIns="108000" anchor="b" anchorCtr="0">
            <a:spAutoFit/>
          </a:bodyPr>
          <a:lstStyle>
            <a:lvl1pPr marL="0" indent="0" algn="r">
              <a:lnSpc>
                <a:spcPct val="100000"/>
              </a:lnSpc>
              <a:defRPr b="1">
                <a:solidFill>
                  <a:schemeClr val="bg1"/>
                </a:solidFill>
              </a:defRPr>
            </a:lvl1pPr>
          </a:lstStyle>
          <a:p>
            <a:r>
              <a:rPr lang="fr-FR"/>
              <a:t>Modifiez le style du titre</a:t>
            </a:r>
          </a:p>
        </p:txBody>
      </p:sp>
      <p:sp>
        <p:nvSpPr>
          <p:cNvPr id="5" name="Espace réservé du pied de page 4">
            <a:extLst>
              <a:ext uri="{FF2B5EF4-FFF2-40B4-BE49-F238E27FC236}">
                <a16:creationId xmlns:a16="http://schemas.microsoft.com/office/drawing/2014/main" xmlns="" id="{8C625B8A-9F21-BA58-8C06-11797B4A8F77}"/>
              </a:ext>
            </a:extLst>
          </p:cNvPr>
          <p:cNvSpPr>
            <a:spLocks noGrp="1"/>
          </p:cNvSpPr>
          <p:nvPr>
            <p:ph type="ftr" sz="quarter" idx="23"/>
          </p:nvPr>
        </p:nvSpPr>
        <p:spPr/>
        <p:txBody>
          <a:bodyPr/>
          <a:lstStyle>
            <a:lvl1pPr>
              <a:defRPr>
                <a:solidFill>
                  <a:schemeClr val="tx1"/>
                </a:solidFill>
              </a:defRPr>
            </a:lvl1pPr>
          </a:lstStyle>
          <a:p>
            <a:endParaRPr lang="fr-FR"/>
          </a:p>
        </p:txBody>
      </p:sp>
    </p:spTree>
    <p:extLst>
      <p:ext uri="{BB962C8B-B14F-4D97-AF65-F5344CB8AC3E}">
        <p14:creationId xmlns:p14="http://schemas.microsoft.com/office/powerpoint/2010/main" val="160762751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amp; contenu + imag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14CCB04B-4EB5-F1D6-BD0B-D8D85C2AF105}"/>
              </a:ext>
            </a:extLst>
          </p:cNvPr>
          <p:cNvSpPr/>
          <p:nvPr/>
        </p:nvSpPr>
        <p:spPr>
          <a:xfrm>
            <a:off x="0" y="383672"/>
            <a:ext cx="4268697" cy="5685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9" name="Image 8">
            <a:extLst>
              <a:ext uri="{FF2B5EF4-FFF2-40B4-BE49-F238E27FC236}">
                <a16:creationId xmlns:a16="http://schemas.microsoft.com/office/drawing/2014/main" xmlns="" id="{259D7E26-7353-D0FC-5991-D334EEC9C1AD}"/>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 y="778608"/>
            <a:ext cx="5784065" cy="4504957"/>
          </a:xfrm>
          <a:prstGeom prst="rect">
            <a:avLst/>
          </a:prstGeom>
        </p:spPr>
      </p:pic>
      <p:sp>
        <p:nvSpPr>
          <p:cNvPr id="8" name="Rectangle 7">
            <a:extLst>
              <a:ext uri="{FF2B5EF4-FFF2-40B4-BE49-F238E27FC236}">
                <a16:creationId xmlns:a16="http://schemas.microsoft.com/office/drawing/2014/main" xmlns="" id="{B409A316-F278-0B87-74E3-ECE9F7D05F6D}"/>
              </a:ext>
            </a:extLst>
          </p:cNvPr>
          <p:cNvSpPr/>
          <p:nvPr/>
        </p:nvSpPr>
        <p:spPr>
          <a:xfrm>
            <a:off x="14012" y="777709"/>
            <a:ext cx="5766138" cy="4514896"/>
          </a:xfrm>
          <a:prstGeom prst="rect">
            <a:avLst/>
          </a:prstGeom>
          <a:solidFill>
            <a:schemeClr val="accent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6096000" y="801503"/>
            <a:ext cx="5797512" cy="551622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Titre 1"/>
          <p:cNvSpPr>
            <a:spLocks noGrp="1"/>
          </p:cNvSpPr>
          <p:nvPr>
            <p:ph type="title"/>
          </p:nvPr>
        </p:nvSpPr>
        <p:spPr>
          <a:xfrm>
            <a:off x="2359705" y="3645644"/>
            <a:ext cx="3420445" cy="1623167"/>
          </a:xfrm>
          <a:noFill/>
        </p:spPr>
        <p:txBody>
          <a:bodyPr lIns="108000" tIns="108000" rIns="108000" bIns="108000" anchor="b" anchorCtr="0">
            <a:normAutofit/>
          </a:bodyPr>
          <a:lstStyle>
            <a:lvl1pPr marL="0" indent="0" algn="r">
              <a:lnSpc>
                <a:spcPct val="100000"/>
              </a:lnSpc>
              <a:defRPr b="1">
                <a:solidFill>
                  <a:schemeClr val="bg1"/>
                </a:solidFill>
              </a:defRPr>
            </a:lvl1pPr>
          </a:lstStyle>
          <a:p>
            <a:r>
              <a:rPr lang="fr-FR"/>
              <a:t>Modifiez le style du titre</a:t>
            </a:r>
          </a:p>
        </p:txBody>
      </p:sp>
      <p:sp>
        <p:nvSpPr>
          <p:cNvPr id="5" name="Espace réservé du pied de page 4">
            <a:extLst>
              <a:ext uri="{FF2B5EF4-FFF2-40B4-BE49-F238E27FC236}">
                <a16:creationId xmlns:a16="http://schemas.microsoft.com/office/drawing/2014/main" xmlns="" id="{8C625B8A-9F21-BA58-8C06-11797B4A8F77}"/>
              </a:ext>
            </a:extLst>
          </p:cNvPr>
          <p:cNvSpPr>
            <a:spLocks noGrp="1"/>
          </p:cNvSpPr>
          <p:nvPr>
            <p:ph type="ftr" sz="quarter" idx="23"/>
          </p:nvPr>
        </p:nvSpPr>
        <p:spPr/>
        <p:txBody>
          <a:bodyPr/>
          <a:lstStyle>
            <a:lvl1pPr>
              <a:defRPr>
                <a:solidFill>
                  <a:schemeClr val="tx1"/>
                </a:solidFill>
              </a:defRPr>
            </a:lvl1pPr>
          </a:lstStyle>
          <a:p>
            <a:endParaRPr lang="fr-FR"/>
          </a:p>
        </p:txBody>
      </p:sp>
      <p:pic>
        <p:nvPicPr>
          <p:cNvPr id="7" name="Graphique 6">
            <a:extLst>
              <a:ext uri="{FF2B5EF4-FFF2-40B4-BE49-F238E27FC236}">
                <a16:creationId xmlns:a16="http://schemas.microsoft.com/office/drawing/2014/main" xmlns="" id="{895946A5-818B-E5AF-1EF6-5951BEE61487}"/>
              </a:ext>
            </a:extLst>
          </p:cNvPr>
          <p:cNvPicPr>
            <a:picLocks noChangeAspect="1"/>
          </p:cNvPicPr>
          <p:nvPr/>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xmlns="" r:embed="rId4"/>
              </a:ext>
            </a:extLst>
          </a:blip>
          <a:srcRect l="21258" t="7429" r="48344" b="49890"/>
          <a:stretch/>
        </p:blipFill>
        <p:spPr>
          <a:xfrm>
            <a:off x="10816485" y="4652703"/>
            <a:ext cx="1375515" cy="1589190"/>
          </a:xfrm>
          <a:prstGeom prst="rect">
            <a:avLst/>
          </a:prstGeom>
        </p:spPr>
      </p:pic>
    </p:spTree>
    <p:extLst>
      <p:ext uri="{BB962C8B-B14F-4D97-AF65-F5344CB8AC3E}">
        <p14:creationId xmlns:p14="http://schemas.microsoft.com/office/powerpoint/2010/main" val="427430740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ccroche ">
    <p:spTree>
      <p:nvGrpSpPr>
        <p:cNvPr id="1" name=""/>
        <p:cNvGrpSpPr/>
        <p:nvPr/>
      </p:nvGrpSpPr>
      <p:grpSpPr>
        <a:xfrm>
          <a:off x="0" y="0"/>
          <a:ext cx="0" cy="0"/>
          <a:chOff x="0" y="0"/>
          <a:chExt cx="0" cy="0"/>
        </a:xfrm>
      </p:grpSpPr>
      <p:pic>
        <p:nvPicPr>
          <p:cNvPr id="12" name="Graphique 11">
            <a:extLst>
              <a:ext uri="{FF2B5EF4-FFF2-40B4-BE49-F238E27FC236}">
                <a16:creationId xmlns:a16="http://schemas.microsoft.com/office/drawing/2014/main" xmlns="" id="{F3EABF30-53EA-E5EE-53E5-D6355FCA5605}"/>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t="-1" r="7821" b="14220"/>
          <a:stretch/>
        </p:blipFill>
        <p:spPr>
          <a:xfrm>
            <a:off x="587452" y="1479325"/>
            <a:ext cx="5496169" cy="5378676"/>
          </a:xfrm>
          <a:prstGeom prst="rect">
            <a:avLst/>
          </a:prstGeom>
        </p:spPr>
      </p:pic>
      <p:sp>
        <p:nvSpPr>
          <p:cNvPr id="3" name="Rectangle 2">
            <a:extLst>
              <a:ext uri="{FF2B5EF4-FFF2-40B4-BE49-F238E27FC236}">
                <a16:creationId xmlns:a16="http://schemas.microsoft.com/office/drawing/2014/main" xmlns="" id="{14CCB04B-4EB5-F1D6-BD0B-D8D85C2AF105}"/>
              </a:ext>
            </a:extLst>
          </p:cNvPr>
          <p:cNvSpPr/>
          <p:nvPr/>
        </p:nvSpPr>
        <p:spPr>
          <a:xfrm>
            <a:off x="6083622" y="380912"/>
            <a:ext cx="5352950" cy="6477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8" name="Image 7" descr="Une image contenant personne, foule&#10;&#10;Description générée automatiquement">
            <a:extLst>
              <a:ext uri="{FF2B5EF4-FFF2-40B4-BE49-F238E27FC236}">
                <a16:creationId xmlns:a16="http://schemas.microsoft.com/office/drawing/2014/main" xmlns="" id="{2562601B-226B-5593-09BC-1F7252D59645}"/>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521420" y="801502"/>
            <a:ext cx="4502690" cy="2461803"/>
          </a:xfrm>
          <a:prstGeom prst="rect">
            <a:avLst/>
          </a:prstGeom>
        </p:spPr>
      </p:pic>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6521419" y="3263305"/>
            <a:ext cx="4490798" cy="3082050"/>
          </a:xfrm>
        </p:spPr>
        <p:txBody>
          <a:bodyPr lIns="0" tIns="72000" bIns="72000" anchor="ctr"/>
          <a:lstStyle>
            <a:lvl1pPr marL="0" indent="0" algn="l">
              <a:buFontTx/>
              <a:buNone/>
              <a:defRPr sz="2799">
                <a:solidFill>
                  <a:schemeClr val="bg1"/>
                </a:solidFill>
              </a:defRPr>
            </a:lvl1pPr>
            <a:lvl2pPr marL="347592" indent="0" algn="l">
              <a:buFontTx/>
              <a:buNone/>
              <a:defRPr>
                <a:solidFill>
                  <a:schemeClr val="bg1"/>
                </a:solidFill>
              </a:defRPr>
            </a:lvl2pPr>
            <a:lvl3pPr marL="557888" indent="0" algn="l">
              <a:buFontTx/>
              <a:buNone/>
              <a:defRPr>
                <a:solidFill>
                  <a:schemeClr val="bg1"/>
                </a:solidFill>
              </a:defRPr>
            </a:lvl3pPr>
            <a:lvl4pPr marL="737852" indent="0" algn="l">
              <a:buFontTx/>
              <a:buNone/>
              <a:defRPr>
                <a:solidFill>
                  <a:schemeClr val="bg1"/>
                </a:solidFill>
              </a:defRPr>
            </a:lvl4pPr>
            <a:lvl5pPr marL="917816" indent="0" algn="l">
              <a:buFontTx/>
              <a:buNone/>
              <a:defRPr>
                <a:solidFill>
                  <a:schemeClr val="bg1"/>
                </a:solidFill>
              </a:defRPr>
            </a:lvl5pPr>
          </a:lstStyle>
          <a:p>
            <a:pPr lvl="0"/>
            <a:r>
              <a:rPr lang="fr-FR"/>
              <a:t>Cliquez pour modifier les styles du texte du masque</a:t>
            </a:r>
          </a:p>
          <a:p>
            <a:pPr lvl="1"/>
            <a:r>
              <a:rPr lang="fr-FR"/>
              <a:t>Deuxième niveau</a:t>
            </a:r>
          </a:p>
        </p:txBody>
      </p:sp>
      <p:sp>
        <p:nvSpPr>
          <p:cNvPr id="2" name="Titre 1"/>
          <p:cNvSpPr>
            <a:spLocks noGrp="1"/>
          </p:cNvSpPr>
          <p:nvPr>
            <p:ph type="title"/>
          </p:nvPr>
        </p:nvSpPr>
        <p:spPr>
          <a:xfrm>
            <a:off x="1390752" y="2596632"/>
            <a:ext cx="3034341" cy="1897810"/>
          </a:xfrm>
          <a:solidFill>
            <a:schemeClr val="bg1"/>
          </a:solidFill>
        </p:spPr>
        <p:txBody>
          <a:bodyPr lIns="108000" tIns="108000" rIns="108000" bIns="108000" anchor="ctr" anchorCtr="0">
            <a:normAutofit/>
          </a:bodyPr>
          <a:lstStyle>
            <a:lvl1pPr marL="0" indent="0" algn="l">
              <a:defRPr b="1">
                <a:solidFill>
                  <a:schemeClr val="tx1"/>
                </a:solidFill>
              </a:defRPr>
            </a:lvl1pPr>
          </a:lstStyle>
          <a:p>
            <a:r>
              <a:rPr lang="fr-FR"/>
              <a:t>Modifiez le style du titre</a:t>
            </a:r>
          </a:p>
        </p:txBody>
      </p:sp>
      <p:sp>
        <p:nvSpPr>
          <p:cNvPr id="7" name="Espace réservé du pied de page 4">
            <a:extLst>
              <a:ext uri="{FF2B5EF4-FFF2-40B4-BE49-F238E27FC236}">
                <a16:creationId xmlns:a16="http://schemas.microsoft.com/office/drawing/2014/main" xmlns="" id="{C3A4875D-669C-4B9D-BE03-FCD42636EE11}"/>
              </a:ext>
            </a:extLst>
          </p:cNvPr>
          <p:cNvSpPr>
            <a:spLocks noGrp="1"/>
          </p:cNvSpPr>
          <p:nvPr>
            <p:ph type="ftr" sz="quarter" idx="23"/>
          </p:nvPr>
        </p:nvSpPr>
        <p:spPr>
          <a:xfrm>
            <a:off x="4268697" y="6710162"/>
            <a:ext cx="3963416" cy="92312"/>
          </a:xfrm>
        </p:spPr>
        <p:txBody>
          <a:bodyPr/>
          <a:lstStyle>
            <a:lvl1pPr>
              <a:defRPr>
                <a:solidFill>
                  <a:schemeClr val="tx1"/>
                </a:solidFill>
              </a:defRPr>
            </a:lvl1pPr>
          </a:lstStyle>
          <a:p>
            <a:endParaRPr lang="fr-FR"/>
          </a:p>
        </p:txBody>
      </p:sp>
      <p:sp>
        <p:nvSpPr>
          <p:cNvPr id="5" name="Rectangle 4">
            <a:extLst>
              <a:ext uri="{FF2B5EF4-FFF2-40B4-BE49-F238E27FC236}">
                <a16:creationId xmlns:a16="http://schemas.microsoft.com/office/drawing/2014/main" xmlns="" id="{F2D52833-2053-9DCD-D475-B483F30AF36F}"/>
              </a:ext>
            </a:extLst>
          </p:cNvPr>
          <p:cNvSpPr/>
          <p:nvPr/>
        </p:nvSpPr>
        <p:spPr>
          <a:xfrm>
            <a:off x="6379419" y="493212"/>
            <a:ext cx="4632797" cy="2843478"/>
          </a:xfrm>
          <a:prstGeom prst="rect">
            <a:avLst/>
          </a:prstGeom>
          <a:solidFill>
            <a:schemeClr val="accent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Tree>
    <p:extLst>
      <p:ext uri="{BB962C8B-B14F-4D97-AF65-F5344CB8AC3E}">
        <p14:creationId xmlns:p14="http://schemas.microsoft.com/office/powerpoint/2010/main" val="218796976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ccroche v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14CCB04B-4EB5-F1D6-BD0B-D8D85C2AF105}"/>
              </a:ext>
            </a:extLst>
          </p:cNvPr>
          <p:cNvSpPr/>
          <p:nvPr/>
        </p:nvSpPr>
        <p:spPr>
          <a:xfrm>
            <a:off x="-794" y="386212"/>
            <a:ext cx="6096794" cy="6477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7239943" y="801504"/>
            <a:ext cx="4534491" cy="5543852"/>
          </a:xfrm>
        </p:spPr>
        <p:txBody>
          <a:bodyPr anchor="ctr" anchorCtr="0"/>
          <a:lstStyle>
            <a:lvl1pPr algn="l">
              <a:defRPr sz="2799">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fr-FR"/>
              <a:t>Cliquez pour modifier les styles du texte du masque</a:t>
            </a:r>
          </a:p>
          <a:p>
            <a:pPr lvl="1"/>
            <a:r>
              <a:rPr lang="fr-FR"/>
              <a:t>Deuxième niveau</a:t>
            </a:r>
          </a:p>
        </p:txBody>
      </p:sp>
      <p:sp>
        <p:nvSpPr>
          <p:cNvPr id="2" name="Titre 1"/>
          <p:cNvSpPr>
            <a:spLocks noGrp="1"/>
          </p:cNvSpPr>
          <p:nvPr>
            <p:ph type="title"/>
          </p:nvPr>
        </p:nvSpPr>
        <p:spPr>
          <a:xfrm>
            <a:off x="587453" y="2323562"/>
            <a:ext cx="3129371" cy="2836143"/>
          </a:xfrm>
          <a:noFill/>
        </p:spPr>
        <p:txBody>
          <a:bodyPr lIns="0" tIns="108000" rIns="108000" bIns="108000" anchor="t" anchorCtr="0">
            <a:normAutofit/>
          </a:bodyPr>
          <a:lstStyle>
            <a:lvl1pPr marL="0" indent="0" algn="l">
              <a:defRPr b="1">
                <a:solidFill>
                  <a:schemeClr val="bg1"/>
                </a:solidFill>
              </a:defRPr>
            </a:lvl1pPr>
          </a:lstStyle>
          <a:p>
            <a:r>
              <a:rPr lang="fr-FR"/>
              <a:t>Modifiez le style du titre</a:t>
            </a:r>
          </a:p>
        </p:txBody>
      </p:sp>
      <p:pic>
        <p:nvPicPr>
          <p:cNvPr id="9" name="Graphique 8">
            <a:extLst>
              <a:ext uri="{FF2B5EF4-FFF2-40B4-BE49-F238E27FC236}">
                <a16:creationId xmlns:a16="http://schemas.microsoft.com/office/drawing/2014/main" xmlns="" id="{FC934F97-9F42-F2E4-FA36-AB401ADD3758}"/>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t="13428" b="-4051"/>
          <a:stretch/>
        </p:blipFill>
        <p:spPr>
          <a:xfrm>
            <a:off x="587452" y="386213"/>
            <a:ext cx="2122256" cy="2019880"/>
          </a:xfrm>
          <a:prstGeom prst="rect">
            <a:avLst/>
          </a:prstGeom>
        </p:spPr>
      </p:pic>
      <p:pic>
        <p:nvPicPr>
          <p:cNvPr id="11" name="Image 10">
            <a:extLst>
              <a:ext uri="{FF2B5EF4-FFF2-40B4-BE49-F238E27FC236}">
                <a16:creationId xmlns:a16="http://schemas.microsoft.com/office/drawing/2014/main" xmlns="" id="{738CCF04-4D06-E90F-582A-B326E3D435D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716823" y="386212"/>
            <a:ext cx="3423096" cy="5959144"/>
          </a:xfrm>
          <a:prstGeom prst="rect">
            <a:avLst/>
          </a:prstGeom>
        </p:spPr>
      </p:pic>
      <p:sp>
        <p:nvSpPr>
          <p:cNvPr id="7" name="Espace réservé du pied de page 4">
            <a:extLst>
              <a:ext uri="{FF2B5EF4-FFF2-40B4-BE49-F238E27FC236}">
                <a16:creationId xmlns:a16="http://schemas.microsoft.com/office/drawing/2014/main" xmlns="" id="{0E973B47-CF63-7C5B-6677-393FE749FA97}"/>
              </a:ext>
            </a:extLst>
          </p:cNvPr>
          <p:cNvSpPr>
            <a:spLocks noGrp="1"/>
          </p:cNvSpPr>
          <p:nvPr>
            <p:ph type="ftr" sz="quarter" idx="23"/>
          </p:nvPr>
        </p:nvSpPr>
        <p:spPr>
          <a:xfrm>
            <a:off x="4268697" y="6710162"/>
            <a:ext cx="3963416" cy="92312"/>
          </a:xfrm>
        </p:spPr>
        <p:txBody>
          <a:bodyPr/>
          <a:lstStyle>
            <a:lvl1pPr>
              <a:defRPr>
                <a:solidFill>
                  <a:schemeClr val="bg1"/>
                </a:solidFill>
              </a:defRPr>
            </a:lvl1pPr>
          </a:lstStyle>
          <a:p>
            <a:endParaRPr lang="fr-FR"/>
          </a:p>
        </p:txBody>
      </p:sp>
      <p:pic>
        <p:nvPicPr>
          <p:cNvPr id="5" name="Graphique 4">
            <a:extLst>
              <a:ext uri="{FF2B5EF4-FFF2-40B4-BE49-F238E27FC236}">
                <a16:creationId xmlns:a16="http://schemas.microsoft.com/office/drawing/2014/main" xmlns="" id="{1135B80D-E850-7D8C-F6BC-F09CE1011DAF}"/>
              </a:ext>
            </a:extLst>
          </p:cNvPr>
          <p:cNvPicPr>
            <a:picLocks noChangeAspect="1"/>
          </p:cNvPicPr>
          <p:nvPr/>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xmlns="" r:embed="rId6"/>
              </a:ext>
            </a:extLst>
          </a:blip>
          <a:srcRect l="21258" t="7429" r="48344" b="49890"/>
          <a:stretch/>
        </p:blipFill>
        <p:spPr>
          <a:xfrm>
            <a:off x="10831593" y="4667286"/>
            <a:ext cx="1375515" cy="1589190"/>
          </a:xfrm>
          <a:prstGeom prst="rect">
            <a:avLst/>
          </a:prstGeom>
        </p:spPr>
      </p:pic>
      <p:sp>
        <p:nvSpPr>
          <p:cNvPr id="8" name="Rectangle 7">
            <a:extLst>
              <a:ext uri="{FF2B5EF4-FFF2-40B4-BE49-F238E27FC236}">
                <a16:creationId xmlns:a16="http://schemas.microsoft.com/office/drawing/2014/main" xmlns="" id="{67999870-3335-BD8F-D259-5C1DEC6F8876}"/>
              </a:ext>
            </a:extLst>
          </p:cNvPr>
          <p:cNvSpPr/>
          <p:nvPr/>
        </p:nvSpPr>
        <p:spPr>
          <a:xfrm>
            <a:off x="3611269" y="383879"/>
            <a:ext cx="3528650" cy="5959143"/>
          </a:xfrm>
          <a:prstGeom prst="rect">
            <a:avLst/>
          </a:prstGeom>
          <a:solidFill>
            <a:schemeClr val="accent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Tree>
    <p:extLst>
      <p:ext uri="{BB962C8B-B14F-4D97-AF65-F5344CB8AC3E}">
        <p14:creationId xmlns:p14="http://schemas.microsoft.com/office/powerpoint/2010/main" val="398205907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re &amp; contenu + imag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14CCB04B-4EB5-F1D6-BD0B-D8D85C2AF105}"/>
              </a:ext>
            </a:extLst>
          </p:cNvPr>
          <p:cNvSpPr/>
          <p:nvPr/>
        </p:nvSpPr>
        <p:spPr>
          <a:xfrm>
            <a:off x="794" y="383672"/>
            <a:ext cx="6095999" cy="64643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 name="Espace réservé pour une image  7">
            <a:extLst>
              <a:ext uri="{FF2B5EF4-FFF2-40B4-BE49-F238E27FC236}">
                <a16:creationId xmlns:a16="http://schemas.microsoft.com/office/drawing/2014/main" xmlns="" id="{9CC1CDB2-0A9B-A050-D691-ADEFC01C316A}"/>
              </a:ext>
            </a:extLst>
          </p:cNvPr>
          <p:cNvSpPr>
            <a:spLocks noGrp="1"/>
          </p:cNvSpPr>
          <p:nvPr>
            <p:ph type="pic" sz="quarter" idx="24"/>
          </p:nvPr>
        </p:nvSpPr>
        <p:spPr>
          <a:xfrm>
            <a:off x="0" y="779283"/>
            <a:ext cx="5703042" cy="4489997"/>
          </a:xfrm>
        </p:spPr>
        <p:txBody>
          <a:bodyPr/>
          <a:lstStyle/>
          <a:p>
            <a:r>
              <a:rPr lang="fr-FR"/>
              <a:t>Cliquez sur l'icône pour ajouter une image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6376231" y="801503"/>
            <a:ext cx="5517281" cy="551622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xmlns="" id="{8C625B8A-9F21-BA58-8C06-11797B4A8F77}"/>
              </a:ext>
            </a:extLst>
          </p:cNvPr>
          <p:cNvSpPr>
            <a:spLocks noGrp="1"/>
          </p:cNvSpPr>
          <p:nvPr>
            <p:ph type="ftr" sz="quarter" idx="23"/>
          </p:nvPr>
        </p:nvSpPr>
        <p:spPr/>
        <p:txBody>
          <a:bodyPr/>
          <a:lstStyle>
            <a:lvl1pPr>
              <a:defRPr>
                <a:solidFill>
                  <a:schemeClr val="bg1"/>
                </a:solidFill>
              </a:defRPr>
            </a:lvl1pPr>
          </a:lstStyle>
          <a:p>
            <a:endParaRPr lang="fr-FR"/>
          </a:p>
        </p:txBody>
      </p:sp>
      <p:sp>
        <p:nvSpPr>
          <p:cNvPr id="2" name="Titre 1"/>
          <p:cNvSpPr>
            <a:spLocks noGrp="1"/>
          </p:cNvSpPr>
          <p:nvPr>
            <p:ph type="title"/>
          </p:nvPr>
        </p:nvSpPr>
        <p:spPr>
          <a:xfrm>
            <a:off x="2260632" y="3865036"/>
            <a:ext cx="3420445" cy="1362142"/>
          </a:xfrm>
          <a:noFill/>
        </p:spPr>
        <p:txBody>
          <a:bodyPr lIns="108000" tIns="108000" rIns="108000" bIns="144000" anchor="ctr" anchorCtr="0">
            <a:spAutoFit/>
          </a:bodyPr>
          <a:lstStyle>
            <a:lvl1pPr marL="0" indent="0" algn="r">
              <a:defRPr b="1">
                <a:solidFill>
                  <a:schemeClr val="bg1"/>
                </a:solidFill>
              </a:defRPr>
            </a:lvl1pPr>
          </a:lstStyle>
          <a:p>
            <a:r>
              <a:rPr lang="fr-FR"/>
              <a:t>Modifiez le style du titre</a:t>
            </a:r>
          </a:p>
        </p:txBody>
      </p:sp>
      <p:pic>
        <p:nvPicPr>
          <p:cNvPr id="7" name="Graphique 6">
            <a:extLst>
              <a:ext uri="{FF2B5EF4-FFF2-40B4-BE49-F238E27FC236}">
                <a16:creationId xmlns:a16="http://schemas.microsoft.com/office/drawing/2014/main" xmlns="" id="{B07222DD-0D5F-B076-35A8-D3238799B573}"/>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l="21258" t="7429" r="-416" b="49890"/>
          <a:stretch/>
        </p:blipFill>
        <p:spPr>
          <a:xfrm>
            <a:off x="0" y="5268811"/>
            <a:ext cx="3581867" cy="1589190"/>
          </a:xfrm>
          <a:prstGeom prst="rect">
            <a:avLst/>
          </a:prstGeom>
        </p:spPr>
      </p:pic>
    </p:spTree>
    <p:extLst>
      <p:ext uri="{BB962C8B-B14F-4D97-AF65-F5344CB8AC3E}">
        <p14:creationId xmlns:p14="http://schemas.microsoft.com/office/powerpoint/2010/main" val="248496679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re et contenu pleine p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D9D73A8E-76E6-48C1-27E2-F1C979532C28}"/>
              </a:ext>
            </a:extLst>
          </p:cNvPr>
          <p:cNvSpPr/>
          <p:nvPr/>
        </p:nvSpPr>
        <p:spPr>
          <a:xfrm>
            <a:off x="1" y="367777"/>
            <a:ext cx="587451" cy="64902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 name="Rectangle 6"/>
          <p:cNvSpPr>
            <a:spLocks noGrp="1" noChangeArrowheads="1"/>
          </p:cNvSpPr>
          <p:nvPr>
            <p:ph type="sldNum" sz="quarter" idx="10"/>
          </p:nvPr>
        </p:nvSpPr>
        <p:spPr/>
        <p:txBody>
          <a:bodyPr/>
          <a:lstStyle>
            <a:lvl1pPr>
              <a:defRPr/>
            </a:lvl1pPr>
          </a:lstStyle>
          <a:p>
            <a:fld id="{F6D5D2F4-CE74-4FBE-8BDB-95DCB00794D5}" type="slidenum">
              <a:rPr lang="fr-FR" smtClean="0"/>
              <a:t>‹N°›</a:t>
            </a:fld>
            <a:endParaRPr lang="fr-FR"/>
          </a:p>
        </p:txBody>
      </p:sp>
      <p:sp>
        <p:nvSpPr>
          <p:cNvPr id="10" name="Espace réservé du pied de page 4">
            <a:extLst>
              <a:ext uri="{FF2B5EF4-FFF2-40B4-BE49-F238E27FC236}">
                <a16:creationId xmlns:a16="http://schemas.microsoft.com/office/drawing/2014/main" xmlns="" id="{5FB307F1-B9CF-960C-5663-CDC03CCC7B2E}"/>
              </a:ext>
            </a:extLst>
          </p:cNvPr>
          <p:cNvSpPr>
            <a:spLocks noGrp="1"/>
          </p:cNvSpPr>
          <p:nvPr>
            <p:ph type="ftr" sz="quarter" idx="23"/>
          </p:nvPr>
        </p:nvSpPr>
        <p:spPr>
          <a:xfrm>
            <a:off x="4268697" y="6710162"/>
            <a:ext cx="3963416" cy="92312"/>
          </a:xfrm>
        </p:spPr>
        <p:txBody>
          <a:bodyPr/>
          <a:lstStyle>
            <a:lvl1pPr>
              <a:defRPr>
                <a:solidFill>
                  <a:schemeClr val="tx1"/>
                </a:solidFill>
              </a:defRPr>
            </a:lvl1pPr>
          </a:lstStyle>
          <a:p>
            <a:endParaRPr lang="fr-FR"/>
          </a:p>
        </p:txBody>
      </p:sp>
      <p:pic>
        <p:nvPicPr>
          <p:cNvPr id="13" name="Graphique 12">
            <a:extLst>
              <a:ext uri="{FF2B5EF4-FFF2-40B4-BE49-F238E27FC236}">
                <a16:creationId xmlns:a16="http://schemas.microsoft.com/office/drawing/2014/main" xmlns="" id="{23FACF0F-4B07-4C6E-AAD9-B9447C66D82C}"/>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l="25072" r="27213"/>
          <a:stretch/>
        </p:blipFill>
        <p:spPr>
          <a:xfrm>
            <a:off x="0" y="55528"/>
            <a:ext cx="3213519" cy="5551789"/>
          </a:xfrm>
          <a:prstGeom prst="rect">
            <a:avLst/>
          </a:prstGeom>
        </p:spPr>
      </p:pic>
      <p:sp>
        <p:nvSpPr>
          <p:cNvPr id="14" name="Espace réservé du texte 5">
            <a:extLst>
              <a:ext uri="{FF2B5EF4-FFF2-40B4-BE49-F238E27FC236}">
                <a16:creationId xmlns:a16="http://schemas.microsoft.com/office/drawing/2014/main" xmlns="" id="{1D77F566-3508-B98D-2D13-0661C0DB86AB}"/>
              </a:ext>
            </a:extLst>
          </p:cNvPr>
          <p:cNvSpPr>
            <a:spLocks noGrp="1"/>
          </p:cNvSpPr>
          <p:nvPr>
            <p:ph type="body" sz="quarter" idx="12" hasCustomPrompt="1"/>
          </p:nvPr>
        </p:nvSpPr>
        <p:spPr>
          <a:xfrm>
            <a:off x="1486094" y="1564278"/>
            <a:ext cx="10407418" cy="4786892"/>
          </a:xfrm>
          <a:prstGeom prst="rect">
            <a:avLst/>
          </a:prstGeom>
          <a:solidFill>
            <a:schemeClr val="bg1"/>
          </a:solidFill>
        </p:spPr>
        <p:txBody>
          <a:bodyPr wrap="square" tIns="144000" bIns="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Titre 1"/>
          <p:cNvSpPr>
            <a:spLocks noGrp="1"/>
          </p:cNvSpPr>
          <p:nvPr>
            <p:ph type="title"/>
          </p:nvPr>
        </p:nvSpPr>
        <p:spPr>
          <a:xfrm>
            <a:off x="1486094" y="600374"/>
            <a:ext cx="10393178" cy="639294"/>
          </a:xfrm>
          <a:solidFill>
            <a:schemeClr val="bg1"/>
          </a:solidFill>
        </p:spPr>
        <p:txBody>
          <a:bodyPr lIns="108000" anchor="b" anchorCtr="0"/>
          <a:lstStyle>
            <a:lvl1pPr>
              <a:lnSpc>
                <a:spcPts val="3330"/>
              </a:lnSpc>
              <a:defRPr sz="3599">
                <a:solidFill>
                  <a:schemeClr val="tx1"/>
                </a:solidFill>
              </a:defRPr>
            </a:lvl1pPr>
          </a:lstStyle>
          <a:p>
            <a:r>
              <a:rPr lang="fr-FR"/>
              <a:t>Modifiez le style du titre</a:t>
            </a:r>
          </a:p>
        </p:txBody>
      </p:sp>
    </p:spTree>
    <p:extLst>
      <p:ext uri="{BB962C8B-B14F-4D97-AF65-F5344CB8AC3E}">
        <p14:creationId xmlns:p14="http://schemas.microsoft.com/office/powerpoint/2010/main" val="6888763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chéma pleine page">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18" name="Graphique 17">
            <a:extLst>
              <a:ext uri="{FF2B5EF4-FFF2-40B4-BE49-F238E27FC236}">
                <a16:creationId xmlns:a16="http://schemas.microsoft.com/office/drawing/2014/main" xmlns="" id="{823F3E48-7769-242F-7081-98BF9A72573F}"/>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r="24666" b="17798"/>
          <a:stretch/>
        </p:blipFill>
        <p:spPr>
          <a:xfrm flipH="1">
            <a:off x="-52" y="3797280"/>
            <a:ext cx="3408857" cy="3060720"/>
          </a:xfrm>
          <a:prstGeom prst="rect">
            <a:avLst/>
          </a:prstGeom>
        </p:spPr>
      </p:pic>
      <p:pic>
        <p:nvPicPr>
          <p:cNvPr id="11" name="Graphique 10">
            <a:extLst>
              <a:ext uri="{FF2B5EF4-FFF2-40B4-BE49-F238E27FC236}">
                <a16:creationId xmlns:a16="http://schemas.microsoft.com/office/drawing/2014/main" xmlns="" id="{A6FDE3F0-C3A0-BB61-1533-1DC29B459BE3}"/>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r="9386"/>
          <a:stretch/>
        </p:blipFill>
        <p:spPr>
          <a:xfrm>
            <a:off x="8091748" y="135637"/>
            <a:ext cx="4100253" cy="3723413"/>
          </a:xfrm>
          <a:prstGeom prst="rect">
            <a:avLst/>
          </a:prstGeom>
        </p:spPr>
      </p:pic>
      <p:sp>
        <p:nvSpPr>
          <p:cNvPr id="2" name="Titre 1">
            <a:extLst>
              <a:ext uri="{FF2B5EF4-FFF2-40B4-BE49-F238E27FC236}">
                <a16:creationId xmlns:a16="http://schemas.microsoft.com/office/drawing/2014/main" xmlns="" id="{8CF5AC70-7C73-9F62-939D-1C8C4DA10025}"/>
              </a:ext>
            </a:extLst>
          </p:cNvPr>
          <p:cNvSpPr>
            <a:spLocks noGrp="1"/>
          </p:cNvSpPr>
          <p:nvPr>
            <p:ph type="title"/>
          </p:nvPr>
        </p:nvSpPr>
        <p:spPr>
          <a:xfrm>
            <a:off x="597375" y="700997"/>
            <a:ext cx="8624026" cy="575867"/>
          </a:xfrm>
        </p:spPr>
        <p:txBody>
          <a:bodyPr wrap="square" anchor="ctr">
            <a:noAutofit/>
          </a:bodyPr>
          <a:lstStyle>
            <a:lvl1pPr algn="l">
              <a:defRPr sz="3599"/>
            </a:lvl1pPr>
          </a:lstStyle>
          <a:p>
            <a:r>
              <a:rPr lang="fr-FR"/>
              <a:t>Modifiez le style du titre</a:t>
            </a:r>
          </a:p>
        </p:txBody>
      </p:sp>
      <p:sp>
        <p:nvSpPr>
          <p:cNvPr id="3" name="Espace réservé du numéro de diapositive 2">
            <a:extLst>
              <a:ext uri="{FF2B5EF4-FFF2-40B4-BE49-F238E27FC236}">
                <a16:creationId xmlns:a16="http://schemas.microsoft.com/office/drawing/2014/main" xmlns="" id="{0E20F556-9472-2113-F88E-273F4596FE86}"/>
              </a:ext>
            </a:extLst>
          </p:cNvPr>
          <p:cNvSpPr>
            <a:spLocks noGrp="1"/>
          </p:cNvSpPr>
          <p:nvPr>
            <p:ph type="sldNum" sz="quarter" idx="10"/>
          </p:nvPr>
        </p:nvSpPr>
        <p:spPr/>
        <p:txBody>
          <a:bodyPr/>
          <a:lstStyle/>
          <a:p>
            <a:fld id="{F6D5D2F4-CE74-4FBE-8BDB-95DCB00794D5}" type="slidenum">
              <a:rPr lang="fr-FR" smtClean="0"/>
              <a:t>‹N°›</a:t>
            </a:fld>
            <a:endParaRPr lang="fr-FR"/>
          </a:p>
        </p:txBody>
      </p:sp>
      <p:sp>
        <p:nvSpPr>
          <p:cNvPr id="4" name="Espace réservé du pied de page 3">
            <a:extLst>
              <a:ext uri="{FF2B5EF4-FFF2-40B4-BE49-F238E27FC236}">
                <a16:creationId xmlns:a16="http://schemas.microsoft.com/office/drawing/2014/main" xmlns="" id="{6A842A03-2AEA-FC30-067C-26F06E5DBD82}"/>
              </a:ext>
            </a:extLst>
          </p:cNvPr>
          <p:cNvSpPr>
            <a:spLocks noGrp="1"/>
          </p:cNvSpPr>
          <p:nvPr>
            <p:ph type="ftr" sz="quarter" idx="11"/>
          </p:nvPr>
        </p:nvSpPr>
        <p:spPr/>
        <p:txBody>
          <a:bodyPr/>
          <a:lstStyle/>
          <a:p>
            <a:endParaRPr lang="fr-FR"/>
          </a:p>
        </p:txBody>
      </p:sp>
      <p:sp>
        <p:nvSpPr>
          <p:cNvPr id="6" name="Espace réservé du graphique SmartArt 5">
            <a:extLst>
              <a:ext uri="{FF2B5EF4-FFF2-40B4-BE49-F238E27FC236}">
                <a16:creationId xmlns:a16="http://schemas.microsoft.com/office/drawing/2014/main" xmlns="" id="{79FE349F-BB05-9EF5-DCFA-30855CA6FFCF}"/>
              </a:ext>
            </a:extLst>
          </p:cNvPr>
          <p:cNvSpPr>
            <a:spLocks noGrp="1"/>
          </p:cNvSpPr>
          <p:nvPr>
            <p:ph type="dgm" sz="quarter" idx="12"/>
          </p:nvPr>
        </p:nvSpPr>
        <p:spPr>
          <a:xfrm>
            <a:off x="587451" y="1422071"/>
            <a:ext cx="11291770" cy="4923284"/>
          </a:xfrm>
          <a:solidFill>
            <a:schemeClr val="bg1"/>
          </a:solidFill>
        </p:spPr>
        <p:txBody>
          <a:bodyPr/>
          <a:lstStyle>
            <a:lvl1pPr marL="0" indent="0">
              <a:buFontTx/>
              <a:buNone/>
              <a:defRPr/>
            </a:lvl1pPr>
          </a:lstStyle>
          <a:p>
            <a:r>
              <a:rPr lang="fr-FR"/>
              <a:t>Cliquez sur l'icône pour ajouter un graphique SmartArt</a:t>
            </a:r>
          </a:p>
        </p:txBody>
      </p:sp>
    </p:spTree>
    <p:extLst>
      <p:ext uri="{BB962C8B-B14F-4D97-AF65-F5344CB8AC3E}">
        <p14:creationId xmlns:p14="http://schemas.microsoft.com/office/powerpoint/2010/main" val="33404364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re &amp; contenu pleine page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50A1E420-A83C-E812-8B43-336530E5000A}"/>
              </a:ext>
            </a:extLst>
          </p:cNvPr>
          <p:cNvSpPr/>
          <p:nvPr/>
        </p:nvSpPr>
        <p:spPr>
          <a:xfrm>
            <a:off x="1" y="801503"/>
            <a:ext cx="12192000" cy="55438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14" name="Image 13" descr="Une image contenant personne, extérieur&#10;&#10;Description générée automatiquement">
            <a:extLst>
              <a:ext uri="{FF2B5EF4-FFF2-40B4-BE49-F238E27FC236}">
                <a16:creationId xmlns:a16="http://schemas.microsoft.com/office/drawing/2014/main" xmlns="" id="{58A87C0D-84EC-52ED-5056-1BB88F3FAC7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64"/>
          <a:stretch/>
        </p:blipFill>
        <p:spPr>
          <a:xfrm>
            <a:off x="8700633" y="387260"/>
            <a:ext cx="3213518" cy="6464391"/>
          </a:xfrm>
          <a:prstGeom prst="rect">
            <a:avLst/>
          </a:prstGeom>
        </p:spPr>
      </p:pic>
      <p:sp>
        <p:nvSpPr>
          <p:cNvPr id="2" name="Titre 1">
            <a:extLst>
              <a:ext uri="{FF2B5EF4-FFF2-40B4-BE49-F238E27FC236}">
                <a16:creationId xmlns:a16="http://schemas.microsoft.com/office/drawing/2014/main" xmlns="" id="{94B551BB-8BCF-BA1D-30A3-8F1E838B330F}"/>
              </a:ext>
            </a:extLst>
          </p:cNvPr>
          <p:cNvSpPr>
            <a:spLocks noGrp="1"/>
          </p:cNvSpPr>
          <p:nvPr>
            <p:ph type="title"/>
          </p:nvPr>
        </p:nvSpPr>
        <p:spPr>
          <a:xfrm>
            <a:off x="587453" y="801502"/>
            <a:ext cx="8113180" cy="710388"/>
          </a:xfrm>
        </p:spPr>
        <p:txBody>
          <a:bodyPr/>
          <a:lstStyle>
            <a:lvl1pPr>
              <a:defRPr sz="3199" b="1">
                <a:solidFill>
                  <a:schemeClr val="bg1"/>
                </a:solidFill>
              </a:defRPr>
            </a:lvl1pPr>
          </a:lstStyle>
          <a:p>
            <a:r>
              <a:rPr lang="fr-FR"/>
              <a:t>Modifiez le style du titre</a:t>
            </a:r>
          </a:p>
        </p:txBody>
      </p:sp>
      <p:sp>
        <p:nvSpPr>
          <p:cNvPr id="3" name="Espace réservé du numéro de diapositive 2">
            <a:extLst>
              <a:ext uri="{FF2B5EF4-FFF2-40B4-BE49-F238E27FC236}">
                <a16:creationId xmlns:a16="http://schemas.microsoft.com/office/drawing/2014/main" xmlns="" id="{CA99DC6F-BC4C-0C47-E755-0EDA20431265}"/>
              </a:ext>
            </a:extLst>
          </p:cNvPr>
          <p:cNvSpPr>
            <a:spLocks noGrp="1"/>
          </p:cNvSpPr>
          <p:nvPr>
            <p:ph type="sldNum" sz="quarter" idx="10"/>
          </p:nvPr>
        </p:nvSpPr>
        <p:spPr/>
        <p:txBody>
          <a:bodyPr/>
          <a:lstStyle/>
          <a:p>
            <a:fld id="{F6D5D2F4-CE74-4FBE-8BDB-95DCB00794D5}" type="slidenum">
              <a:rPr lang="fr-FR" smtClean="0"/>
              <a:t>‹N°›</a:t>
            </a:fld>
            <a:endParaRPr lang="fr-FR"/>
          </a:p>
        </p:txBody>
      </p:sp>
      <p:sp>
        <p:nvSpPr>
          <p:cNvPr id="4" name="Espace réservé du pied de page 3">
            <a:extLst>
              <a:ext uri="{FF2B5EF4-FFF2-40B4-BE49-F238E27FC236}">
                <a16:creationId xmlns:a16="http://schemas.microsoft.com/office/drawing/2014/main" xmlns="" id="{B79212AC-D0AF-AEE4-F567-D0CB356F58BF}"/>
              </a:ext>
            </a:extLst>
          </p:cNvPr>
          <p:cNvSpPr>
            <a:spLocks noGrp="1"/>
          </p:cNvSpPr>
          <p:nvPr>
            <p:ph type="ftr" sz="quarter" idx="11"/>
          </p:nvPr>
        </p:nvSpPr>
        <p:spPr/>
        <p:txBody>
          <a:bodyPr/>
          <a:lstStyle/>
          <a:p>
            <a:endParaRPr lang="fr-FR"/>
          </a:p>
        </p:txBody>
      </p:sp>
      <p:pic>
        <p:nvPicPr>
          <p:cNvPr id="10" name="Graphique 9">
            <a:extLst>
              <a:ext uri="{FF2B5EF4-FFF2-40B4-BE49-F238E27FC236}">
                <a16:creationId xmlns:a16="http://schemas.microsoft.com/office/drawing/2014/main" xmlns="" id="{44F878B1-DE91-CB24-F0F0-6B406C0A8576}"/>
              </a:ext>
            </a:extLst>
          </p:cNvPr>
          <p:cNvPicPr>
            <a:picLocks noChangeAspect="1"/>
          </p:cNvPicPr>
          <p:nvPr/>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xmlns="" r:embed="rId4"/>
              </a:ext>
            </a:extLst>
          </a:blip>
          <a:srcRect l="73736" t="-1" r="20143" b="87169"/>
          <a:stretch/>
        </p:blipFill>
        <p:spPr>
          <a:xfrm rot="5400000">
            <a:off x="4190871" y="6125337"/>
            <a:ext cx="364806" cy="804844"/>
          </a:xfrm>
          <a:prstGeom prst="rect">
            <a:avLst/>
          </a:prstGeom>
        </p:spPr>
      </p:pic>
      <p:pic>
        <p:nvPicPr>
          <p:cNvPr id="9" name="Graphique 8">
            <a:extLst>
              <a:ext uri="{FF2B5EF4-FFF2-40B4-BE49-F238E27FC236}">
                <a16:creationId xmlns:a16="http://schemas.microsoft.com/office/drawing/2014/main" xmlns="" id="{3CCD06C7-849B-F4D2-2574-E7725407E6E3}"/>
              </a:ext>
            </a:extLst>
          </p:cNvPr>
          <p:cNvPicPr>
            <a:picLocks noChangeAspect="1"/>
          </p:cNvPicPr>
          <p:nvPr/>
        </p:nvPicPr>
        <p:blipFill rotWithShape="1">
          <a:blip r:embed="rId5" cstate="screen">
            <a:extLst>
              <a:ext uri="{28A0092B-C50C-407E-A947-70E740481C1C}">
                <a14:useLocalDpi xmlns:a14="http://schemas.microsoft.com/office/drawing/2010/main"/>
              </a:ext>
              <a:ext uri="{96DAC541-7B7A-43D3-8B79-37D633B846F1}">
                <asvg:svgBlip xmlns:asvg="http://schemas.microsoft.com/office/drawing/2016/SVG/main" xmlns="" r:embed="rId6"/>
              </a:ext>
            </a:extLst>
          </a:blip>
          <a:srcRect l="36207" t="40250" r="10222" b="30128"/>
          <a:stretch/>
        </p:blipFill>
        <p:spPr>
          <a:xfrm rot="5400000">
            <a:off x="-667457" y="4672555"/>
            <a:ext cx="3192957" cy="1858045"/>
          </a:xfrm>
          <a:prstGeom prst="rect">
            <a:avLst/>
          </a:prstGeom>
        </p:spPr>
      </p:pic>
      <p:sp>
        <p:nvSpPr>
          <p:cNvPr id="11" name="Rectangle 10">
            <a:extLst>
              <a:ext uri="{FF2B5EF4-FFF2-40B4-BE49-F238E27FC236}">
                <a16:creationId xmlns:a16="http://schemas.microsoft.com/office/drawing/2014/main" xmlns="" id="{B9E67037-4D35-7FFF-57AE-1483081BB22C}"/>
              </a:ext>
            </a:extLst>
          </p:cNvPr>
          <p:cNvSpPr/>
          <p:nvPr/>
        </p:nvSpPr>
        <p:spPr>
          <a:xfrm>
            <a:off x="1171727" y="5713676"/>
            <a:ext cx="1981458" cy="63167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8" name="Espace réservé du texte 7">
            <a:extLst>
              <a:ext uri="{FF2B5EF4-FFF2-40B4-BE49-F238E27FC236}">
                <a16:creationId xmlns:a16="http://schemas.microsoft.com/office/drawing/2014/main" xmlns="" id="{5ABFAEB5-94C3-2EDC-BB8A-A4BD6A53C3FC}"/>
              </a:ext>
            </a:extLst>
          </p:cNvPr>
          <p:cNvSpPr>
            <a:spLocks noGrp="1"/>
          </p:cNvSpPr>
          <p:nvPr>
            <p:ph type="body" sz="quarter" idx="12"/>
          </p:nvPr>
        </p:nvSpPr>
        <p:spPr>
          <a:xfrm>
            <a:off x="587452" y="1704581"/>
            <a:ext cx="8113180" cy="4351917"/>
          </a:xfrm>
        </p:spPr>
        <p:txBody>
          <a:bodyPr rIns="72000"/>
          <a:lstStyle>
            <a:lvl1pPr marL="0" indent="0">
              <a:spcBef>
                <a:spcPts val="800"/>
              </a:spcBef>
              <a:buFontTx/>
              <a:buNone/>
              <a:defRPr sz="2400">
                <a:solidFill>
                  <a:schemeClr val="bg1"/>
                </a:solidFill>
              </a:defRPr>
            </a:lvl1pPr>
            <a:lvl2pPr marL="347592" indent="0">
              <a:buFontTx/>
              <a:buNone/>
              <a:defRPr sz="1800">
                <a:solidFill>
                  <a:schemeClr val="bg1"/>
                </a:solidFill>
              </a:defRPr>
            </a:lvl2pPr>
            <a:lvl3pPr marL="557888" indent="0">
              <a:buFontTx/>
              <a:buNone/>
              <a:defRPr>
                <a:solidFill>
                  <a:schemeClr val="bg1"/>
                </a:solidFill>
              </a:defRPr>
            </a:lvl3pPr>
            <a:lvl4pPr marL="737852" indent="0">
              <a:buFontTx/>
              <a:buNone/>
              <a:defRPr>
                <a:solidFill>
                  <a:schemeClr val="bg1"/>
                </a:solidFill>
              </a:defRPr>
            </a:lvl4pPr>
            <a:lvl5pPr marL="917816" indent="0">
              <a:buFontTx/>
              <a:buNone/>
              <a:defRPr>
                <a:solidFill>
                  <a:schemeClr val="bg1"/>
                </a:solidFill>
              </a:defRPr>
            </a:lvl5pPr>
          </a:lstStyle>
          <a:p>
            <a:pPr lvl="0"/>
            <a:r>
              <a:rPr lang="fr-FR"/>
              <a:t>Cliquez pour modifier les styles du texte du masque</a:t>
            </a:r>
          </a:p>
          <a:p>
            <a:pPr lvl="1"/>
            <a:r>
              <a:rPr lang="fr-FR"/>
              <a:t>Deuxième niveau</a:t>
            </a:r>
          </a:p>
        </p:txBody>
      </p:sp>
      <p:sp>
        <p:nvSpPr>
          <p:cNvPr id="5" name="Rectangle 4">
            <a:extLst>
              <a:ext uri="{FF2B5EF4-FFF2-40B4-BE49-F238E27FC236}">
                <a16:creationId xmlns:a16="http://schemas.microsoft.com/office/drawing/2014/main" xmlns="" id="{E095E802-2E4E-41A1-8635-4F53053291D3}"/>
              </a:ext>
            </a:extLst>
          </p:cNvPr>
          <p:cNvSpPr/>
          <p:nvPr/>
        </p:nvSpPr>
        <p:spPr>
          <a:xfrm>
            <a:off x="8700631" y="387260"/>
            <a:ext cx="3192880" cy="6470740"/>
          </a:xfrm>
          <a:prstGeom prst="rect">
            <a:avLst/>
          </a:prstGeom>
          <a:solidFill>
            <a:schemeClr val="accent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Tree>
    <p:extLst>
      <p:ext uri="{BB962C8B-B14F-4D97-AF65-F5344CB8AC3E}">
        <p14:creationId xmlns:p14="http://schemas.microsoft.com/office/powerpoint/2010/main" val="6047008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re seul pleine page">
    <p:spTree>
      <p:nvGrpSpPr>
        <p:cNvPr id="1" name=""/>
        <p:cNvGrpSpPr/>
        <p:nvPr/>
      </p:nvGrpSpPr>
      <p:grpSpPr>
        <a:xfrm>
          <a:off x="0" y="0"/>
          <a:ext cx="0" cy="0"/>
          <a:chOff x="0" y="0"/>
          <a:chExt cx="0" cy="0"/>
        </a:xfrm>
      </p:grpSpPr>
      <p:pic>
        <p:nvPicPr>
          <p:cNvPr id="7" name="Graphique 6">
            <a:extLst>
              <a:ext uri="{FF2B5EF4-FFF2-40B4-BE49-F238E27FC236}">
                <a16:creationId xmlns:a16="http://schemas.microsoft.com/office/drawing/2014/main" xmlns="" id="{8D2847B6-FBC3-5245-DE40-A7BA1DC6DE9D}"/>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l="14870"/>
          <a:stretch/>
        </p:blipFill>
        <p:spPr>
          <a:xfrm>
            <a:off x="0" y="237818"/>
            <a:ext cx="11893811" cy="6411888"/>
          </a:xfrm>
          <a:prstGeom prst="rect">
            <a:avLst/>
          </a:prstGeom>
        </p:spPr>
      </p:pic>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2" name="Titre 1"/>
          <p:cNvSpPr>
            <a:spLocks noGrp="1"/>
          </p:cNvSpPr>
          <p:nvPr>
            <p:ph type="title"/>
          </p:nvPr>
        </p:nvSpPr>
        <p:spPr>
          <a:xfrm>
            <a:off x="596978" y="801502"/>
            <a:ext cx="11296534" cy="575867"/>
          </a:xfrm>
          <a:solidFill>
            <a:schemeClr val="bg1"/>
          </a:solidFill>
        </p:spPr>
        <p:txBody>
          <a:bodyPr bIns="108000" anchor="ctr">
            <a:normAutofit/>
          </a:bodyPr>
          <a:lstStyle>
            <a:lvl1pPr algn="l" defTabSz="914217" rtl="0" eaLnBrk="1" latinLnBrk="0" hangingPunct="1">
              <a:lnSpc>
                <a:spcPct val="100000"/>
              </a:lnSpc>
              <a:spcBef>
                <a:spcPct val="0"/>
              </a:spcBef>
              <a:buNone/>
              <a:defRPr lang="fr-FR" sz="3599" b="1" kern="1200" dirty="0">
                <a:solidFill>
                  <a:schemeClr val="tx1"/>
                </a:solidFill>
                <a:latin typeface="Arial" panose="020B0604020202020204" pitchFamily="34" charset="0"/>
                <a:ea typeface="+mj-ea"/>
                <a:cs typeface="Arial" panose="020B0604020202020204" pitchFamily="34" charset="0"/>
              </a:defRPr>
            </a:lvl1pPr>
          </a:lstStyle>
          <a:p>
            <a:r>
              <a:rPr lang="fr-FR"/>
              <a:t>Modifiez le style du titre</a:t>
            </a:r>
          </a:p>
        </p:txBody>
      </p:sp>
      <p:sp>
        <p:nvSpPr>
          <p:cNvPr id="3" name="Espace réservé du pied de page 4">
            <a:extLst>
              <a:ext uri="{FF2B5EF4-FFF2-40B4-BE49-F238E27FC236}">
                <a16:creationId xmlns:a16="http://schemas.microsoft.com/office/drawing/2014/main" xmlns="" id="{18032DF5-C8C1-CD6C-8072-774122F9563E}"/>
              </a:ext>
            </a:extLst>
          </p:cNvPr>
          <p:cNvSpPr>
            <a:spLocks noGrp="1"/>
          </p:cNvSpPr>
          <p:nvPr>
            <p:ph type="ftr" sz="quarter" idx="23"/>
          </p:nvPr>
        </p:nvSpPr>
        <p:spPr>
          <a:xfrm>
            <a:off x="4268697" y="6710162"/>
            <a:ext cx="3963416" cy="92312"/>
          </a:xfrm>
        </p:spPr>
        <p:txBody>
          <a:bodyPr/>
          <a:lstStyle>
            <a:lvl1pPr>
              <a:defRPr>
                <a:solidFill>
                  <a:schemeClr val="tx1"/>
                </a:solidFill>
              </a:defRPr>
            </a:lvl1pPr>
          </a:lstStyle>
          <a:p>
            <a:endParaRPr lang="fr-FR"/>
          </a:p>
        </p:txBody>
      </p:sp>
    </p:spTree>
    <p:extLst>
      <p:ext uri="{BB962C8B-B14F-4D97-AF65-F5344CB8AC3E}">
        <p14:creationId xmlns:p14="http://schemas.microsoft.com/office/powerpoint/2010/main" val="2612457978"/>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vide">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2" name="Espace réservé du pied de page 4">
            <a:extLst>
              <a:ext uri="{FF2B5EF4-FFF2-40B4-BE49-F238E27FC236}">
                <a16:creationId xmlns:a16="http://schemas.microsoft.com/office/drawing/2014/main" xmlns="" id="{FE53EEE7-0C55-A605-4759-93A27B82B191}"/>
              </a:ext>
            </a:extLst>
          </p:cNvPr>
          <p:cNvSpPr>
            <a:spLocks noGrp="1"/>
          </p:cNvSpPr>
          <p:nvPr>
            <p:ph type="ftr" sz="quarter" idx="23"/>
          </p:nvPr>
        </p:nvSpPr>
        <p:spPr>
          <a:xfrm>
            <a:off x="4268697" y="6710162"/>
            <a:ext cx="3963416" cy="92312"/>
          </a:xfrm>
        </p:spPr>
        <p:txBody>
          <a:bodyPr/>
          <a:lstStyle>
            <a:lvl1pPr>
              <a:defRPr>
                <a:solidFill>
                  <a:schemeClr val="tx1"/>
                </a:solidFill>
              </a:defRPr>
            </a:lvl1pPr>
          </a:lstStyle>
          <a:p>
            <a:endParaRPr lang="fr-FR"/>
          </a:p>
        </p:txBody>
      </p:sp>
    </p:spTree>
    <p:extLst>
      <p:ext uri="{BB962C8B-B14F-4D97-AF65-F5344CB8AC3E}">
        <p14:creationId xmlns:p14="http://schemas.microsoft.com/office/powerpoint/2010/main" val="1353501986"/>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re &amp; contenu 2 bloc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xmlns="" id="{8108B7DF-6967-7FBA-4F9C-C1F6D5D7AD70}"/>
              </a:ext>
            </a:extLst>
          </p:cNvPr>
          <p:cNvSpPr/>
          <p:nvPr/>
        </p:nvSpPr>
        <p:spPr>
          <a:xfrm>
            <a:off x="0" y="383672"/>
            <a:ext cx="4115336" cy="64643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2" name="Titre 1"/>
          <p:cNvSpPr>
            <a:spLocks noGrp="1"/>
          </p:cNvSpPr>
          <p:nvPr>
            <p:ph type="title"/>
          </p:nvPr>
        </p:nvSpPr>
        <p:spPr>
          <a:xfrm>
            <a:off x="604417" y="2321594"/>
            <a:ext cx="3366438" cy="2835001"/>
          </a:xfrm>
          <a:noFill/>
        </p:spPr>
        <p:txBody>
          <a:bodyPr rIns="108000" bIns="108000">
            <a:normAutofit/>
          </a:bodyPr>
          <a:lstStyle>
            <a:lvl1pPr algn="l" defTabSz="914217" rtl="0" eaLnBrk="1" latinLnBrk="0" hangingPunct="1">
              <a:lnSpc>
                <a:spcPct val="100000"/>
              </a:lnSpc>
              <a:spcBef>
                <a:spcPct val="0"/>
              </a:spcBef>
              <a:buNone/>
              <a:defRPr lang="fr-FR" sz="3599" b="1" kern="1200" dirty="0">
                <a:solidFill>
                  <a:schemeClr val="bg1"/>
                </a:solidFill>
                <a:latin typeface="Arial" panose="020B0604020202020204" pitchFamily="34" charset="0"/>
                <a:ea typeface="+mj-ea"/>
                <a:cs typeface="Arial" panose="020B0604020202020204" pitchFamily="34" charset="0"/>
              </a:defRPr>
            </a:lvl1p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7" name="Espace réservé du texte 6"/>
          <p:cNvSpPr>
            <a:spLocks noGrp="1"/>
          </p:cNvSpPr>
          <p:nvPr>
            <p:ph type="body" sz="quarter" idx="23" hasCustomPrompt="1"/>
          </p:nvPr>
        </p:nvSpPr>
        <p:spPr>
          <a:xfrm>
            <a:off x="8221146" y="393609"/>
            <a:ext cx="3664427" cy="5951747"/>
          </a:xfrm>
          <a:prstGeom prst="rect">
            <a:avLst/>
          </a:prstGeom>
        </p:spPr>
        <p:txBody>
          <a:bodyPr tIns="324000" bIns="108000"/>
          <a:lstStyle>
            <a:lvl1pPr>
              <a:defRPr sz="2200"/>
            </a:lvl1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texte 5"/>
          <p:cNvSpPr>
            <a:spLocks noGrp="1"/>
          </p:cNvSpPr>
          <p:nvPr>
            <p:ph type="body" sz="quarter" idx="12" hasCustomPrompt="1"/>
          </p:nvPr>
        </p:nvSpPr>
        <p:spPr>
          <a:xfrm>
            <a:off x="4267744" y="393609"/>
            <a:ext cx="3665277" cy="5951747"/>
          </a:xfrm>
          <a:prstGeom prst="rect">
            <a:avLst/>
          </a:prstGeom>
          <a:noFill/>
        </p:spPr>
        <p:txBody>
          <a:bodyPr tIns="324000"/>
          <a:lstStyle>
            <a:lvl1pPr>
              <a:defRPr sz="2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cxnSp>
        <p:nvCxnSpPr>
          <p:cNvPr id="22" name="Connecteur droit 21">
            <a:extLst>
              <a:ext uri="{FF2B5EF4-FFF2-40B4-BE49-F238E27FC236}">
                <a16:creationId xmlns:a16="http://schemas.microsoft.com/office/drawing/2014/main" xmlns="" id="{DD1949B9-B9F8-C447-AF46-FFB7BF4B242D}"/>
              </a:ext>
            </a:extLst>
          </p:cNvPr>
          <p:cNvCxnSpPr/>
          <p:nvPr/>
        </p:nvCxnSpPr>
        <p:spPr>
          <a:xfrm>
            <a:off x="8084603" y="393610"/>
            <a:ext cx="0" cy="5983533"/>
          </a:xfrm>
          <a:prstGeom prst="line">
            <a:avLst/>
          </a:prstGeom>
          <a:ln w="12700">
            <a:solidFill>
              <a:srgbClr val="62003B"/>
            </a:solidFill>
          </a:ln>
        </p:spPr>
        <p:style>
          <a:lnRef idx="1">
            <a:schemeClr val="accent1"/>
          </a:lnRef>
          <a:fillRef idx="0">
            <a:schemeClr val="accent1"/>
          </a:fillRef>
          <a:effectRef idx="0">
            <a:schemeClr val="accent1"/>
          </a:effectRef>
          <a:fontRef idx="minor">
            <a:schemeClr val="tx1"/>
          </a:fontRef>
        </p:style>
      </p:cxnSp>
      <p:sp>
        <p:nvSpPr>
          <p:cNvPr id="5" name="Espace réservé du pied de page 4">
            <a:extLst>
              <a:ext uri="{FF2B5EF4-FFF2-40B4-BE49-F238E27FC236}">
                <a16:creationId xmlns:a16="http://schemas.microsoft.com/office/drawing/2014/main" xmlns="" id="{DB351EB6-9C64-8344-34A6-6C4C91C64EFB}"/>
              </a:ext>
            </a:extLst>
          </p:cNvPr>
          <p:cNvSpPr>
            <a:spLocks noGrp="1"/>
          </p:cNvSpPr>
          <p:nvPr>
            <p:ph type="ftr" sz="quarter" idx="24"/>
          </p:nvPr>
        </p:nvSpPr>
        <p:spPr>
          <a:xfrm>
            <a:off x="4268697" y="6710162"/>
            <a:ext cx="3963416" cy="92312"/>
          </a:xfrm>
        </p:spPr>
        <p:txBody>
          <a:bodyPr/>
          <a:lstStyle>
            <a:lvl1pPr>
              <a:defRPr>
                <a:solidFill>
                  <a:schemeClr val="tx1"/>
                </a:solidFill>
              </a:defRPr>
            </a:lvl1pPr>
          </a:lstStyle>
          <a:p>
            <a:endParaRPr lang="fr-FR"/>
          </a:p>
        </p:txBody>
      </p:sp>
      <p:pic>
        <p:nvPicPr>
          <p:cNvPr id="16" name="Graphique 15">
            <a:extLst>
              <a:ext uri="{FF2B5EF4-FFF2-40B4-BE49-F238E27FC236}">
                <a16:creationId xmlns:a16="http://schemas.microsoft.com/office/drawing/2014/main" xmlns="" id="{AA78BCCB-356C-3D9F-6578-A58E995C703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l="9796" t="1" r="-52755" b="55435"/>
          <a:stretch/>
        </p:blipFill>
        <p:spPr>
          <a:xfrm>
            <a:off x="0" y="497821"/>
            <a:ext cx="3970855" cy="1823773"/>
          </a:xfrm>
          <a:prstGeom prst="rect">
            <a:avLst/>
          </a:prstGeom>
        </p:spPr>
      </p:pic>
    </p:spTree>
    <p:extLst>
      <p:ext uri="{BB962C8B-B14F-4D97-AF65-F5344CB8AC3E}">
        <p14:creationId xmlns:p14="http://schemas.microsoft.com/office/powerpoint/2010/main" val="3646871092"/>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re &amp; contenu 2 blocs_ 2">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10" name="Graphique 9">
            <a:extLst>
              <a:ext uri="{FF2B5EF4-FFF2-40B4-BE49-F238E27FC236}">
                <a16:creationId xmlns:a16="http://schemas.microsoft.com/office/drawing/2014/main" xmlns="" id="{E06F704F-B3B6-7A3A-056C-15CB7616E55F}"/>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xmlns="" r:embed="rId3"/>
              </a:ext>
            </a:extLst>
          </a:blip>
          <a:srcRect t="7790"/>
          <a:stretch/>
        </p:blipFill>
        <p:spPr>
          <a:xfrm>
            <a:off x="-71033" y="388530"/>
            <a:ext cx="7819138" cy="5822661"/>
          </a:xfrm>
          <a:prstGeom prst="rect">
            <a:avLst/>
          </a:prstGeom>
        </p:spPr>
      </p:pic>
      <p:sp>
        <p:nvSpPr>
          <p:cNvPr id="2" name="Titre 1"/>
          <p:cNvSpPr>
            <a:spLocks noGrp="1"/>
          </p:cNvSpPr>
          <p:nvPr>
            <p:ph type="title"/>
          </p:nvPr>
        </p:nvSpPr>
        <p:spPr>
          <a:xfrm>
            <a:off x="604417" y="2946003"/>
            <a:ext cx="3117168" cy="1325798"/>
          </a:xfrm>
          <a:solidFill>
            <a:schemeClr val="accent1">
              <a:lumMod val="20000"/>
              <a:lumOff val="80000"/>
            </a:schemeClr>
          </a:solidFill>
        </p:spPr>
        <p:txBody>
          <a:bodyPr wrap="square" rIns="108000">
            <a:spAutoFit/>
          </a:bodyPr>
          <a:lstStyle>
            <a:lvl1pPr algn="r" defTabSz="914217" rtl="0" eaLnBrk="1" latinLnBrk="0" hangingPunct="1">
              <a:lnSpc>
                <a:spcPct val="100000"/>
              </a:lnSpc>
              <a:spcBef>
                <a:spcPct val="0"/>
              </a:spcBef>
              <a:buNone/>
              <a:defRPr lang="fr-FR" sz="3599" b="1" kern="1200" dirty="0">
                <a:solidFill>
                  <a:schemeClr val="tx1"/>
                </a:solidFill>
                <a:latin typeface="Arial" panose="020B0604020202020204" pitchFamily="34" charset="0"/>
                <a:ea typeface="+mj-ea"/>
                <a:cs typeface="Arial" panose="020B0604020202020204" pitchFamily="34" charset="0"/>
              </a:defRPr>
            </a:lvl1p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7" name="Espace réservé du texte 6"/>
          <p:cNvSpPr>
            <a:spLocks noGrp="1"/>
          </p:cNvSpPr>
          <p:nvPr>
            <p:ph type="body" sz="quarter" idx="23" hasCustomPrompt="1"/>
          </p:nvPr>
        </p:nvSpPr>
        <p:spPr>
          <a:xfrm>
            <a:off x="8192567" y="396148"/>
            <a:ext cx="3672478" cy="6461852"/>
          </a:xfrm>
          <a:prstGeom prst="rect">
            <a:avLst/>
          </a:prstGeom>
          <a:noFill/>
        </p:spPr>
        <p:txBody>
          <a:bodyPr tIns="324000" rIns="108000" bIns="324000"/>
          <a:lstStyle>
            <a:lvl1pPr marL="280932" indent="-280932">
              <a:tabLst>
                <a:tab pos="180939" algn="l"/>
              </a:tabLst>
              <a:defRPr lang="fr-FR" sz="2200" kern="1200" dirty="0">
                <a:solidFill>
                  <a:schemeClr val="tx1"/>
                </a:solidFill>
                <a:latin typeface="Arial" panose="020B0604020202020204" pitchFamily="34" charset="0"/>
                <a:ea typeface="+mn-ea"/>
                <a:cs typeface="Arial" panose="020B0604020202020204" pitchFamily="34" charset="0"/>
              </a:defRPr>
            </a:lvl1pPr>
          </a:lstStyle>
          <a:p>
            <a:pPr lvl="0"/>
            <a:r>
              <a:rPr lang="fr-FR"/>
              <a:t>Modifier les styles du texte du masque</a:t>
            </a:r>
          </a:p>
          <a:p>
            <a:pPr lvl="1"/>
            <a:r>
              <a:rPr lang="fr-FR"/>
              <a:t>Deuxième niveau</a:t>
            </a:r>
          </a:p>
          <a:p>
            <a:pPr lvl="2"/>
            <a:r>
              <a:rPr lang="fr-FR"/>
              <a:t>Troisième niveau</a:t>
            </a:r>
          </a:p>
        </p:txBody>
      </p:sp>
      <p:sp>
        <p:nvSpPr>
          <p:cNvPr id="11" name="Espace réservé du numéro de diapositive 3">
            <a:extLst>
              <a:ext uri="{FF2B5EF4-FFF2-40B4-BE49-F238E27FC236}">
                <a16:creationId xmlns:a16="http://schemas.microsoft.com/office/drawing/2014/main" xmlns="" id="{01AE4B72-ED94-900A-347D-8857F3A53F82}"/>
              </a:ext>
            </a:extLst>
          </p:cNvPr>
          <p:cNvSpPr txBox="1">
            <a:spLocks/>
          </p:cNvSpPr>
          <p:nvPr/>
        </p:nvSpPr>
        <p:spPr>
          <a:xfrm>
            <a:off x="11245093" y="6356954"/>
            <a:ext cx="643632" cy="206633"/>
          </a:xfrm>
          <a:prstGeom prst="rect">
            <a:avLst/>
          </a:prstGeom>
        </p:spPr>
        <p:txBody>
          <a:bodyPr vert="horz" lIns="91419" tIns="45709" rIns="91419" bIns="45709" rtlCol="0" anchor="ctr"/>
          <a:lstStyle>
            <a:defPPr>
              <a:defRPr lang="fr-FR"/>
            </a:defPPr>
            <a:lvl1pPr algn="r" rtl="0" fontAlgn="base">
              <a:spcBef>
                <a:spcPct val="0"/>
              </a:spcBef>
              <a:spcAft>
                <a:spcPct val="0"/>
              </a:spcAft>
              <a:defRPr sz="1200" b="1" kern="1200">
                <a:solidFill>
                  <a:schemeClr val="tx1"/>
                </a:solidFill>
                <a:latin typeface="Arial" pitchFamily="34" charset="0"/>
                <a:ea typeface="+mn-ea"/>
                <a:cs typeface="Arial" pitchFamily="34" charset="0"/>
              </a:defRPr>
            </a:lvl1pPr>
            <a:lvl2pPr marL="493713" indent="-36513" algn="l" rtl="0" fontAlgn="base">
              <a:spcBef>
                <a:spcPct val="0"/>
              </a:spcBef>
              <a:spcAft>
                <a:spcPct val="0"/>
              </a:spcAft>
              <a:defRPr kern="1200">
                <a:solidFill>
                  <a:schemeClr val="tx1"/>
                </a:solidFill>
                <a:latin typeface="Arial" pitchFamily="34" charset="0"/>
                <a:ea typeface="+mn-ea"/>
                <a:cs typeface="Arial" pitchFamily="34" charset="0"/>
              </a:defRPr>
            </a:lvl2pPr>
            <a:lvl3pPr marL="987425" indent="-73025" algn="l" rtl="0" fontAlgn="base">
              <a:spcBef>
                <a:spcPct val="0"/>
              </a:spcBef>
              <a:spcAft>
                <a:spcPct val="0"/>
              </a:spcAft>
              <a:defRPr kern="1200">
                <a:solidFill>
                  <a:schemeClr val="tx1"/>
                </a:solidFill>
                <a:latin typeface="Arial" pitchFamily="34" charset="0"/>
                <a:ea typeface="+mn-ea"/>
                <a:cs typeface="Arial" pitchFamily="34" charset="0"/>
              </a:defRPr>
            </a:lvl3pPr>
            <a:lvl4pPr marL="1481138" indent="-109538" algn="l" rtl="0" fontAlgn="base">
              <a:spcBef>
                <a:spcPct val="0"/>
              </a:spcBef>
              <a:spcAft>
                <a:spcPct val="0"/>
              </a:spcAft>
              <a:defRPr kern="1200">
                <a:solidFill>
                  <a:schemeClr val="tx1"/>
                </a:solidFill>
                <a:latin typeface="Arial" pitchFamily="34" charset="0"/>
                <a:ea typeface="+mn-ea"/>
                <a:cs typeface="Arial" pitchFamily="34" charset="0"/>
              </a:defRPr>
            </a:lvl4pPr>
            <a:lvl5pPr marL="1974850" indent="-14605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a:lstStyle>
          <a:p>
            <a:fld id="{42392E65-A4B2-4136-890B-EA59DF07A810}" type="slidenum">
              <a:rPr lang="fr-FR" sz="1200" smtClean="0"/>
              <a:pPr/>
              <a:t>‹N°›</a:t>
            </a:fld>
            <a:endParaRPr lang="fr-FR" sz="1200"/>
          </a:p>
        </p:txBody>
      </p:sp>
      <p:sp>
        <p:nvSpPr>
          <p:cNvPr id="5" name="Espace réservé du texte 5">
            <a:extLst>
              <a:ext uri="{FF2B5EF4-FFF2-40B4-BE49-F238E27FC236}">
                <a16:creationId xmlns:a16="http://schemas.microsoft.com/office/drawing/2014/main" xmlns="" id="{8C8E2D19-843F-118D-DFD9-BFFBB145CFD9}"/>
              </a:ext>
            </a:extLst>
          </p:cNvPr>
          <p:cNvSpPr>
            <a:spLocks noGrp="1"/>
          </p:cNvSpPr>
          <p:nvPr>
            <p:ph type="body" sz="quarter" idx="12" hasCustomPrompt="1"/>
          </p:nvPr>
        </p:nvSpPr>
        <p:spPr>
          <a:xfrm>
            <a:off x="4267744" y="393609"/>
            <a:ext cx="3780492" cy="6461852"/>
          </a:xfrm>
          <a:prstGeom prst="rect">
            <a:avLst/>
          </a:prstGeom>
          <a:solidFill>
            <a:schemeClr val="accent1"/>
          </a:solidFill>
        </p:spPr>
        <p:txBody>
          <a:bodyPr lIns="72000" tIns="324000" rIns="72000"/>
          <a:lstStyle>
            <a:lvl1pPr>
              <a:buClr>
                <a:schemeClr val="bg1"/>
              </a:buClr>
              <a:defRPr sz="2200">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fr-FR"/>
              <a:t>Modifier les styles du texte du masque</a:t>
            </a:r>
          </a:p>
          <a:p>
            <a:pPr lvl="1"/>
            <a:r>
              <a:rPr lang="fr-FR"/>
              <a:t>Deuxième niveau</a:t>
            </a:r>
          </a:p>
          <a:p>
            <a:pPr lvl="2"/>
            <a:r>
              <a:rPr lang="fr-FR"/>
              <a:t>Troisième niveau</a:t>
            </a:r>
          </a:p>
        </p:txBody>
      </p:sp>
      <p:sp>
        <p:nvSpPr>
          <p:cNvPr id="3" name="Espace réservé du pied de page 2">
            <a:extLst>
              <a:ext uri="{FF2B5EF4-FFF2-40B4-BE49-F238E27FC236}">
                <a16:creationId xmlns:a16="http://schemas.microsoft.com/office/drawing/2014/main" xmlns="" id="{F5AE6684-AE5B-1E9F-B573-6068497D1E34}"/>
              </a:ext>
            </a:extLst>
          </p:cNvPr>
          <p:cNvSpPr>
            <a:spLocks noGrp="1"/>
          </p:cNvSpPr>
          <p:nvPr>
            <p:ph type="ftr" sz="quarter" idx="24"/>
          </p:nvPr>
        </p:nvSpPr>
        <p:spPr/>
        <p:txBody>
          <a:bodyPr/>
          <a:lstStyle>
            <a:lvl1pPr>
              <a:defRPr>
                <a:solidFill>
                  <a:schemeClr val="bg1"/>
                </a:solidFill>
              </a:defRPr>
            </a:lvl1pPr>
          </a:lstStyle>
          <a:p>
            <a:endParaRPr lang="fr-FR"/>
          </a:p>
        </p:txBody>
      </p:sp>
    </p:spTree>
    <p:extLst>
      <p:ext uri="{BB962C8B-B14F-4D97-AF65-F5344CB8AC3E}">
        <p14:creationId xmlns:p14="http://schemas.microsoft.com/office/powerpoint/2010/main" val="2647619845"/>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Exo group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xmlns="" id="{13764D71-B765-00D3-5A2D-1292400B693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flipH="1">
            <a:off x="-1" y="385553"/>
            <a:ext cx="4259816" cy="6472447"/>
          </a:xfrm>
          <a:prstGeom prst="rect">
            <a:avLst/>
          </a:prstGeom>
        </p:spPr>
      </p:pic>
      <p:sp>
        <p:nvSpPr>
          <p:cNvPr id="5" name="Rectangle 4">
            <a:extLst>
              <a:ext uri="{FF2B5EF4-FFF2-40B4-BE49-F238E27FC236}">
                <a16:creationId xmlns:a16="http://schemas.microsoft.com/office/drawing/2014/main" xmlns="" id="{8181957F-7AF3-7A29-CF2B-CFAADAA432F6}"/>
              </a:ext>
            </a:extLst>
          </p:cNvPr>
          <p:cNvSpPr/>
          <p:nvPr/>
        </p:nvSpPr>
        <p:spPr>
          <a:xfrm>
            <a:off x="0" y="385553"/>
            <a:ext cx="4268696" cy="6472447"/>
          </a:xfrm>
          <a:prstGeom prst="rect">
            <a:avLst/>
          </a:prstGeom>
          <a:solidFill>
            <a:schemeClr val="accent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0" name="ZoneTexte 39">
            <a:extLst>
              <a:ext uri="{FF2B5EF4-FFF2-40B4-BE49-F238E27FC236}">
                <a16:creationId xmlns:a16="http://schemas.microsoft.com/office/drawing/2014/main" xmlns="" id="{D7CC1E0F-ACBF-5AA6-DA94-55814EEF4D3E}"/>
              </a:ext>
            </a:extLst>
          </p:cNvPr>
          <p:cNvSpPr txBox="1"/>
          <p:nvPr/>
        </p:nvSpPr>
        <p:spPr>
          <a:xfrm>
            <a:off x="0" y="4636965"/>
            <a:ext cx="3541947" cy="1699926"/>
          </a:xfrm>
          <a:prstGeom prst="rect">
            <a:avLst/>
          </a:prstGeom>
          <a:solidFill>
            <a:schemeClr val="accent1"/>
          </a:solidFill>
        </p:spPr>
        <p:txBody>
          <a:bodyPr wrap="square" rtlCol="0">
            <a:noAutofit/>
          </a:bodyPr>
          <a:lstStyle/>
          <a:p>
            <a:pPr marL="1074523" indent="0"/>
            <a:r>
              <a:rPr lang="fr-FR" sz="2400" b="1">
                <a:solidFill>
                  <a:schemeClr val="bg1"/>
                </a:solidFill>
                <a:latin typeface="+mn-lt"/>
                <a:cs typeface="Times New Roman" panose="02020603050405020304" pitchFamily="18" charset="0"/>
              </a:rPr>
              <a:t>Activité</a:t>
            </a:r>
          </a:p>
        </p:txBody>
      </p:sp>
      <p:sp>
        <p:nvSpPr>
          <p:cNvPr id="2" name="Titre 1"/>
          <p:cNvSpPr>
            <a:spLocks noGrp="1"/>
          </p:cNvSpPr>
          <p:nvPr>
            <p:ph type="title"/>
          </p:nvPr>
        </p:nvSpPr>
        <p:spPr>
          <a:xfrm>
            <a:off x="584415" y="827523"/>
            <a:ext cx="3366438" cy="1325849"/>
          </a:xfrm>
        </p:spPr>
        <p:txBody>
          <a:bodyPr/>
          <a:lstStyle>
            <a:lvl1pPr>
              <a:defRPr>
                <a:solidFill>
                  <a:schemeClr val="bg1"/>
                </a:solidFill>
              </a:defRPr>
            </a:lvl1p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4268696" y="801503"/>
            <a:ext cx="7640596" cy="5516226"/>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9" name="Espace réservé du texte 11"/>
          <p:cNvSpPr>
            <a:spLocks noGrp="1"/>
          </p:cNvSpPr>
          <p:nvPr>
            <p:ph type="body" sz="quarter" idx="20" hasCustomPrompt="1"/>
          </p:nvPr>
        </p:nvSpPr>
        <p:spPr>
          <a:xfrm>
            <a:off x="1062247" y="5077737"/>
            <a:ext cx="1555953" cy="491086"/>
          </a:xfrm>
          <a:prstGeom prst="rect">
            <a:avLst/>
          </a:prstGeom>
        </p:spPr>
        <p:txBody>
          <a:bodyPr anchor="t" anchorCtr="0">
            <a:noAutofit/>
          </a:bodyPr>
          <a:lstStyle>
            <a:lvl1pPr marL="0" indent="0" algn="l">
              <a:buNone/>
              <a:defRPr sz="2400" b="1">
                <a:solidFill>
                  <a:schemeClr val="bg1"/>
                </a:solidFill>
                <a:latin typeface="+mn-lt"/>
                <a:cs typeface="Times New Roman" panose="02020603050405020304" pitchFamily="18" charset="0"/>
              </a:defRPr>
            </a:lvl1pPr>
          </a:lstStyle>
          <a:p>
            <a:pPr lvl="0"/>
            <a:r>
              <a:rPr lang="fr-FR"/>
              <a:t>Durée</a:t>
            </a:r>
          </a:p>
        </p:txBody>
      </p:sp>
      <p:sp>
        <p:nvSpPr>
          <p:cNvPr id="53" name="Espace réservé du texte 11">
            <a:extLst>
              <a:ext uri="{FF2B5EF4-FFF2-40B4-BE49-F238E27FC236}">
                <a16:creationId xmlns:a16="http://schemas.microsoft.com/office/drawing/2014/main" xmlns="" id="{D5D79CE7-20D0-BD4B-D963-B17133DCA89A}"/>
              </a:ext>
            </a:extLst>
          </p:cNvPr>
          <p:cNvSpPr>
            <a:spLocks noGrp="1"/>
          </p:cNvSpPr>
          <p:nvPr>
            <p:ph type="body" sz="quarter" idx="21" hasCustomPrompt="1"/>
          </p:nvPr>
        </p:nvSpPr>
        <p:spPr>
          <a:xfrm>
            <a:off x="1062247" y="5704371"/>
            <a:ext cx="2363404" cy="491086"/>
          </a:xfrm>
          <a:prstGeom prst="rect">
            <a:avLst/>
          </a:prstGeom>
        </p:spPr>
        <p:txBody>
          <a:bodyPr anchor="b">
            <a:noAutofit/>
          </a:bodyPr>
          <a:lstStyle>
            <a:lvl1pPr marL="0" indent="0" algn="l">
              <a:buNone/>
              <a:defRPr sz="1600">
                <a:solidFill>
                  <a:schemeClr val="bg1"/>
                </a:solidFill>
                <a:latin typeface="+mn-lt"/>
                <a:cs typeface="Times New Roman" panose="02020603050405020304" pitchFamily="18" charset="0"/>
              </a:defRPr>
            </a:lvl1pPr>
          </a:lstStyle>
          <a:p>
            <a:pPr lvl="0"/>
            <a:r>
              <a:rPr lang="fr-FR"/>
              <a:t>Icone </a:t>
            </a:r>
            <a:r>
              <a:rPr lang="fr-FR" err="1"/>
              <a:t>Wooclap</a:t>
            </a:r>
            <a:r>
              <a:rPr lang="fr-FR"/>
              <a:t> si activité liée</a:t>
            </a:r>
          </a:p>
        </p:txBody>
      </p:sp>
      <p:grpSp>
        <p:nvGrpSpPr>
          <p:cNvPr id="3" name="Groupe 2">
            <a:extLst>
              <a:ext uri="{FF2B5EF4-FFF2-40B4-BE49-F238E27FC236}">
                <a16:creationId xmlns:a16="http://schemas.microsoft.com/office/drawing/2014/main" xmlns="" id="{170FC876-CA50-2C35-2165-D421A6470A6E}"/>
              </a:ext>
            </a:extLst>
          </p:cNvPr>
          <p:cNvGrpSpPr/>
          <p:nvPr/>
        </p:nvGrpSpPr>
        <p:grpSpPr>
          <a:xfrm>
            <a:off x="2754080" y="4147250"/>
            <a:ext cx="1066941" cy="863519"/>
            <a:chOff x="2753722" y="4148210"/>
            <a:chExt cx="1066802" cy="863719"/>
          </a:xfrm>
        </p:grpSpPr>
        <p:sp>
          <p:nvSpPr>
            <p:cNvPr id="21" name="Forme libre : forme 20">
              <a:extLst>
                <a:ext uri="{FF2B5EF4-FFF2-40B4-BE49-F238E27FC236}">
                  <a16:creationId xmlns:a16="http://schemas.microsoft.com/office/drawing/2014/main" xmlns="" id="{7EA23E40-C027-802D-5535-30727D9CBDA8}"/>
                </a:ext>
              </a:extLst>
            </p:cNvPr>
            <p:cNvSpPr/>
            <p:nvPr/>
          </p:nvSpPr>
          <p:spPr>
            <a:xfrm>
              <a:off x="2753722" y="4184340"/>
              <a:ext cx="827589" cy="827589"/>
            </a:xfrm>
            <a:custGeom>
              <a:avLst/>
              <a:gdLst>
                <a:gd name="connsiteX0" fmla="*/ 827590 w 827589"/>
                <a:gd name="connsiteY0" fmla="*/ 413795 h 827589"/>
                <a:gd name="connsiteX1" fmla="*/ 413795 w 827589"/>
                <a:gd name="connsiteY1" fmla="*/ 827589 h 827589"/>
                <a:gd name="connsiteX2" fmla="*/ 0 w 827589"/>
                <a:gd name="connsiteY2" fmla="*/ 413795 h 827589"/>
                <a:gd name="connsiteX3" fmla="*/ 413795 w 827589"/>
                <a:gd name="connsiteY3" fmla="*/ 0 h 827589"/>
                <a:gd name="connsiteX4" fmla="*/ 827590 w 827589"/>
                <a:gd name="connsiteY4" fmla="*/ 413795 h 827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7589" h="827589">
                  <a:moveTo>
                    <a:pt x="827590" y="413795"/>
                  </a:moveTo>
                  <a:cubicBezTo>
                    <a:pt x="827590" y="642327"/>
                    <a:pt x="642327" y="827589"/>
                    <a:pt x="413795" y="827589"/>
                  </a:cubicBezTo>
                  <a:cubicBezTo>
                    <a:pt x="185262" y="827589"/>
                    <a:pt x="0" y="642327"/>
                    <a:pt x="0" y="413795"/>
                  </a:cubicBezTo>
                  <a:cubicBezTo>
                    <a:pt x="0" y="185262"/>
                    <a:pt x="185262" y="0"/>
                    <a:pt x="413795" y="0"/>
                  </a:cubicBezTo>
                  <a:cubicBezTo>
                    <a:pt x="642327" y="0"/>
                    <a:pt x="827590" y="185262"/>
                    <a:pt x="827590" y="413795"/>
                  </a:cubicBezTo>
                  <a:close/>
                </a:path>
              </a:pathLst>
            </a:custGeom>
            <a:noFill/>
            <a:ln w="8534" cap="flat">
              <a:solidFill>
                <a:srgbClr val="FFFFFF"/>
              </a:solidFill>
              <a:prstDash val="solid"/>
              <a:miter/>
            </a:ln>
          </p:spPr>
          <p:txBody>
            <a:bodyPr rtlCol="0" anchor="ctr"/>
            <a:lstStyle/>
            <a:p>
              <a:endParaRPr lang="fr-FR" sz="1800"/>
            </a:p>
          </p:txBody>
        </p:sp>
        <p:sp>
          <p:nvSpPr>
            <p:cNvPr id="22" name="Forme libre : forme 21">
              <a:extLst>
                <a:ext uri="{FF2B5EF4-FFF2-40B4-BE49-F238E27FC236}">
                  <a16:creationId xmlns:a16="http://schemas.microsoft.com/office/drawing/2014/main" xmlns="" id="{E753F0B7-1EB6-2CC1-E1A6-E5DF157AA3C8}"/>
                </a:ext>
              </a:extLst>
            </p:cNvPr>
            <p:cNvSpPr/>
            <p:nvPr/>
          </p:nvSpPr>
          <p:spPr>
            <a:xfrm>
              <a:off x="2792469" y="4223087"/>
              <a:ext cx="750094" cy="750093"/>
            </a:xfrm>
            <a:custGeom>
              <a:avLst/>
              <a:gdLst>
                <a:gd name="connsiteX0" fmla="*/ 750094 w 750094"/>
                <a:gd name="connsiteY0" fmla="*/ 375047 h 750093"/>
                <a:gd name="connsiteX1" fmla="*/ 375047 w 750094"/>
                <a:gd name="connsiteY1" fmla="*/ 750094 h 750093"/>
                <a:gd name="connsiteX2" fmla="*/ 0 w 750094"/>
                <a:gd name="connsiteY2" fmla="*/ 375047 h 750093"/>
                <a:gd name="connsiteX3" fmla="*/ 375047 w 750094"/>
                <a:gd name="connsiteY3" fmla="*/ 0 h 750093"/>
                <a:gd name="connsiteX4" fmla="*/ 750094 w 750094"/>
                <a:gd name="connsiteY4" fmla="*/ 375047 h 750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094" h="750093">
                  <a:moveTo>
                    <a:pt x="750094" y="375047"/>
                  </a:moveTo>
                  <a:cubicBezTo>
                    <a:pt x="750094" y="582180"/>
                    <a:pt x="582180" y="750094"/>
                    <a:pt x="375047" y="750094"/>
                  </a:cubicBezTo>
                  <a:cubicBezTo>
                    <a:pt x="167914" y="750094"/>
                    <a:pt x="0" y="582180"/>
                    <a:pt x="0" y="375047"/>
                  </a:cubicBezTo>
                  <a:cubicBezTo>
                    <a:pt x="0" y="167914"/>
                    <a:pt x="167914" y="0"/>
                    <a:pt x="375047" y="0"/>
                  </a:cubicBezTo>
                  <a:cubicBezTo>
                    <a:pt x="582180" y="0"/>
                    <a:pt x="750094" y="167914"/>
                    <a:pt x="750094" y="375047"/>
                  </a:cubicBezTo>
                  <a:close/>
                </a:path>
              </a:pathLst>
            </a:custGeom>
            <a:solidFill>
              <a:schemeClr val="accent1"/>
            </a:solidFill>
            <a:ln w="4267" cap="flat">
              <a:noFill/>
              <a:prstDash val="solid"/>
              <a:miter/>
            </a:ln>
          </p:spPr>
          <p:txBody>
            <a:bodyPr rtlCol="0" anchor="ctr"/>
            <a:lstStyle/>
            <a:p>
              <a:endParaRPr lang="fr-FR" sz="1800"/>
            </a:p>
          </p:txBody>
        </p:sp>
        <p:sp>
          <p:nvSpPr>
            <p:cNvPr id="23" name="Forme libre : forme 22">
              <a:extLst>
                <a:ext uri="{FF2B5EF4-FFF2-40B4-BE49-F238E27FC236}">
                  <a16:creationId xmlns:a16="http://schemas.microsoft.com/office/drawing/2014/main" xmlns="" id="{24FC0465-D52B-05C6-98D9-7BFC25D6C8D1}"/>
                </a:ext>
              </a:extLst>
            </p:cNvPr>
            <p:cNvSpPr/>
            <p:nvPr/>
          </p:nvSpPr>
          <p:spPr>
            <a:xfrm>
              <a:off x="3547750" y="4592326"/>
              <a:ext cx="4286" cy="278"/>
            </a:xfrm>
            <a:custGeom>
              <a:avLst/>
              <a:gdLst>
                <a:gd name="connsiteX0" fmla="*/ 0 w 4286"/>
                <a:gd name="connsiteY0" fmla="*/ 279 h 278"/>
                <a:gd name="connsiteX1" fmla="*/ 0 w 4286"/>
                <a:gd name="connsiteY1" fmla="*/ 279 h 278"/>
                <a:gd name="connsiteX2" fmla="*/ 0 w 4286"/>
                <a:gd name="connsiteY2" fmla="*/ 279 h 278"/>
              </a:gdLst>
              <a:ahLst/>
              <a:cxnLst>
                <a:cxn ang="0">
                  <a:pos x="connsiteX0" y="connsiteY0"/>
                </a:cxn>
                <a:cxn ang="0">
                  <a:pos x="connsiteX1" y="connsiteY1"/>
                </a:cxn>
                <a:cxn ang="0">
                  <a:pos x="connsiteX2" y="connsiteY2"/>
                </a:cxn>
              </a:cxnLst>
              <a:rect l="l" t="t" r="r" b="b"/>
              <a:pathLst>
                <a:path w="4286" h="278">
                  <a:moveTo>
                    <a:pt x="0" y="279"/>
                  </a:moveTo>
                  <a:cubicBezTo>
                    <a:pt x="0" y="279"/>
                    <a:pt x="0" y="279"/>
                    <a:pt x="0" y="279"/>
                  </a:cubicBezTo>
                  <a:cubicBezTo>
                    <a:pt x="0" y="22"/>
                    <a:pt x="0" y="-193"/>
                    <a:pt x="0" y="279"/>
                  </a:cubicBezTo>
                  <a:close/>
                </a:path>
              </a:pathLst>
            </a:custGeom>
            <a:solidFill>
              <a:srgbClr val="8265A9"/>
            </a:solidFill>
            <a:ln w="4267" cap="flat">
              <a:noFill/>
              <a:prstDash val="solid"/>
              <a:miter/>
            </a:ln>
          </p:spPr>
          <p:txBody>
            <a:bodyPr rtlCol="0" anchor="ctr"/>
            <a:lstStyle/>
            <a:p>
              <a:endParaRPr lang="fr-FR" sz="1800"/>
            </a:p>
          </p:txBody>
        </p:sp>
        <p:sp>
          <p:nvSpPr>
            <p:cNvPr id="24" name="Forme libre : forme 23">
              <a:extLst>
                <a:ext uri="{FF2B5EF4-FFF2-40B4-BE49-F238E27FC236}">
                  <a16:creationId xmlns:a16="http://schemas.microsoft.com/office/drawing/2014/main" xmlns="" id="{BFB6B839-790F-152A-186B-1AEFEDC92E99}"/>
                </a:ext>
              </a:extLst>
            </p:cNvPr>
            <p:cNvSpPr/>
            <p:nvPr/>
          </p:nvSpPr>
          <p:spPr>
            <a:xfrm>
              <a:off x="3547750" y="4592605"/>
              <a:ext cx="4286" cy="278"/>
            </a:xfrm>
            <a:custGeom>
              <a:avLst/>
              <a:gdLst>
                <a:gd name="connsiteX0" fmla="*/ 0 w 4286"/>
                <a:gd name="connsiteY0" fmla="*/ 0 h 278"/>
                <a:gd name="connsiteX1" fmla="*/ 0 w 4286"/>
                <a:gd name="connsiteY1" fmla="*/ 0 h 278"/>
                <a:gd name="connsiteX2" fmla="*/ 0 w 4286"/>
                <a:gd name="connsiteY2" fmla="*/ 0 h 278"/>
              </a:gdLst>
              <a:ahLst/>
              <a:cxnLst>
                <a:cxn ang="0">
                  <a:pos x="connsiteX0" y="connsiteY0"/>
                </a:cxn>
                <a:cxn ang="0">
                  <a:pos x="connsiteX1" y="connsiteY1"/>
                </a:cxn>
                <a:cxn ang="0">
                  <a:pos x="connsiteX2" y="connsiteY2"/>
                </a:cxn>
              </a:cxnLst>
              <a:rect l="l" t="t" r="r" b="b"/>
              <a:pathLst>
                <a:path w="4286" h="278">
                  <a:moveTo>
                    <a:pt x="0" y="0"/>
                  </a:moveTo>
                  <a:cubicBezTo>
                    <a:pt x="0" y="0"/>
                    <a:pt x="0" y="0"/>
                    <a:pt x="0" y="0"/>
                  </a:cubicBezTo>
                  <a:cubicBezTo>
                    <a:pt x="0" y="471"/>
                    <a:pt x="0" y="257"/>
                    <a:pt x="0" y="0"/>
                  </a:cubicBezTo>
                  <a:close/>
                </a:path>
              </a:pathLst>
            </a:custGeom>
            <a:solidFill>
              <a:srgbClr val="8265A9"/>
            </a:solidFill>
            <a:ln w="4267" cap="flat">
              <a:noFill/>
              <a:prstDash val="solid"/>
              <a:miter/>
            </a:ln>
          </p:spPr>
          <p:txBody>
            <a:bodyPr rtlCol="0" anchor="ctr"/>
            <a:lstStyle/>
            <a:p>
              <a:endParaRPr lang="fr-FR" sz="1800"/>
            </a:p>
          </p:txBody>
        </p:sp>
        <p:sp>
          <p:nvSpPr>
            <p:cNvPr id="25" name="Forme libre : forme 24">
              <a:extLst>
                <a:ext uri="{FF2B5EF4-FFF2-40B4-BE49-F238E27FC236}">
                  <a16:creationId xmlns:a16="http://schemas.microsoft.com/office/drawing/2014/main" xmlns="" id="{0FCADA55-AD93-7FC3-F62A-A82852ECFB63}"/>
                </a:ext>
              </a:extLst>
            </p:cNvPr>
            <p:cNvSpPr/>
            <p:nvPr/>
          </p:nvSpPr>
          <p:spPr>
            <a:xfrm>
              <a:off x="3170088" y="4148210"/>
              <a:ext cx="650436" cy="508688"/>
            </a:xfrm>
            <a:custGeom>
              <a:avLst/>
              <a:gdLst>
                <a:gd name="connsiteX0" fmla="*/ 598404 w 650436"/>
                <a:gd name="connsiteY0" fmla="*/ 403804 h 508688"/>
                <a:gd name="connsiteX1" fmla="*/ 556656 w 650436"/>
                <a:gd name="connsiteY1" fmla="*/ 424078 h 508688"/>
                <a:gd name="connsiteX2" fmla="*/ 452328 w 650436"/>
                <a:gd name="connsiteY2" fmla="*/ 422663 h 508688"/>
                <a:gd name="connsiteX3" fmla="*/ 213713 w 650436"/>
                <a:gd name="connsiteY3" fmla="*/ 51517 h 508688"/>
                <a:gd name="connsiteX4" fmla="*/ 0 w 650436"/>
                <a:gd name="connsiteY4" fmla="*/ 82 h 508688"/>
                <a:gd name="connsiteX5" fmla="*/ 0 w 650436"/>
                <a:gd name="connsiteY5" fmla="*/ 75134 h 508688"/>
                <a:gd name="connsiteX6" fmla="*/ 173293 w 650436"/>
                <a:gd name="connsiteY6" fmla="*/ 119325 h 508688"/>
                <a:gd name="connsiteX7" fmla="*/ 369861 w 650436"/>
                <a:gd name="connsiteY7" fmla="*/ 405990 h 508688"/>
                <a:gd name="connsiteX8" fmla="*/ 370889 w 650436"/>
                <a:gd name="connsiteY8" fmla="*/ 486700 h 508688"/>
                <a:gd name="connsiteX9" fmla="*/ 556656 w 650436"/>
                <a:gd name="connsiteY9" fmla="*/ 488414 h 508688"/>
                <a:gd name="connsiteX10" fmla="*/ 598018 w 650436"/>
                <a:gd name="connsiteY10" fmla="*/ 508688 h 508688"/>
                <a:gd name="connsiteX11" fmla="*/ 650396 w 650436"/>
                <a:gd name="connsiteY11" fmla="*/ 454167 h 508688"/>
                <a:gd name="connsiteX12" fmla="*/ 598404 w 650436"/>
                <a:gd name="connsiteY12" fmla="*/ 403847 h 50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0436" h="508688">
                  <a:moveTo>
                    <a:pt x="598404" y="403804"/>
                  </a:moveTo>
                  <a:cubicBezTo>
                    <a:pt x="581430" y="403675"/>
                    <a:pt x="566343" y="411648"/>
                    <a:pt x="556656" y="424078"/>
                  </a:cubicBezTo>
                  <a:lnTo>
                    <a:pt x="452328" y="422663"/>
                  </a:lnTo>
                  <a:cubicBezTo>
                    <a:pt x="432183" y="208908"/>
                    <a:pt x="309425" y="103895"/>
                    <a:pt x="213713" y="51517"/>
                  </a:cubicBezTo>
                  <a:cubicBezTo>
                    <a:pt x="110714" y="-4847"/>
                    <a:pt x="4243" y="167"/>
                    <a:pt x="0" y="82"/>
                  </a:cubicBezTo>
                  <a:lnTo>
                    <a:pt x="0" y="75134"/>
                  </a:lnTo>
                  <a:cubicBezTo>
                    <a:pt x="857" y="75134"/>
                    <a:pt x="95026" y="74191"/>
                    <a:pt x="173293" y="119325"/>
                  </a:cubicBezTo>
                  <a:cubicBezTo>
                    <a:pt x="272006" y="176290"/>
                    <a:pt x="346286" y="254642"/>
                    <a:pt x="369861" y="405990"/>
                  </a:cubicBezTo>
                  <a:cubicBezTo>
                    <a:pt x="374661" y="442123"/>
                    <a:pt x="370889" y="486700"/>
                    <a:pt x="370889" y="486700"/>
                  </a:cubicBezTo>
                  <a:lnTo>
                    <a:pt x="556656" y="488414"/>
                  </a:lnTo>
                  <a:cubicBezTo>
                    <a:pt x="566257" y="500716"/>
                    <a:pt x="581173" y="508688"/>
                    <a:pt x="598018" y="508688"/>
                  </a:cubicBezTo>
                  <a:cubicBezTo>
                    <a:pt x="627679" y="508688"/>
                    <a:pt x="651553" y="484085"/>
                    <a:pt x="650396" y="454167"/>
                  </a:cubicBezTo>
                  <a:cubicBezTo>
                    <a:pt x="649324" y="426564"/>
                    <a:pt x="626050" y="404061"/>
                    <a:pt x="598404" y="403847"/>
                  </a:cubicBezTo>
                  <a:close/>
                </a:path>
              </a:pathLst>
            </a:custGeom>
            <a:solidFill>
              <a:srgbClr val="FFFFFF"/>
            </a:solidFill>
            <a:ln w="4267" cap="flat">
              <a:noFill/>
              <a:prstDash val="solid"/>
              <a:miter/>
            </a:ln>
          </p:spPr>
          <p:txBody>
            <a:bodyPr rtlCol="0" anchor="ctr"/>
            <a:lstStyle/>
            <a:p>
              <a:endParaRPr lang="fr-FR" sz="1800"/>
            </a:p>
          </p:txBody>
        </p:sp>
        <p:sp>
          <p:nvSpPr>
            <p:cNvPr id="26" name="Forme libre : forme 25">
              <a:extLst>
                <a:ext uri="{FF2B5EF4-FFF2-40B4-BE49-F238E27FC236}">
                  <a16:creationId xmlns:a16="http://schemas.microsoft.com/office/drawing/2014/main" xmlns="" id="{0CADB925-DB78-C811-742A-1070529B1A6A}"/>
                </a:ext>
              </a:extLst>
            </p:cNvPr>
            <p:cNvSpPr/>
            <p:nvPr/>
          </p:nvSpPr>
          <p:spPr>
            <a:xfrm>
              <a:off x="2869793" y="4414683"/>
              <a:ext cx="595446" cy="324640"/>
            </a:xfrm>
            <a:custGeom>
              <a:avLst/>
              <a:gdLst>
                <a:gd name="connsiteX0" fmla="*/ 414138 w 595446"/>
                <a:gd name="connsiteY0" fmla="*/ 129659 h 324640"/>
                <a:gd name="connsiteX1" fmla="*/ 478560 w 595446"/>
                <a:gd name="connsiteY1" fmla="*/ 194810 h 324640"/>
                <a:gd name="connsiteX2" fmla="*/ 542982 w 595446"/>
                <a:gd name="connsiteY2" fmla="*/ 129659 h 324640"/>
                <a:gd name="connsiteX3" fmla="*/ 478560 w 595446"/>
                <a:gd name="connsiteY3" fmla="*/ 64508 h 324640"/>
                <a:gd name="connsiteX4" fmla="*/ 414138 w 595446"/>
                <a:gd name="connsiteY4" fmla="*/ 129659 h 324640"/>
                <a:gd name="connsiteX5" fmla="*/ 595446 w 595446"/>
                <a:gd name="connsiteY5" fmla="*/ 317783 h 324640"/>
                <a:gd name="connsiteX6" fmla="*/ 477231 w 595446"/>
                <a:gd name="connsiteY6" fmla="*/ 194767 h 324640"/>
                <a:gd name="connsiteX7" fmla="*/ 471873 w 595446"/>
                <a:gd name="connsiteY7" fmla="*/ 194767 h 324640"/>
                <a:gd name="connsiteX8" fmla="*/ 379205 w 595446"/>
                <a:gd name="connsiteY8" fmla="*/ 324641 h 324640"/>
                <a:gd name="connsiteX9" fmla="*/ 318168 w 595446"/>
                <a:gd name="connsiteY9" fmla="*/ 132745 h 324640"/>
                <a:gd name="connsiteX10" fmla="*/ 295794 w 595446"/>
                <a:gd name="connsiteY10" fmla="*/ 130302 h 324640"/>
                <a:gd name="connsiteX11" fmla="*/ 360217 w 595446"/>
                <a:gd name="connsiteY11" fmla="*/ 65151 h 324640"/>
                <a:gd name="connsiteX12" fmla="*/ 295794 w 595446"/>
                <a:gd name="connsiteY12" fmla="*/ 130302 h 324640"/>
                <a:gd name="connsiteX13" fmla="*/ 231372 w 595446"/>
                <a:gd name="connsiteY13" fmla="*/ 65151 h 324640"/>
                <a:gd name="connsiteX14" fmla="*/ 295794 w 595446"/>
                <a:gd name="connsiteY14" fmla="*/ 0 h 324640"/>
                <a:gd name="connsiteX15" fmla="*/ 360217 w 595446"/>
                <a:gd name="connsiteY15" fmla="*/ 65151 h 324640"/>
                <a:gd name="connsiteX16" fmla="*/ 181308 w 595446"/>
                <a:gd name="connsiteY16" fmla="*/ 129659 h 324640"/>
                <a:gd name="connsiteX17" fmla="*/ 116886 w 595446"/>
                <a:gd name="connsiteY17" fmla="*/ 194810 h 324640"/>
                <a:gd name="connsiteX18" fmla="*/ 52464 w 595446"/>
                <a:gd name="connsiteY18" fmla="*/ 129659 h 324640"/>
                <a:gd name="connsiteX19" fmla="*/ 116886 w 595446"/>
                <a:gd name="connsiteY19" fmla="*/ 64508 h 324640"/>
                <a:gd name="connsiteX20" fmla="*/ 181308 w 595446"/>
                <a:gd name="connsiteY20" fmla="*/ 129659 h 324640"/>
                <a:gd name="connsiteX21" fmla="*/ 0 w 595446"/>
                <a:gd name="connsiteY21" fmla="*/ 317783 h 324640"/>
                <a:gd name="connsiteX22" fmla="*/ 118215 w 595446"/>
                <a:gd name="connsiteY22" fmla="*/ 194767 h 324640"/>
                <a:gd name="connsiteX23" fmla="*/ 123573 w 595446"/>
                <a:gd name="connsiteY23" fmla="*/ 194767 h 324640"/>
                <a:gd name="connsiteX24" fmla="*/ 216241 w 595446"/>
                <a:gd name="connsiteY24" fmla="*/ 324641 h 324640"/>
                <a:gd name="connsiteX25" fmla="*/ 277278 w 595446"/>
                <a:gd name="connsiteY25" fmla="*/ 132745 h 324640"/>
                <a:gd name="connsiteX26" fmla="*/ 299652 w 595446"/>
                <a:gd name="connsiteY26" fmla="*/ 130302 h 32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95446" h="324640">
                  <a:moveTo>
                    <a:pt x="414138" y="129659"/>
                  </a:moveTo>
                  <a:cubicBezTo>
                    <a:pt x="414138" y="165664"/>
                    <a:pt x="442984" y="194810"/>
                    <a:pt x="478560" y="194810"/>
                  </a:cubicBezTo>
                  <a:cubicBezTo>
                    <a:pt x="514136" y="194810"/>
                    <a:pt x="542982" y="165621"/>
                    <a:pt x="542982" y="129659"/>
                  </a:cubicBezTo>
                  <a:cubicBezTo>
                    <a:pt x="542982" y="93697"/>
                    <a:pt x="514136" y="64508"/>
                    <a:pt x="478560" y="64508"/>
                  </a:cubicBezTo>
                  <a:cubicBezTo>
                    <a:pt x="442984" y="64508"/>
                    <a:pt x="414138" y="93697"/>
                    <a:pt x="414138" y="129659"/>
                  </a:cubicBezTo>
                  <a:close/>
                  <a:moveTo>
                    <a:pt x="595446" y="317783"/>
                  </a:moveTo>
                  <a:cubicBezTo>
                    <a:pt x="595446" y="240544"/>
                    <a:pt x="553912" y="201625"/>
                    <a:pt x="477231" y="194767"/>
                  </a:cubicBezTo>
                  <a:lnTo>
                    <a:pt x="471873" y="194767"/>
                  </a:lnTo>
                  <a:cubicBezTo>
                    <a:pt x="374961" y="204540"/>
                    <a:pt x="324298" y="324641"/>
                    <a:pt x="379205" y="324641"/>
                  </a:cubicBezTo>
                  <a:cubicBezTo>
                    <a:pt x="431111" y="324641"/>
                    <a:pt x="426439" y="145733"/>
                    <a:pt x="318168" y="132745"/>
                  </a:cubicBezTo>
                  <a:lnTo>
                    <a:pt x="295794" y="130302"/>
                  </a:lnTo>
                  <a:moveTo>
                    <a:pt x="360217" y="65151"/>
                  </a:moveTo>
                  <a:cubicBezTo>
                    <a:pt x="360217" y="101156"/>
                    <a:pt x="331370" y="130302"/>
                    <a:pt x="295794" y="130302"/>
                  </a:cubicBezTo>
                  <a:cubicBezTo>
                    <a:pt x="260218" y="130302"/>
                    <a:pt x="231372" y="101156"/>
                    <a:pt x="231372" y="65151"/>
                  </a:cubicBezTo>
                  <a:cubicBezTo>
                    <a:pt x="231372" y="29147"/>
                    <a:pt x="260218" y="0"/>
                    <a:pt x="295794" y="0"/>
                  </a:cubicBezTo>
                  <a:cubicBezTo>
                    <a:pt x="331370" y="0"/>
                    <a:pt x="360217" y="29189"/>
                    <a:pt x="360217" y="65151"/>
                  </a:cubicBezTo>
                  <a:close/>
                  <a:moveTo>
                    <a:pt x="181308" y="129659"/>
                  </a:moveTo>
                  <a:cubicBezTo>
                    <a:pt x="181308" y="165664"/>
                    <a:pt x="152462" y="194810"/>
                    <a:pt x="116886" y="194810"/>
                  </a:cubicBezTo>
                  <a:cubicBezTo>
                    <a:pt x="81310" y="194810"/>
                    <a:pt x="52464" y="165621"/>
                    <a:pt x="52464" y="129659"/>
                  </a:cubicBezTo>
                  <a:cubicBezTo>
                    <a:pt x="52464" y="93697"/>
                    <a:pt x="81310" y="64508"/>
                    <a:pt x="116886" y="64508"/>
                  </a:cubicBezTo>
                  <a:cubicBezTo>
                    <a:pt x="152462" y="64508"/>
                    <a:pt x="181308" y="93697"/>
                    <a:pt x="181308" y="129659"/>
                  </a:cubicBezTo>
                  <a:close/>
                  <a:moveTo>
                    <a:pt x="0" y="317783"/>
                  </a:moveTo>
                  <a:cubicBezTo>
                    <a:pt x="0" y="240544"/>
                    <a:pt x="41534" y="201625"/>
                    <a:pt x="118215" y="194767"/>
                  </a:cubicBezTo>
                  <a:lnTo>
                    <a:pt x="123573" y="194767"/>
                  </a:lnTo>
                  <a:cubicBezTo>
                    <a:pt x="220485" y="204540"/>
                    <a:pt x="271148" y="324641"/>
                    <a:pt x="216241" y="324641"/>
                  </a:cubicBezTo>
                  <a:cubicBezTo>
                    <a:pt x="164335" y="324641"/>
                    <a:pt x="169007" y="145733"/>
                    <a:pt x="277278" y="132745"/>
                  </a:cubicBezTo>
                  <a:lnTo>
                    <a:pt x="299652" y="130302"/>
                  </a:lnTo>
                </a:path>
              </a:pathLst>
            </a:custGeom>
            <a:noFill/>
            <a:ln w="17069" cap="flat">
              <a:solidFill>
                <a:schemeClr val="tx2">
                  <a:lumMod val="10000"/>
                  <a:lumOff val="90000"/>
                </a:schemeClr>
              </a:solidFill>
              <a:prstDash val="solid"/>
              <a:miter/>
            </a:ln>
          </p:spPr>
          <p:txBody>
            <a:bodyPr rtlCol="0" anchor="ctr"/>
            <a:lstStyle/>
            <a:p>
              <a:endParaRPr lang="fr-FR" sz="1800"/>
            </a:p>
          </p:txBody>
        </p:sp>
      </p:grpSp>
      <p:sp>
        <p:nvSpPr>
          <p:cNvPr id="27" name="Espace réservé du pied de page 1">
            <a:extLst>
              <a:ext uri="{FF2B5EF4-FFF2-40B4-BE49-F238E27FC236}">
                <a16:creationId xmlns:a16="http://schemas.microsoft.com/office/drawing/2014/main" xmlns="" id="{60233E5D-FD35-6FE4-4987-8726CD9C1636}"/>
              </a:ext>
            </a:extLst>
          </p:cNvPr>
          <p:cNvSpPr>
            <a:spLocks noGrp="1"/>
          </p:cNvSpPr>
          <p:nvPr>
            <p:ph type="ftr" sz="quarter" idx="22"/>
          </p:nvPr>
        </p:nvSpPr>
        <p:spPr>
          <a:xfrm>
            <a:off x="4259818" y="6672179"/>
            <a:ext cx="4113748" cy="107975"/>
          </a:xfrm>
        </p:spPr>
        <p:txBody>
          <a:bodyPr/>
          <a:lstStyle/>
          <a:p>
            <a:endParaRPr lang="fr-FR"/>
          </a:p>
        </p:txBody>
      </p:sp>
    </p:spTree>
    <p:extLst>
      <p:ext uri="{BB962C8B-B14F-4D97-AF65-F5344CB8AC3E}">
        <p14:creationId xmlns:p14="http://schemas.microsoft.com/office/powerpoint/2010/main" val="14743397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Exo ss group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xmlns="" id="{13764D71-B765-00D3-5A2D-1292400B693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388069"/>
            <a:ext cx="4259817" cy="6470578"/>
          </a:xfrm>
          <a:prstGeom prst="rect">
            <a:avLst/>
          </a:prstGeom>
        </p:spPr>
      </p:pic>
      <p:sp>
        <p:nvSpPr>
          <p:cNvPr id="3" name="Rectangle 2">
            <a:extLst>
              <a:ext uri="{FF2B5EF4-FFF2-40B4-BE49-F238E27FC236}">
                <a16:creationId xmlns:a16="http://schemas.microsoft.com/office/drawing/2014/main" xmlns="" id="{C9FD7983-ADBD-2DFD-7C79-41D43AF9213B}"/>
              </a:ext>
            </a:extLst>
          </p:cNvPr>
          <p:cNvSpPr/>
          <p:nvPr/>
        </p:nvSpPr>
        <p:spPr>
          <a:xfrm>
            <a:off x="0" y="397034"/>
            <a:ext cx="4268696" cy="6460966"/>
          </a:xfrm>
          <a:prstGeom prst="rect">
            <a:avLst/>
          </a:prstGeom>
          <a:solidFill>
            <a:schemeClr val="accent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0" name="ZoneTexte 39">
            <a:extLst>
              <a:ext uri="{FF2B5EF4-FFF2-40B4-BE49-F238E27FC236}">
                <a16:creationId xmlns:a16="http://schemas.microsoft.com/office/drawing/2014/main" xmlns="" id="{D7CC1E0F-ACBF-5AA6-DA94-55814EEF4D3E}"/>
              </a:ext>
            </a:extLst>
          </p:cNvPr>
          <p:cNvSpPr txBox="1"/>
          <p:nvPr/>
        </p:nvSpPr>
        <p:spPr>
          <a:xfrm>
            <a:off x="0" y="4617920"/>
            <a:ext cx="3541947" cy="1698807"/>
          </a:xfrm>
          <a:prstGeom prst="rect">
            <a:avLst/>
          </a:prstGeom>
          <a:solidFill>
            <a:schemeClr val="accent1"/>
          </a:solidFill>
        </p:spPr>
        <p:txBody>
          <a:bodyPr wrap="square" rtlCol="0">
            <a:noAutofit/>
          </a:bodyPr>
          <a:lstStyle/>
          <a:p>
            <a:pPr marL="1074523" indent="0"/>
            <a:r>
              <a:rPr lang="fr-FR" sz="2400" b="1">
                <a:solidFill>
                  <a:schemeClr val="bg1"/>
                </a:solidFill>
                <a:latin typeface="+mn-lt"/>
                <a:cs typeface="Times New Roman" panose="02020603050405020304" pitchFamily="18" charset="0"/>
              </a:rPr>
              <a:t>Activité</a:t>
            </a:r>
          </a:p>
        </p:txBody>
      </p:sp>
      <p:sp>
        <p:nvSpPr>
          <p:cNvPr id="2" name="Titre 1"/>
          <p:cNvSpPr>
            <a:spLocks noGrp="1"/>
          </p:cNvSpPr>
          <p:nvPr>
            <p:ph type="title"/>
          </p:nvPr>
        </p:nvSpPr>
        <p:spPr>
          <a:xfrm>
            <a:off x="584415" y="827523"/>
            <a:ext cx="3366438" cy="1325849"/>
          </a:xfrm>
        </p:spPr>
        <p:txBody>
          <a:bodyPr/>
          <a:lstStyle>
            <a:lvl1pPr>
              <a:defRPr>
                <a:solidFill>
                  <a:schemeClr val="bg1"/>
                </a:solidFill>
              </a:defRPr>
            </a:lvl1p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4268696" y="801503"/>
            <a:ext cx="7640596" cy="5516226"/>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9" name="Espace réservé du texte 11"/>
          <p:cNvSpPr>
            <a:spLocks noGrp="1"/>
          </p:cNvSpPr>
          <p:nvPr>
            <p:ph type="body" sz="quarter" idx="20" hasCustomPrompt="1"/>
          </p:nvPr>
        </p:nvSpPr>
        <p:spPr>
          <a:xfrm>
            <a:off x="1062247" y="5058692"/>
            <a:ext cx="1555953" cy="491086"/>
          </a:xfrm>
          <a:prstGeom prst="rect">
            <a:avLst/>
          </a:prstGeom>
        </p:spPr>
        <p:txBody>
          <a:bodyPr anchor="t" anchorCtr="0">
            <a:noAutofit/>
          </a:bodyPr>
          <a:lstStyle>
            <a:lvl1pPr marL="0" indent="0" algn="l">
              <a:buNone/>
              <a:defRPr sz="2400" b="1">
                <a:solidFill>
                  <a:schemeClr val="bg1"/>
                </a:solidFill>
                <a:latin typeface="+mn-lt"/>
                <a:cs typeface="Times New Roman" panose="02020603050405020304" pitchFamily="18" charset="0"/>
              </a:defRPr>
            </a:lvl1pPr>
          </a:lstStyle>
          <a:p>
            <a:pPr lvl="0"/>
            <a:r>
              <a:rPr lang="fr-FR"/>
              <a:t>Durée</a:t>
            </a:r>
          </a:p>
        </p:txBody>
      </p:sp>
      <p:sp>
        <p:nvSpPr>
          <p:cNvPr id="53" name="Espace réservé du texte 11">
            <a:extLst>
              <a:ext uri="{FF2B5EF4-FFF2-40B4-BE49-F238E27FC236}">
                <a16:creationId xmlns:a16="http://schemas.microsoft.com/office/drawing/2014/main" xmlns="" id="{D5D79CE7-20D0-BD4B-D963-B17133DCA89A}"/>
              </a:ext>
            </a:extLst>
          </p:cNvPr>
          <p:cNvSpPr>
            <a:spLocks noGrp="1"/>
          </p:cNvSpPr>
          <p:nvPr>
            <p:ph type="body" sz="quarter" idx="21" hasCustomPrompt="1"/>
          </p:nvPr>
        </p:nvSpPr>
        <p:spPr>
          <a:xfrm>
            <a:off x="1062247" y="5761508"/>
            <a:ext cx="2363404" cy="491086"/>
          </a:xfrm>
          <a:prstGeom prst="rect">
            <a:avLst/>
          </a:prstGeom>
        </p:spPr>
        <p:txBody>
          <a:bodyPr anchor="b">
            <a:noAutofit/>
          </a:bodyPr>
          <a:lstStyle>
            <a:lvl1pPr marL="0" indent="0" algn="l">
              <a:buNone/>
              <a:defRPr sz="1600">
                <a:solidFill>
                  <a:schemeClr val="bg1"/>
                </a:solidFill>
                <a:latin typeface="+mn-lt"/>
                <a:cs typeface="Times New Roman" panose="02020603050405020304" pitchFamily="18" charset="0"/>
              </a:defRPr>
            </a:lvl1pPr>
          </a:lstStyle>
          <a:p>
            <a:pPr marL="0" marR="0" lvl="0" indent="0" algn="l" defTabSz="914217" rtl="0" eaLnBrk="1" fontAlgn="auto" latinLnBrk="0" hangingPunct="1">
              <a:lnSpc>
                <a:spcPct val="100000"/>
              </a:lnSpc>
              <a:spcBef>
                <a:spcPts val="1200"/>
              </a:spcBef>
              <a:spcAft>
                <a:spcPts val="0"/>
              </a:spcAft>
              <a:buClr>
                <a:schemeClr val="bg2"/>
              </a:buClr>
              <a:buSzPct val="89000"/>
              <a:buFont typeface="Arial" panose="020B0604020202020204" pitchFamily="34" charset="0"/>
              <a:buNone/>
              <a:tabLst/>
              <a:defRPr/>
            </a:pPr>
            <a:r>
              <a:rPr lang="fr-FR"/>
              <a:t>Icône </a:t>
            </a:r>
            <a:r>
              <a:rPr lang="fr-FR" err="1"/>
              <a:t>Wooclap</a:t>
            </a:r>
            <a:r>
              <a:rPr lang="fr-FR"/>
              <a:t> si activité liée</a:t>
            </a:r>
          </a:p>
        </p:txBody>
      </p:sp>
      <p:grpSp>
        <p:nvGrpSpPr>
          <p:cNvPr id="20" name="Groupe 19">
            <a:extLst>
              <a:ext uri="{FF2B5EF4-FFF2-40B4-BE49-F238E27FC236}">
                <a16:creationId xmlns:a16="http://schemas.microsoft.com/office/drawing/2014/main" xmlns="" id="{1F59EAD2-CC67-FE9D-5C2F-31B72349E35B}"/>
              </a:ext>
            </a:extLst>
          </p:cNvPr>
          <p:cNvGrpSpPr/>
          <p:nvPr/>
        </p:nvGrpSpPr>
        <p:grpSpPr>
          <a:xfrm>
            <a:off x="2751960" y="4126340"/>
            <a:ext cx="1066941" cy="863519"/>
            <a:chOff x="2751602" y="4127295"/>
            <a:chExt cx="1066802" cy="863719"/>
          </a:xfrm>
        </p:grpSpPr>
        <p:sp>
          <p:nvSpPr>
            <p:cNvPr id="13" name="Forme libre : forme 12">
              <a:extLst>
                <a:ext uri="{FF2B5EF4-FFF2-40B4-BE49-F238E27FC236}">
                  <a16:creationId xmlns:a16="http://schemas.microsoft.com/office/drawing/2014/main" xmlns="" id="{68E77872-46D5-AC88-E3C7-9B3006C6B50A}"/>
                </a:ext>
              </a:extLst>
            </p:cNvPr>
            <p:cNvSpPr/>
            <p:nvPr/>
          </p:nvSpPr>
          <p:spPr>
            <a:xfrm>
              <a:off x="2751602" y="4163425"/>
              <a:ext cx="827589" cy="827589"/>
            </a:xfrm>
            <a:custGeom>
              <a:avLst/>
              <a:gdLst>
                <a:gd name="connsiteX0" fmla="*/ 827590 w 827589"/>
                <a:gd name="connsiteY0" fmla="*/ 413795 h 827589"/>
                <a:gd name="connsiteX1" fmla="*/ 413795 w 827589"/>
                <a:gd name="connsiteY1" fmla="*/ 827589 h 827589"/>
                <a:gd name="connsiteX2" fmla="*/ 0 w 827589"/>
                <a:gd name="connsiteY2" fmla="*/ 413795 h 827589"/>
                <a:gd name="connsiteX3" fmla="*/ 413795 w 827589"/>
                <a:gd name="connsiteY3" fmla="*/ 0 h 827589"/>
                <a:gd name="connsiteX4" fmla="*/ 827590 w 827589"/>
                <a:gd name="connsiteY4" fmla="*/ 413795 h 827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7589" h="827589">
                  <a:moveTo>
                    <a:pt x="827590" y="413795"/>
                  </a:moveTo>
                  <a:cubicBezTo>
                    <a:pt x="827590" y="642327"/>
                    <a:pt x="642327" y="827589"/>
                    <a:pt x="413795" y="827589"/>
                  </a:cubicBezTo>
                  <a:cubicBezTo>
                    <a:pt x="185262" y="827589"/>
                    <a:pt x="0" y="642327"/>
                    <a:pt x="0" y="413795"/>
                  </a:cubicBezTo>
                  <a:cubicBezTo>
                    <a:pt x="0" y="185262"/>
                    <a:pt x="185262" y="0"/>
                    <a:pt x="413795" y="0"/>
                  </a:cubicBezTo>
                  <a:cubicBezTo>
                    <a:pt x="642327" y="0"/>
                    <a:pt x="827590" y="185262"/>
                    <a:pt x="827590" y="413795"/>
                  </a:cubicBezTo>
                  <a:close/>
                </a:path>
              </a:pathLst>
            </a:custGeom>
            <a:noFill/>
            <a:ln w="8534" cap="flat">
              <a:solidFill>
                <a:srgbClr val="FFFFFF"/>
              </a:solidFill>
              <a:prstDash val="solid"/>
              <a:miter/>
            </a:ln>
          </p:spPr>
          <p:txBody>
            <a:bodyPr rtlCol="0" anchor="ctr"/>
            <a:lstStyle/>
            <a:p>
              <a:endParaRPr lang="fr-FR" sz="1800"/>
            </a:p>
          </p:txBody>
        </p:sp>
        <p:sp>
          <p:nvSpPr>
            <p:cNvPr id="14" name="Forme libre : forme 13">
              <a:extLst>
                <a:ext uri="{FF2B5EF4-FFF2-40B4-BE49-F238E27FC236}">
                  <a16:creationId xmlns:a16="http://schemas.microsoft.com/office/drawing/2014/main" xmlns="" id="{A92ABF4C-9205-F1A9-0FA2-EAFB66BEB220}"/>
                </a:ext>
              </a:extLst>
            </p:cNvPr>
            <p:cNvSpPr/>
            <p:nvPr/>
          </p:nvSpPr>
          <p:spPr>
            <a:xfrm>
              <a:off x="2790349" y="4202172"/>
              <a:ext cx="750094" cy="750093"/>
            </a:xfrm>
            <a:custGeom>
              <a:avLst/>
              <a:gdLst>
                <a:gd name="connsiteX0" fmla="*/ 750094 w 750094"/>
                <a:gd name="connsiteY0" fmla="*/ 375047 h 750093"/>
                <a:gd name="connsiteX1" fmla="*/ 375047 w 750094"/>
                <a:gd name="connsiteY1" fmla="*/ 750094 h 750093"/>
                <a:gd name="connsiteX2" fmla="*/ 0 w 750094"/>
                <a:gd name="connsiteY2" fmla="*/ 375047 h 750093"/>
                <a:gd name="connsiteX3" fmla="*/ 375047 w 750094"/>
                <a:gd name="connsiteY3" fmla="*/ 0 h 750093"/>
                <a:gd name="connsiteX4" fmla="*/ 750094 w 750094"/>
                <a:gd name="connsiteY4" fmla="*/ 375047 h 750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094" h="750093">
                  <a:moveTo>
                    <a:pt x="750094" y="375047"/>
                  </a:moveTo>
                  <a:cubicBezTo>
                    <a:pt x="750094" y="582180"/>
                    <a:pt x="582180" y="750094"/>
                    <a:pt x="375047" y="750094"/>
                  </a:cubicBezTo>
                  <a:cubicBezTo>
                    <a:pt x="167914" y="750094"/>
                    <a:pt x="0" y="582180"/>
                    <a:pt x="0" y="375047"/>
                  </a:cubicBezTo>
                  <a:cubicBezTo>
                    <a:pt x="0" y="167914"/>
                    <a:pt x="167914" y="0"/>
                    <a:pt x="375047" y="0"/>
                  </a:cubicBezTo>
                  <a:cubicBezTo>
                    <a:pt x="582180" y="0"/>
                    <a:pt x="750094" y="167914"/>
                    <a:pt x="750094" y="375047"/>
                  </a:cubicBezTo>
                  <a:close/>
                </a:path>
              </a:pathLst>
            </a:custGeom>
            <a:solidFill>
              <a:schemeClr val="accent1"/>
            </a:solidFill>
            <a:ln w="4267" cap="flat">
              <a:noFill/>
              <a:prstDash val="solid"/>
              <a:miter/>
            </a:ln>
          </p:spPr>
          <p:txBody>
            <a:bodyPr rtlCol="0" anchor="ctr"/>
            <a:lstStyle/>
            <a:p>
              <a:endParaRPr lang="fr-FR" sz="1800"/>
            </a:p>
          </p:txBody>
        </p:sp>
        <p:sp>
          <p:nvSpPr>
            <p:cNvPr id="15" name="Forme libre : forme 14">
              <a:extLst>
                <a:ext uri="{FF2B5EF4-FFF2-40B4-BE49-F238E27FC236}">
                  <a16:creationId xmlns:a16="http://schemas.microsoft.com/office/drawing/2014/main" xmlns="" id="{B9103CDA-3E04-DE5B-BA44-83DB68CB4B56}"/>
                </a:ext>
              </a:extLst>
            </p:cNvPr>
            <p:cNvSpPr/>
            <p:nvPr/>
          </p:nvSpPr>
          <p:spPr>
            <a:xfrm>
              <a:off x="3545630" y="4571411"/>
              <a:ext cx="4286" cy="278"/>
            </a:xfrm>
            <a:custGeom>
              <a:avLst/>
              <a:gdLst>
                <a:gd name="connsiteX0" fmla="*/ 0 w 4286"/>
                <a:gd name="connsiteY0" fmla="*/ 279 h 278"/>
                <a:gd name="connsiteX1" fmla="*/ 0 w 4286"/>
                <a:gd name="connsiteY1" fmla="*/ 279 h 278"/>
                <a:gd name="connsiteX2" fmla="*/ 0 w 4286"/>
                <a:gd name="connsiteY2" fmla="*/ 279 h 278"/>
              </a:gdLst>
              <a:ahLst/>
              <a:cxnLst>
                <a:cxn ang="0">
                  <a:pos x="connsiteX0" y="connsiteY0"/>
                </a:cxn>
                <a:cxn ang="0">
                  <a:pos x="connsiteX1" y="connsiteY1"/>
                </a:cxn>
                <a:cxn ang="0">
                  <a:pos x="connsiteX2" y="connsiteY2"/>
                </a:cxn>
              </a:cxnLst>
              <a:rect l="l" t="t" r="r" b="b"/>
              <a:pathLst>
                <a:path w="4286" h="278">
                  <a:moveTo>
                    <a:pt x="0" y="279"/>
                  </a:moveTo>
                  <a:cubicBezTo>
                    <a:pt x="0" y="279"/>
                    <a:pt x="0" y="279"/>
                    <a:pt x="0" y="279"/>
                  </a:cubicBezTo>
                  <a:cubicBezTo>
                    <a:pt x="0" y="22"/>
                    <a:pt x="0" y="-193"/>
                    <a:pt x="0" y="279"/>
                  </a:cubicBezTo>
                  <a:close/>
                </a:path>
              </a:pathLst>
            </a:custGeom>
            <a:solidFill>
              <a:srgbClr val="8265A9"/>
            </a:solidFill>
            <a:ln w="4267" cap="flat">
              <a:noFill/>
              <a:prstDash val="solid"/>
              <a:miter/>
            </a:ln>
          </p:spPr>
          <p:txBody>
            <a:bodyPr rtlCol="0" anchor="ctr"/>
            <a:lstStyle/>
            <a:p>
              <a:endParaRPr lang="fr-FR" sz="1800"/>
            </a:p>
          </p:txBody>
        </p:sp>
        <p:sp>
          <p:nvSpPr>
            <p:cNvPr id="16" name="Forme libre : forme 15">
              <a:extLst>
                <a:ext uri="{FF2B5EF4-FFF2-40B4-BE49-F238E27FC236}">
                  <a16:creationId xmlns:a16="http://schemas.microsoft.com/office/drawing/2014/main" xmlns="" id="{6BC57A46-5E00-2DC4-1383-1E3997444305}"/>
                </a:ext>
              </a:extLst>
            </p:cNvPr>
            <p:cNvSpPr/>
            <p:nvPr/>
          </p:nvSpPr>
          <p:spPr>
            <a:xfrm>
              <a:off x="3545630" y="4571690"/>
              <a:ext cx="4286" cy="278"/>
            </a:xfrm>
            <a:custGeom>
              <a:avLst/>
              <a:gdLst>
                <a:gd name="connsiteX0" fmla="*/ 0 w 4286"/>
                <a:gd name="connsiteY0" fmla="*/ 0 h 278"/>
                <a:gd name="connsiteX1" fmla="*/ 0 w 4286"/>
                <a:gd name="connsiteY1" fmla="*/ 0 h 278"/>
                <a:gd name="connsiteX2" fmla="*/ 0 w 4286"/>
                <a:gd name="connsiteY2" fmla="*/ 0 h 278"/>
              </a:gdLst>
              <a:ahLst/>
              <a:cxnLst>
                <a:cxn ang="0">
                  <a:pos x="connsiteX0" y="connsiteY0"/>
                </a:cxn>
                <a:cxn ang="0">
                  <a:pos x="connsiteX1" y="connsiteY1"/>
                </a:cxn>
                <a:cxn ang="0">
                  <a:pos x="connsiteX2" y="connsiteY2"/>
                </a:cxn>
              </a:cxnLst>
              <a:rect l="l" t="t" r="r" b="b"/>
              <a:pathLst>
                <a:path w="4286" h="278">
                  <a:moveTo>
                    <a:pt x="0" y="0"/>
                  </a:moveTo>
                  <a:cubicBezTo>
                    <a:pt x="0" y="0"/>
                    <a:pt x="0" y="0"/>
                    <a:pt x="0" y="0"/>
                  </a:cubicBezTo>
                  <a:cubicBezTo>
                    <a:pt x="0" y="471"/>
                    <a:pt x="0" y="257"/>
                    <a:pt x="0" y="0"/>
                  </a:cubicBezTo>
                  <a:close/>
                </a:path>
              </a:pathLst>
            </a:custGeom>
            <a:solidFill>
              <a:srgbClr val="8265A9"/>
            </a:solidFill>
            <a:ln w="4267" cap="flat">
              <a:noFill/>
              <a:prstDash val="solid"/>
              <a:miter/>
            </a:ln>
          </p:spPr>
          <p:txBody>
            <a:bodyPr rtlCol="0" anchor="ctr"/>
            <a:lstStyle/>
            <a:p>
              <a:endParaRPr lang="fr-FR" sz="1800"/>
            </a:p>
          </p:txBody>
        </p:sp>
        <p:sp>
          <p:nvSpPr>
            <p:cNvPr id="17" name="Forme libre : forme 16">
              <a:extLst>
                <a:ext uri="{FF2B5EF4-FFF2-40B4-BE49-F238E27FC236}">
                  <a16:creationId xmlns:a16="http://schemas.microsoft.com/office/drawing/2014/main" xmlns="" id="{3846CE9D-62FF-F031-7788-1AB1B5C31070}"/>
                </a:ext>
              </a:extLst>
            </p:cNvPr>
            <p:cNvSpPr/>
            <p:nvPr/>
          </p:nvSpPr>
          <p:spPr>
            <a:xfrm>
              <a:off x="2982416" y="4463805"/>
              <a:ext cx="365938" cy="226871"/>
            </a:xfrm>
            <a:custGeom>
              <a:avLst/>
              <a:gdLst>
                <a:gd name="connsiteX0" fmla="*/ 0 w 365938"/>
                <a:gd name="connsiteY0" fmla="*/ 220742 h 226871"/>
                <a:gd name="connsiteX1" fmla="*/ 107242 w 365938"/>
                <a:gd name="connsiteY1" fmla="*/ 111142 h 226871"/>
                <a:gd name="connsiteX2" fmla="*/ 107242 w 365938"/>
                <a:gd name="connsiteY2" fmla="*/ 343 h 226871"/>
                <a:gd name="connsiteX3" fmla="*/ 118558 w 365938"/>
                <a:gd name="connsiteY3" fmla="*/ 114786 h 226871"/>
                <a:gd name="connsiteX4" fmla="*/ 179594 w 365938"/>
                <a:gd name="connsiteY4" fmla="*/ 226871 h 226871"/>
                <a:gd name="connsiteX5" fmla="*/ 252889 w 365938"/>
                <a:gd name="connsiteY5" fmla="*/ 116243 h 226871"/>
                <a:gd name="connsiteX6" fmla="*/ 252889 w 365938"/>
                <a:gd name="connsiteY6" fmla="*/ 0 h 226871"/>
                <a:gd name="connsiteX7" fmla="*/ 269305 w 365938"/>
                <a:gd name="connsiteY7" fmla="*/ 119286 h 226871"/>
                <a:gd name="connsiteX8" fmla="*/ 365789 w 365938"/>
                <a:gd name="connsiteY8" fmla="*/ 220742 h 226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938" h="226871">
                  <a:moveTo>
                    <a:pt x="0" y="220742"/>
                  </a:moveTo>
                  <a:cubicBezTo>
                    <a:pt x="0" y="151905"/>
                    <a:pt x="37676" y="117229"/>
                    <a:pt x="107242" y="111142"/>
                  </a:cubicBezTo>
                  <a:cubicBezTo>
                    <a:pt x="173293" y="105356"/>
                    <a:pt x="187223" y="643"/>
                    <a:pt x="107242" y="343"/>
                  </a:cubicBezTo>
                  <a:cubicBezTo>
                    <a:pt x="30175" y="43"/>
                    <a:pt x="30432" y="106042"/>
                    <a:pt x="118558" y="114786"/>
                  </a:cubicBezTo>
                  <a:cubicBezTo>
                    <a:pt x="206469" y="123487"/>
                    <a:pt x="229400" y="226871"/>
                    <a:pt x="179594" y="226871"/>
                  </a:cubicBezTo>
                  <a:cubicBezTo>
                    <a:pt x="129788" y="226871"/>
                    <a:pt x="137289" y="116243"/>
                    <a:pt x="252889" y="116243"/>
                  </a:cubicBezTo>
                  <a:cubicBezTo>
                    <a:pt x="340628" y="116243"/>
                    <a:pt x="328327" y="0"/>
                    <a:pt x="252889" y="0"/>
                  </a:cubicBezTo>
                  <a:cubicBezTo>
                    <a:pt x="190781" y="0"/>
                    <a:pt x="164635" y="105527"/>
                    <a:pt x="269305" y="119286"/>
                  </a:cubicBezTo>
                  <a:cubicBezTo>
                    <a:pt x="373976" y="133045"/>
                    <a:pt x="365789" y="220742"/>
                    <a:pt x="365789" y="220742"/>
                  </a:cubicBezTo>
                </a:path>
              </a:pathLst>
            </a:custGeom>
            <a:noFill/>
            <a:ln w="17069" cap="flat">
              <a:solidFill>
                <a:schemeClr val="tx2">
                  <a:lumMod val="10000"/>
                  <a:lumOff val="90000"/>
                </a:schemeClr>
              </a:solidFill>
              <a:prstDash val="solid"/>
              <a:miter/>
            </a:ln>
          </p:spPr>
          <p:txBody>
            <a:bodyPr rtlCol="0" anchor="ctr"/>
            <a:lstStyle/>
            <a:p>
              <a:endParaRPr lang="fr-FR" sz="1800"/>
            </a:p>
          </p:txBody>
        </p:sp>
        <p:sp>
          <p:nvSpPr>
            <p:cNvPr id="18" name="Forme libre : forme 17">
              <a:extLst>
                <a:ext uri="{FF2B5EF4-FFF2-40B4-BE49-F238E27FC236}">
                  <a16:creationId xmlns:a16="http://schemas.microsoft.com/office/drawing/2014/main" xmlns="" id="{BCF9E9CA-FE91-6D76-F1EB-274DFEEB3204}"/>
                </a:ext>
              </a:extLst>
            </p:cNvPr>
            <p:cNvSpPr/>
            <p:nvPr/>
          </p:nvSpPr>
          <p:spPr>
            <a:xfrm>
              <a:off x="3167968" y="4127295"/>
              <a:ext cx="650436" cy="508688"/>
            </a:xfrm>
            <a:custGeom>
              <a:avLst/>
              <a:gdLst>
                <a:gd name="connsiteX0" fmla="*/ 598404 w 650436"/>
                <a:gd name="connsiteY0" fmla="*/ 403804 h 508688"/>
                <a:gd name="connsiteX1" fmla="*/ 556656 w 650436"/>
                <a:gd name="connsiteY1" fmla="*/ 424078 h 508688"/>
                <a:gd name="connsiteX2" fmla="*/ 452328 w 650436"/>
                <a:gd name="connsiteY2" fmla="*/ 422663 h 508688"/>
                <a:gd name="connsiteX3" fmla="*/ 213713 w 650436"/>
                <a:gd name="connsiteY3" fmla="*/ 51517 h 508688"/>
                <a:gd name="connsiteX4" fmla="*/ 0 w 650436"/>
                <a:gd name="connsiteY4" fmla="*/ 82 h 508688"/>
                <a:gd name="connsiteX5" fmla="*/ 0 w 650436"/>
                <a:gd name="connsiteY5" fmla="*/ 75134 h 508688"/>
                <a:gd name="connsiteX6" fmla="*/ 173293 w 650436"/>
                <a:gd name="connsiteY6" fmla="*/ 119325 h 508688"/>
                <a:gd name="connsiteX7" fmla="*/ 369861 w 650436"/>
                <a:gd name="connsiteY7" fmla="*/ 405990 h 508688"/>
                <a:gd name="connsiteX8" fmla="*/ 370889 w 650436"/>
                <a:gd name="connsiteY8" fmla="*/ 486700 h 508688"/>
                <a:gd name="connsiteX9" fmla="*/ 556656 w 650436"/>
                <a:gd name="connsiteY9" fmla="*/ 488414 h 508688"/>
                <a:gd name="connsiteX10" fmla="*/ 598018 w 650436"/>
                <a:gd name="connsiteY10" fmla="*/ 508688 h 508688"/>
                <a:gd name="connsiteX11" fmla="*/ 650396 w 650436"/>
                <a:gd name="connsiteY11" fmla="*/ 454167 h 508688"/>
                <a:gd name="connsiteX12" fmla="*/ 598404 w 650436"/>
                <a:gd name="connsiteY12" fmla="*/ 403847 h 50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0436" h="508688">
                  <a:moveTo>
                    <a:pt x="598404" y="403804"/>
                  </a:moveTo>
                  <a:cubicBezTo>
                    <a:pt x="581430" y="403675"/>
                    <a:pt x="566343" y="411648"/>
                    <a:pt x="556656" y="424078"/>
                  </a:cubicBezTo>
                  <a:lnTo>
                    <a:pt x="452328" y="422663"/>
                  </a:lnTo>
                  <a:cubicBezTo>
                    <a:pt x="432183" y="208908"/>
                    <a:pt x="309425" y="103895"/>
                    <a:pt x="213713" y="51517"/>
                  </a:cubicBezTo>
                  <a:cubicBezTo>
                    <a:pt x="110714" y="-4847"/>
                    <a:pt x="4243" y="167"/>
                    <a:pt x="0" y="82"/>
                  </a:cubicBezTo>
                  <a:lnTo>
                    <a:pt x="0" y="75134"/>
                  </a:lnTo>
                  <a:cubicBezTo>
                    <a:pt x="857" y="75134"/>
                    <a:pt x="95026" y="74191"/>
                    <a:pt x="173293" y="119325"/>
                  </a:cubicBezTo>
                  <a:cubicBezTo>
                    <a:pt x="272006" y="176290"/>
                    <a:pt x="346286" y="254642"/>
                    <a:pt x="369861" y="405990"/>
                  </a:cubicBezTo>
                  <a:cubicBezTo>
                    <a:pt x="374661" y="442123"/>
                    <a:pt x="370889" y="486700"/>
                    <a:pt x="370889" y="486700"/>
                  </a:cubicBezTo>
                  <a:lnTo>
                    <a:pt x="556656" y="488414"/>
                  </a:lnTo>
                  <a:cubicBezTo>
                    <a:pt x="566257" y="500716"/>
                    <a:pt x="581173" y="508688"/>
                    <a:pt x="598018" y="508688"/>
                  </a:cubicBezTo>
                  <a:cubicBezTo>
                    <a:pt x="627679" y="508688"/>
                    <a:pt x="651553" y="484085"/>
                    <a:pt x="650396" y="454167"/>
                  </a:cubicBezTo>
                  <a:cubicBezTo>
                    <a:pt x="649324" y="426564"/>
                    <a:pt x="626050" y="404061"/>
                    <a:pt x="598404" y="403847"/>
                  </a:cubicBezTo>
                  <a:close/>
                </a:path>
              </a:pathLst>
            </a:custGeom>
            <a:solidFill>
              <a:srgbClr val="FFFFFF"/>
            </a:solidFill>
            <a:ln w="4267" cap="flat">
              <a:noFill/>
              <a:prstDash val="solid"/>
              <a:miter/>
            </a:ln>
          </p:spPr>
          <p:txBody>
            <a:bodyPr rtlCol="0" anchor="ctr"/>
            <a:lstStyle/>
            <a:p>
              <a:endParaRPr lang="fr-FR" sz="1800"/>
            </a:p>
          </p:txBody>
        </p:sp>
      </p:grpSp>
      <p:sp>
        <p:nvSpPr>
          <p:cNvPr id="11" name="Espace réservé du pied de page 1">
            <a:extLst>
              <a:ext uri="{FF2B5EF4-FFF2-40B4-BE49-F238E27FC236}">
                <a16:creationId xmlns:a16="http://schemas.microsoft.com/office/drawing/2014/main" xmlns="" id="{CFA6EBFA-7840-F9B2-B66E-94658C1F0B1B}"/>
              </a:ext>
            </a:extLst>
          </p:cNvPr>
          <p:cNvSpPr>
            <a:spLocks noGrp="1"/>
          </p:cNvSpPr>
          <p:nvPr>
            <p:ph type="ftr" sz="quarter" idx="22"/>
          </p:nvPr>
        </p:nvSpPr>
        <p:spPr>
          <a:xfrm>
            <a:off x="4259818" y="6672179"/>
            <a:ext cx="4113748" cy="107975"/>
          </a:xfrm>
        </p:spPr>
        <p:txBody>
          <a:bodyPr/>
          <a:lstStyle/>
          <a:p>
            <a:endParaRPr lang="fr-FR"/>
          </a:p>
        </p:txBody>
      </p:sp>
    </p:spTree>
    <p:extLst>
      <p:ext uri="{BB962C8B-B14F-4D97-AF65-F5344CB8AC3E}">
        <p14:creationId xmlns:p14="http://schemas.microsoft.com/office/powerpoint/2010/main" val="29351664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Exo individuel">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xmlns="" id="{13764D71-B765-00D3-5A2D-1292400B693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391141"/>
            <a:ext cx="4268696" cy="6466859"/>
          </a:xfrm>
          <a:prstGeom prst="rect">
            <a:avLst/>
          </a:prstGeom>
        </p:spPr>
      </p:pic>
      <p:sp>
        <p:nvSpPr>
          <p:cNvPr id="3" name="Rectangle 2">
            <a:extLst>
              <a:ext uri="{FF2B5EF4-FFF2-40B4-BE49-F238E27FC236}">
                <a16:creationId xmlns:a16="http://schemas.microsoft.com/office/drawing/2014/main" xmlns="" id="{CAD23CDD-8AB5-1DDC-CCE3-068DD71D1813}"/>
              </a:ext>
            </a:extLst>
          </p:cNvPr>
          <p:cNvSpPr/>
          <p:nvPr/>
        </p:nvSpPr>
        <p:spPr>
          <a:xfrm>
            <a:off x="0" y="397034"/>
            <a:ext cx="4268696" cy="6460966"/>
          </a:xfrm>
          <a:prstGeom prst="rect">
            <a:avLst/>
          </a:prstGeom>
          <a:solidFill>
            <a:schemeClr val="accent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40" name="ZoneTexte 39">
            <a:extLst>
              <a:ext uri="{FF2B5EF4-FFF2-40B4-BE49-F238E27FC236}">
                <a16:creationId xmlns:a16="http://schemas.microsoft.com/office/drawing/2014/main" xmlns="" id="{D7CC1E0F-ACBF-5AA6-DA94-55814EEF4D3E}"/>
              </a:ext>
            </a:extLst>
          </p:cNvPr>
          <p:cNvSpPr txBox="1"/>
          <p:nvPr/>
        </p:nvSpPr>
        <p:spPr>
          <a:xfrm>
            <a:off x="0" y="4617920"/>
            <a:ext cx="3541947" cy="1698807"/>
          </a:xfrm>
          <a:prstGeom prst="rect">
            <a:avLst/>
          </a:prstGeom>
          <a:solidFill>
            <a:schemeClr val="accent1"/>
          </a:solidFill>
        </p:spPr>
        <p:txBody>
          <a:bodyPr wrap="square" rtlCol="0">
            <a:noAutofit/>
          </a:bodyPr>
          <a:lstStyle/>
          <a:p>
            <a:pPr marL="1074523" indent="0"/>
            <a:r>
              <a:rPr lang="fr-FR" sz="2400" b="1">
                <a:solidFill>
                  <a:schemeClr val="bg1"/>
                </a:solidFill>
                <a:latin typeface="+mn-lt"/>
                <a:cs typeface="Times New Roman" panose="02020603050405020304" pitchFamily="18" charset="0"/>
              </a:rPr>
              <a:t>Activité</a:t>
            </a:r>
          </a:p>
        </p:txBody>
      </p:sp>
      <p:sp>
        <p:nvSpPr>
          <p:cNvPr id="2" name="Titre 1"/>
          <p:cNvSpPr>
            <a:spLocks noGrp="1"/>
          </p:cNvSpPr>
          <p:nvPr>
            <p:ph type="title"/>
          </p:nvPr>
        </p:nvSpPr>
        <p:spPr>
          <a:xfrm>
            <a:off x="584415" y="827523"/>
            <a:ext cx="3366438" cy="1325849"/>
          </a:xfrm>
        </p:spPr>
        <p:txBody>
          <a:bodyPr/>
          <a:lstStyle>
            <a:lvl1pPr>
              <a:defRPr>
                <a:solidFill>
                  <a:schemeClr val="bg1"/>
                </a:solidFill>
              </a:defRPr>
            </a:lvl1p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4268696" y="801503"/>
            <a:ext cx="7640596" cy="5516226"/>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9" name="Espace réservé du texte 11"/>
          <p:cNvSpPr>
            <a:spLocks noGrp="1"/>
          </p:cNvSpPr>
          <p:nvPr>
            <p:ph type="body" sz="quarter" idx="20" hasCustomPrompt="1"/>
          </p:nvPr>
        </p:nvSpPr>
        <p:spPr>
          <a:xfrm>
            <a:off x="1062247" y="5058692"/>
            <a:ext cx="1555953" cy="491086"/>
          </a:xfrm>
          <a:prstGeom prst="rect">
            <a:avLst/>
          </a:prstGeom>
        </p:spPr>
        <p:txBody>
          <a:bodyPr anchor="t" anchorCtr="0">
            <a:noAutofit/>
          </a:bodyPr>
          <a:lstStyle>
            <a:lvl1pPr marL="0" indent="0" algn="l">
              <a:buNone/>
              <a:defRPr sz="2400" b="1">
                <a:solidFill>
                  <a:schemeClr val="bg1"/>
                </a:solidFill>
                <a:latin typeface="+mn-lt"/>
                <a:cs typeface="Times New Roman" panose="02020603050405020304" pitchFamily="18" charset="0"/>
              </a:defRPr>
            </a:lvl1pPr>
          </a:lstStyle>
          <a:p>
            <a:pPr lvl="0"/>
            <a:r>
              <a:rPr lang="fr-FR"/>
              <a:t>Durée</a:t>
            </a:r>
          </a:p>
        </p:txBody>
      </p:sp>
      <p:sp>
        <p:nvSpPr>
          <p:cNvPr id="53" name="Espace réservé du texte 11">
            <a:extLst>
              <a:ext uri="{FF2B5EF4-FFF2-40B4-BE49-F238E27FC236}">
                <a16:creationId xmlns:a16="http://schemas.microsoft.com/office/drawing/2014/main" xmlns="" id="{D5D79CE7-20D0-BD4B-D963-B17133DCA89A}"/>
              </a:ext>
            </a:extLst>
          </p:cNvPr>
          <p:cNvSpPr>
            <a:spLocks noGrp="1"/>
          </p:cNvSpPr>
          <p:nvPr>
            <p:ph type="body" sz="quarter" idx="21" hasCustomPrompt="1"/>
          </p:nvPr>
        </p:nvSpPr>
        <p:spPr>
          <a:xfrm>
            <a:off x="1062247" y="5761508"/>
            <a:ext cx="2363404" cy="491086"/>
          </a:xfrm>
          <a:prstGeom prst="rect">
            <a:avLst/>
          </a:prstGeom>
        </p:spPr>
        <p:txBody>
          <a:bodyPr anchor="b">
            <a:noAutofit/>
          </a:bodyPr>
          <a:lstStyle>
            <a:lvl1pPr marL="0" indent="0" algn="l">
              <a:buNone/>
              <a:defRPr sz="1600">
                <a:solidFill>
                  <a:schemeClr val="bg1"/>
                </a:solidFill>
                <a:latin typeface="+mn-lt"/>
                <a:cs typeface="Times New Roman" panose="02020603050405020304" pitchFamily="18" charset="0"/>
              </a:defRPr>
            </a:lvl1pPr>
          </a:lstStyle>
          <a:p>
            <a:pPr marL="0" marR="0" lvl="0" indent="0" algn="l" defTabSz="914217" rtl="0" eaLnBrk="1" fontAlgn="auto" latinLnBrk="0" hangingPunct="1">
              <a:lnSpc>
                <a:spcPct val="100000"/>
              </a:lnSpc>
              <a:spcBef>
                <a:spcPts val="1200"/>
              </a:spcBef>
              <a:spcAft>
                <a:spcPts val="0"/>
              </a:spcAft>
              <a:buClr>
                <a:schemeClr val="bg2"/>
              </a:buClr>
              <a:buSzPct val="89000"/>
              <a:buFont typeface="Arial" panose="020B0604020202020204" pitchFamily="34" charset="0"/>
              <a:buNone/>
              <a:tabLst/>
              <a:defRPr/>
            </a:pPr>
            <a:r>
              <a:rPr lang="fr-FR"/>
              <a:t>Icône </a:t>
            </a:r>
            <a:r>
              <a:rPr lang="fr-FR" err="1"/>
              <a:t>Wooclap</a:t>
            </a:r>
            <a:r>
              <a:rPr lang="fr-FR"/>
              <a:t> si activité liée</a:t>
            </a:r>
          </a:p>
        </p:txBody>
      </p:sp>
      <p:sp>
        <p:nvSpPr>
          <p:cNvPr id="7" name="Espace réservé du pied de page 1">
            <a:extLst>
              <a:ext uri="{FF2B5EF4-FFF2-40B4-BE49-F238E27FC236}">
                <a16:creationId xmlns:a16="http://schemas.microsoft.com/office/drawing/2014/main" xmlns="" id="{50A01344-9971-8882-CE2B-6F3D21B36A66}"/>
              </a:ext>
            </a:extLst>
          </p:cNvPr>
          <p:cNvSpPr>
            <a:spLocks noGrp="1"/>
          </p:cNvSpPr>
          <p:nvPr>
            <p:ph type="ftr" sz="quarter" idx="22"/>
          </p:nvPr>
        </p:nvSpPr>
        <p:spPr>
          <a:xfrm>
            <a:off x="4259818" y="6672179"/>
            <a:ext cx="4113748" cy="107975"/>
          </a:xfrm>
        </p:spPr>
        <p:txBody>
          <a:bodyPr/>
          <a:lstStyle/>
          <a:p>
            <a:endParaRPr lang="fr-FR"/>
          </a:p>
        </p:txBody>
      </p:sp>
      <p:grpSp>
        <p:nvGrpSpPr>
          <p:cNvPr id="20" name="Groupe 19">
            <a:extLst>
              <a:ext uri="{FF2B5EF4-FFF2-40B4-BE49-F238E27FC236}">
                <a16:creationId xmlns:a16="http://schemas.microsoft.com/office/drawing/2014/main" xmlns="" id="{B1F5AE26-4FAF-FA15-E1E4-AC4BF5C3658B}"/>
              </a:ext>
            </a:extLst>
          </p:cNvPr>
          <p:cNvGrpSpPr/>
          <p:nvPr/>
        </p:nvGrpSpPr>
        <p:grpSpPr>
          <a:xfrm>
            <a:off x="2751453" y="4130590"/>
            <a:ext cx="1066941" cy="863519"/>
            <a:chOff x="2813017" y="4183937"/>
            <a:chExt cx="1066802" cy="863719"/>
          </a:xfrm>
        </p:grpSpPr>
        <p:sp>
          <p:nvSpPr>
            <p:cNvPr id="13" name="Forme libre : forme 12">
              <a:extLst>
                <a:ext uri="{FF2B5EF4-FFF2-40B4-BE49-F238E27FC236}">
                  <a16:creationId xmlns:a16="http://schemas.microsoft.com/office/drawing/2014/main" xmlns="" id="{A6A27B44-594C-689E-13D9-8F78ACBA5C45}"/>
                </a:ext>
              </a:extLst>
            </p:cNvPr>
            <p:cNvSpPr/>
            <p:nvPr/>
          </p:nvSpPr>
          <p:spPr>
            <a:xfrm>
              <a:off x="2813017" y="4220067"/>
              <a:ext cx="827589" cy="827589"/>
            </a:xfrm>
            <a:custGeom>
              <a:avLst/>
              <a:gdLst>
                <a:gd name="connsiteX0" fmla="*/ 827590 w 827589"/>
                <a:gd name="connsiteY0" fmla="*/ 413795 h 827589"/>
                <a:gd name="connsiteX1" fmla="*/ 413795 w 827589"/>
                <a:gd name="connsiteY1" fmla="*/ 827589 h 827589"/>
                <a:gd name="connsiteX2" fmla="*/ 0 w 827589"/>
                <a:gd name="connsiteY2" fmla="*/ 413795 h 827589"/>
                <a:gd name="connsiteX3" fmla="*/ 413795 w 827589"/>
                <a:gd name="connsiteY3" fmla="*/ 0 h 827589"/>
                <a:gd name="connsiteX4" fmla="*/ 827590 w 827589"/>
                <a:gd name="connsiteY4" fmla="*/ 413795 h 827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7589" h="827589">
                  <a:moveTo>
                    <a:pt x="827590" y="413795"/>
                  </a:moveTo>
                  <a:cubicBezTo>
                    <a:pt x="827590" y="642327"/>
                    <a:pt x="642327" y="827589"/>
                    <a:pt x="413795" y="827589"/>
                  </a:cubicBezTo>
                  <a:cubicBezTo>
                    <a:pt x="185262" y="827589"/>
                    <a:pt x="0" y="642327"/>
                    <a:pt x="0" y="413795"/>
                  </a:cubicBezTo>
                  <a:cubicBezTo>
                    <a:pt x="0" y="185262"/>
                    <a:pt x="185262" y="0"/>
                    <a:pt x="413795" y="0"/>
                  </a:cubicBezTo>
                  <a:cubicBezTo>
                    <a:pt x="642327" y="0"/>
                    <a:pt x="827590" y="185262"/>
                    <a:pt x="827590" y="413795"/>
                  </a:cubicBezTo>
                  <a:close/>
                </a:path>
              </a:pathLst>
            </a:custGeom>
            <a:noFill/>
            <a:ln w="8534" cap="flat">
              <a:solidFill>
                <a:srgbClr val="FFFFFF"/>
              </a:solidFill>
              <a:prstDash val="solid"/>
              <a:miter/>
            </a:ln>
          </p:spPr>
          <p:txBody>
            <a:bodyPr rtlCol="0" anchor="ctr"/>
            <a:lstStyle/>
            <a:p>
              <a:endParaRPr lang="fr-FR" sz="1800"/>
            </a:p>
          </p:txBody>
        </p:sp>
        <p:sp>
          <p:nvSpPr>
            <p:cNvPr id="14" name="Forme libre : forme 13">
              <a:extLst>
                <a:ext uri="{FF2B5EF4-FFF2-40B4-BE49-F238E27FC236}">
                  <a16:creationId xmlns:a16="http://schemas.microsoft.com/office/drawing/2014/main" xmlns="" id="{9C33113E-57D5-1543-C405-802A8F5BA0FB}"/>
                </a:ext>
              </a:extLst>
            </p:cNvPr>
            <p:cNvSpPr/>
            <p:nvPr/>
          </p:nvSpPr>
          <p:spPr>
            <a:xfrm>
              <a:off x="2851764" y="4258814"/>
              <a:ext cx="750094" cy="750093"/>
            </a:xfrm>
            <a:custGeom>
              <a:avLst/>
              <a:gdLst>
                <a:gd name="connsiteX0" fmla="*/ 750094 w 750094"/>
                <a:gd name="connsiteY0" fmla="*/ 375047 h 750093"/>
                <a:gd name="connsiteX1" fmla="*/ 375047 w 750094"/>
                <a:gd name="connsiteY1" fmla="*/ 750094 h 750093"/>
                <a:gd name="connsiteX2" fmla="*/ 0 w 750094"/>
                <a:gd name="connsiteY2" fmla="*/ 375047 h 750093"/>
                <a:gd name="connsiteX3" fmla="*/ 375047 w 750094"/>
                <a:gd name="connsiteY3" fmla="*/ 0 h 750093"/>
                <a:gd name="connsiteX4" fmla="*/ 750094 w 750094"/>
                <a:gd name="connsiteY4" fmla="*/ 375047 h 750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094" h="750093">
                  <a:moveTo>
                    <a:pt x="750094" y="375047"/>
                  </a:moveTo>
                  <a:cubicBezTo>
                    <a:pt x="750094" y="582180"/>
                    <a:pt x="582180" y="750094"/>
                    <a:pt x="375047" y="750094"/>
                  </a:cubicBezTo>
                  <a:cubicBezTo>
                    <a:pt x="167914" y="750094"/>
                    <a:pt x="0" y="582180"/>
                    <a:pt x="0" y="375047"/>
                  </a:cubicBezTo>
                  <a:cubicBezTo>
                    <a:pt x="0" y="167914"/>
                    <a:pt x="167914" y="0"/>
                    <a:pt x="375047" y="0"/>
                  </a:cubicBezTo>
                  <a:cubicBezTo>
                    <a:pt x="582180" y="0"/>
                    <a:pt x="750094" y="167914"/>
                    <a:pt x="750094" y="375047"/>
                  </a:cubicBezTo>
                  <a:close/>
                </a:path>
              </a:pathLst>
            </a:custGeom>
            <a:solidFill>
              <a:schemeClr val="accent1"/>
            </a:solidFill>
            <a:ln w="4267" cap="flat">
              <a:noFill/>
              <a:prstDash val="solid"/>
              <a:miter/>
            </a:ln>
          </p:spPr>
          <p:txBody>
            <a:bodyPr rtlCol="0" anchor="ctr"/>
            <a:lstStyle/>
            <a:p>
              <a:endParaRPr lang="fr-FR" sz="1800"/>
            </a:p>
          </p:txBody>
        </p:sp>
        <p:sp>
          <p:nvSpPr>
            <p:cNvPr id="15" name="Forme libre : forme 14">
              <a:extLst>
                <a:ext uri="{FF2B5EF4-FFF2-40B4-BE49-F238E27FC236}">
                  <a16:creationId xmlns:a16="http://schemas.microsoft.com/office/drawing/2014/main" xmlns="" id="{78A64FEA-E6E2-174C-4549-1CB05D37836A}"/>
                </a:ext>
              </a:extLst>
            </p:cNvPr>
            <p:cNvSpPr/>
            <p:nvPr/>
          </p:nvSpPr>
          <p:spPr>
            <a:xfrm>
              <a:off x="3607045" y="4628053"/>
              <a:ext cx="4286" cy="278"/>
            </a:xfrm>
            <a:custGeom>
              <a:avLst/>
              <a:gdLst>
                <a:gd name="connsiteX0" fmla="*/ 0 w 4286"/>
                <a:gd name="connsiteY0" fmla="*/ 279 h 278"/>
                <a:gd name="connsiteX1" fmla="*/ 0 w 4286"/>
                <a:gd name="connsiteY1" fmla="*/ 279 h 278"/>
                <a:gd name="connsiteX2" fmla="*/ 0 w 4286"/>
                <a:gd name="connsiteY2" fmla="*/ 279 h 278"/>
              </a:gdLst>
              <a:ahLst/>
              <a:cxnLst>
                <a:cxn ang="0">
                  <a:pos x="connsiteX0" y="connsiteY0"/>
                </a:cxn>
                <a:cxn ang="0">
                  <a:pos x="connsiteX1" y="connsiteY1"/>
                </a:cxn>
                <a:cxn ang="0">
                  <a:pos x="connsiteX2" y="connsiteY2"/>
                </a:cxn>
              </a:cxnLst>
              <a:rect l="l" t="t" r="r" b="b"/>
              <a:pathLst>
                <a:path w="4286" h="278">
                  <a:moveTo>
                    <a:pt x="0" y="279"/>
                  </a:moveTo>
                  <a:cubicBezTo>
                    <a:pt x="0" y="279"/>
                    <a:pt x="0" y="279"/>
                    <a:pt x="0" y="279"/>
                  </a:cubicBezTo>
                  <a:cubicBezTo>
                    <a:pt x="0" y="22"/>
                    <a:pt x="0" y="-193"/>
                    <a:pt x="0" y="279"/>
                  </a:cubicBezTo>
                  <a:close/>
                </a:path>
              </a:pathLst>
            </a:custGeom>
            <a:solidFill>
              <a:srgbClr val="8265A9"/>
            </a:solidFill>
            <a:ln w="4267" cap="flat">
              <a:noFill/>
              <a:prstDash val="solid"/>
              <a:miter/>
            </a:ln>
          </p:spPr>
          <p:txBody>
            <a:bodyPr rtlCol="0" anchor="ctr"/>
            <a:lstStyle/>
            <a:p>
              <a:endParaRPr lang="fr-FR" sz="1800"/>
            </a:p>
          </p:txBody>
        </p:sp>
        <p:sp>
          <p:nvSpPr>
            <p:cNvPr id="16" name="Forme libre : forme 15">
              <a:extLst>
                <a:ext uri="{FF2B5EF4-FFF2-40B4-BE49-F238E27FC236}">
                  <a16:creationId xmlns:a16="http://schemas.microsoft.com/office/drawing/2014/main" xmlns="" id="{9C9BEFFE-3C3F-84FE-CC69-5E735D2058CD}"/>
                </a:ext>
              </a:extLst>
            </p:cNvPr>
            <p:cNvSpPr/>
            <p:nvPr/>
          </p:nvSpPr>
          <p:spPr>
            <a:xfrm>
              <a:off x="3607045" y="4628332"/>
              <a:ext cx="4286" cy="278"/>
            </a:xfrm>
            <a:custGeom>
              <a:avLst/>
              <a:gdLst>
                <a:gd name="connsiteX0" fmla="*/ 0 w 4286"/>
                <a:gd name="connsiteY0" fmla="*/ 0 h 278"/>
                <a:gd name="connsiteX1" fmla="*/ 0 w 4286"/>
                <a:gd name="connsiteY1" fmla="*/ 0 h 278"/>
                <a:gd name="connsiteX2" fmla="*/ 0 w 4286"/>
                <a:gd name="connsiteY2" fmla="*/ 0 h 278"/>
              </a:gdLst>
              <a:ahLst/>
              <a:cxnLst>
                <a:cxn ang="0">
                  <a:pos x="connsiteX0" y="connsiteY0"/>
                </a:cxn>
                <a:cxn ang="0">
                  <a:pos x="connsiteX1" y="connsiteY1"/>
                </a:cxn>
                <a:cxn ang="0">
                  <a:pos x="connsiteX2" y="connsiteY2"/>
                </a:cxn>
              </a:cxnLst>
              <a:rect l="l" t="t" r="r" b="b"/>
              <a:pathLst>
                <a:path w="4286" h="278">
                  <a:moveTo>
                    <a:pt x="0" y="0"/>
                  </a:moveTo>
                  <a:cubicBezTo>
                    <a:pt x="0" y="0"/>
                    <a:pt x="0" y="0"/>
                    <a:pt x="0" y="0"/>
                  </a:cubicBezTo>
                  <a:cubicBezTo>
                    <a:pt x="0" y="471"/>
                    <a:pt x="0" y="257"/>
                    <a:pt x="0" y="0"/>
                  </a:cubicBezTo>
                  <a:close/>
                </a:path>
              </a:pathLst>
            </a:custGeom>
            <a:solidFill>
              <a:srgbClr val="8265A9"/>
            </a:solidFill>
            <a:ln w="4267" cap="flat">
              <a:noFill/>
              <a:prstDash val="solid"/>
              <a:miter/>
            </a:ln>
          </p:spPr>
          <p:txBody>
            <a:bodyPr rtlCol="0" anchor="ctr"/>
            <a:lstStyle/>
            <a:p>
              <a:endParaRPr lang="fr-FR" sz="1800"/>
            </a:p>
          </p:txBody>
        </p:sp>
        <p:sp>
          <p:nvSpPr>
            <p:cNvPr id="17" name="Forme libre : forme 16">
              <a:extLst>
                <a:ext uri="{FF2B5EF4-FFF2-40B4-BE49-F238E27FC236}">
                  <a16:creationId xmlns:a16="http://schemas.microsoft.com/office/drawing/2014/main" xmlns="" id="{BF7257FF-55C7-2A16-C820-ECDCD33F7BFB}"/>
                </a:ext>
              </a:extLst>
            </p:cNvPr>
            <p:cNvSpPr/>
            <p:nvPr/>
          </p:nvSpPr>
          <p:spPr>
            <a:xfrm>
              <a:off x="3229383" y="4183937"/>
              <a:ext cx="650436" cy="508688"/>
            </a:xfrm>
            <a:custGeom>
              <a:avLst/>
              <a:gdLst>
                <a:gd name="connsiteX0" fmla="*/ 598404 w 650436"/>
                <a:gd name="connsiteY0" fmla="*/ 403804 h 508688"/>
                <a:gd name="connsiteX1" fmla="*/ 556656 w 650436"/>
                <a:gd name="connsiteY1" fmla="*/ 424078 h 508688"/>
                <a:gd name="connsiteX2" fmla="*/ 452328 w 650436"/>
                <a:gd name="connsiteY2" fmla="*/ 422663 h 508688"/>
                <a:gd name="connsiteX3" fmla="*/ 213713 w 650436"/>
                <a:gd name="connsiteY3" fmla="*/ 51517 h 508688"/>
                <a:gd name="connsiteX4" fmla="*/ 0 w 650436"/>
                <a:gd name="connsiteY4" fmla="*/ 82 h 508688"/>
                <a:gd name="connsiteX5" fmla="*/ 0 w 650436"/>
                <a:gd name="connsiteY5" fmla="*/ 75134 h 508688"/>
                <a:gd name="connsiteX6" fmla="*/ 173293 w 650436"/>
                <a:gd name="connsiteY6" fmla="*/ 119325 h 508688"/>
                <a:gd name="connsiteX7" fmla="*/ 369861 w 650436"/>
                <a:gd name="connsiteY7" fmla="*/ 405990 h 508688"/>
                <a:gd name="connsiteX8" fmla="*/ 370889 w 650436"/>
                <a:gd name="connsiteY8" fmla="*/ 486700 h 508688"/>
                <a:gd name="connsiteX9" fmla="*/ 556656 w 650436"/>
                <a:gd name="connsiteY9" fmla="*/ 488414 h 508688"/>
                <a:gd name="connsiteX10" fmla="*/ 598018 w 650436"/>
                <a:gd name="connsiteY10" fmla="*/ 508688 h 508688"/>
                <a:gd name="connsiteX11" fmla="*/ 650396 w 650436"/>
                <a:gd name="connsiteY11" fmla="*/ 454167 h 508688"/>
                <a:gd name="connsiteX12" fmla="*/ 598404 w 650436"/>
                <a:gd name="connsiteY12" fmla="*/ 403847 h 50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0436" h="508688">
                  <a:moveTo>
                    <a:pt x="598404" y="403804"/>
                  </a:moveTo>
                  <a:cubicBezTo>
                    <a:pt x="581430" y="403675"/>
                    <a:pt x="566343" y="411648"/>
                    <a:pt x="556656" y="424078"/>
                  </a:cubicBezTo>
                  <a:lnTo>
                    <a:pt x="452328" y="422663"/>
                  </a:lnTo>
                  <a:cubicBezTo>
                    <a:pt x="432183" y="208908"/>
                    <a:pt x="309425" y="103895"/>
                    <a:pt x="213713" y="51517"/>
                  </a:cubicBezTo>
                  <a:cubicBezTo>
                    <a:pt x="110714" y="-4847"/>
                    <a:pt x="4243" y="167"/>
                    <a:pt x="0" y="82"/>
                  </a:cubicBezTo>
                  <a:lnTo>
                    <a:pt x="0" y="75134"/>
                  </a:lnTo>
                  <a:cubicBezTo>
                    <a:pt x="857" y="75134"/>
                    <a:pt x="95026" y="74191"/>
                    <a:pt x="173293" y="119325"/>
                  </a:cubicBezTo>
                  <a:cubicBezTo>
                    <a:pt x="272006" y="176290"/>
                    <a:pt x="346286" y="254642"/>
                    <a:pt x="369861" y="405990"/>
                  </a:cubicBezTo>
                  <a:cubicBezTo>
                    <a:pt x="374661" y="442123"/>
                    <a:pt x="370889" y="486700"/>
                    <a:pt x="370889" y="486700"/>
                  </a:cubicBezTo>
                  <a:lnTo>
                    <a:pt x="556656" y="488414"/>
                  </a:lnTo>
                  <a:cubicBezTo>
                    <a:pt x="566257" y="500716"/>
                    <a:pt x="581173" y="508688"/>
                    <a:pt x="598018" y="508688"/>
                  </a:cubicBezTo>
                  <a:cubicBezTo>
                    <a:pt x="627679" y="508688"/>
                    <a:pt x="651553" y="484085"/>
                    <a:pt x="650396" y="454167"/>
                  </a:cubicBezTo>
                  <a:cubicBezTo>
                    <a:pt x="649324" y="426564"/>
                    <a:pt x="626050" y="404061"/>
                    <a:pt x="598404" y="403847"/>
                  </a:cubicBezTo>
                  <a:close/>
                </a:path>
              </a:pathLst>
            </a:custGeom>
            <a:solidFill>
              <a:srgbClr val="FFFFFF"/>
            </a:solidFill>
            <a:ln w="4267" cap="flat">
              <a:noFill/>
              <a:prstDash val="solid"/>
              <a:miter/>
            </a:ln>
          </p:spPr>
          <p:txBody>
            <a:bodyPr rtlCol="0" anchor="ctr"/>
            <a:lstStyle/>
            <a:p>
              <a:endParaRPr lang="fr-FR" sz="1800"/>
            </a:p>
          </p:txBody>
        </p:sp>
        <p:sp>
          <p:nvSpPr>
            <p:cNvPr id="18" name="Forme libre : forme 17">
              <a:extLst>
                <a:ext uri="{FF2B5EF4-FFF2-40B4-BE49-F238E27FC236}">
                  <a16:creationId xmlns:a16="http://schemas.microsoft.com/office/drawing/2014/main" xmlns="" id="{54ED8DC8-D4B1-D801-6272-1762D88D6E57}"/>
                </a:ext>
              </a:extLst>
            </p:cNvPr>
            <p:cNvSpPr/>
            <p:nvPr/>
          </p:nvSpPr>
          <p:spPr>
            <a:xfrm>
              <a:off x="3122141" y="4535149"/>
              <a:ext cx="214505" cy="220141"/>
            </a:xfrm>
            <a:custGeom>
              <a:avLst/>
              <a:gdLst>
                <a:gd name="connsiteX0" fmla="*/ 114786 w 214505"/>
                <a:gd name="connsiteY0" fmla="*/ 117143 h 220141"/>
                <a:gd name="connsiteX1" fmla="*/ 0 w 214505"/>
                <a:gd name="connsiteY1" fmla="*/ 220142 h 220141"/>
                <a:gd name="connsiteX2" fmla="*/ 102484 w 214505"/>
                <a:gd name="connsiteY2" fmla="*/ 115000 h 220141"/>
                <a:gd name="connsiteX3" fmla="*/ 102484 w 214505"/>
                <a:gd name="connsiteY3" fmla="*/ 0 h 220141"/>
                <a:gd name="connsiteX4" fmla="*/ 118772 w 214505"/>
                <a:gd name="connsiteY4" fmla="*/ 118000 h 220141"/>
                <a:gd name="connsiteX5" fmla="*/ 214355 w 214505"/>
                <a:gd name="connsiteY5" fmla="*/ 218384 h 220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4505" h="220141">
                  <a:moveTo>
                    <a:pt x="114786" y="117143"/>
                  </a:moveTo>
                  <a:cubicBezTo>
                    <a:pt x="772" y="114143"/>
                    <a:pt x="0" y="220142"/>
                    <a:pt x="0" y="220142"/>
                  </a:cubicBezTo>
                  <a:moveTo>
                    <a:pt x="102484" y="115000"/>
                  </a:moveTo>
                  <a:cubicBezTo>
                    <a:pt x="189409" y="115000"/>
                    <a:pt x="177237" y="0"/>
                    <a:pt x="102484" y="0"/>
                  </a:cubicBezTo>
                  <a:cubicBezTo>
                    <a:pt x="40977" y="0"/>
                    <a:pt x="15045" y="104413"/>
                    <a:pt x="118772" y="118000"/>
                  </a:cubicBezTo>
                  <a:cubicBezTo>
                    <a:pt x="222499" y="131631"/>
                    <a:pt x="214355" y="218384"/>
                    <a:pt x="214355" y="218384"/>
                  </a:cubicBezTo>
                </a:path>
              </a:pathLst>
            </a:custGeom>
            <a:noFill/>
            <a:ln w="17069" cap="flat">
              <a:solidFill>
                <a:schemeClr val="tx2">
                  <a:lumMod val="10000"/>
                  <a:lumOff val="90000"/>
                </a:schemeClr>
              </a:solidFill>
              <a:prstDash val="solid"/>
              <a:miter/>
            </a:ln>
          </p:spPr>
          <p:txBody>
            <a:bodyPr rtlCol="0" anchor="ctr"/>
            <a:lstStyle/>
            <a:p>
              <a:endParaRPr lang="fr-FR" sz="1800"/>
            </a:p>
          </p:txBody>
        </p:sp>
      </p:grpSp>
    </p:spTree>
    <p:extLst>
      <p:ext uri="{BB962C8B-B14F-4D97-AF65-F5344CB8AC3E}">
        <p14:creationId xmlns:p14="http://schemas.microsoft.com/office/powerpoint/2010/main" val="20965720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Exo groupe pleine page">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xmlns="" id="{D7CC1E0F-ACBF-5AA6-DA94-55814EEF4D3E}"/>
              </a:ext>
            </a:extLst>
          </p:cNvPr>
          <p:cNvSpPr txBox="1"/>
          <p:nvPr/>
        </p:nvSpPr>
        <p:spPr>
          <a:xfrm>
            <a:off x="0" y="4817628"/>
            <a:ext cx="1428936" cy="698959"/>
          </a:xfrm>
          <a:custGeom>
            <a:avLst/>
            <a:gdLst>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6 h 699125"/>
              <a:gd name="connsiteX1" fmla="*/ 116522 w 1657350"/>
              <a:gd name="connsiteY1" fmla="*/ 4 h 699125"/>
              <a:gd name="connsiteX2" fmla="*/ 1540828 w 1657350"/>
              <a:gd name="connsiteY2" fmla="*/ 4 h 699125"/>
              <a:gd name="connsiteX3" fmla="*/ 1657350 w 1657350"/>
              <a:gd name="connsiteY3" fmla="*/ 116526 h 699125"/>
              <a:gd name="connsiteX4" fmla="*/ 1657350 w 1657350"/>
              <a:gd name="connsiteY4" fmla="*/ 582603 h 699125"/>
              <a:gd name="connsiteX5" fmla="*/ 1540828 w 1657350"/>
              <a:gd name="connsiteY5" fmla="*/ 699125 h 699125"/>
              <a:gd name="connsiteX6" fmla="*/ 116522 w 1657350"/>
              <a:gd name="connsiteY6" fmla="*/ 699125 h 699125"/>
              <a:gd name="connsiteX7" fmla="*/ 0 w 1657350"/>
              <a:gd name="connsiteY7" fmla="*/ 582603 h 699125"/>
              <a:gd name="connsiteX8" fmla="*/ 0 w 1657350"/>
              <a:gd name="connsiteY8" fmla="*/ 116526 h 699125"/>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2540 w 1659890"/>
              <a:gd name="connsiteY0" fmla="*/ 116522 h 699121"/>
              <a:gd name="connsiteX1" fmla="*/ 9525 w 1659890"/>
              <a:gd name="connsiteY1" fmla="*/ 0 h 699121"/>
              <a:gd name="connsiteX2" fmla="*/ 1543368 w 1659890"/>
              <a:gd name="connsiteY2" fmla="*/ 0 h 699121"/>
              <a:gd name="connsiteX3" fmla="*/ 1659890 w 1659890"/>
              <a:gd name="connsiteY3" fmla="*/ 116522 h 699121"/>
              <a:gd name="connsiteX4" fmla="*/ 1659890 w 1659890"/>
              <a:gd name="connsiteY4" fmla="*/ 582599 h 699121"/>
              <a:gd name="connsiteX5" fmla="*/ 1543368 w 1659890"/>
              <a:gd name="connsiteY5" fmla="*/ 699121 h 699121"/>
              <a:gd name="connsiteX6" fmla="*/ 0 w 1659890"/>
              <a:gd name="connsiteY6" fmla="*/ 699121 h 699121"/>
              <a:gd name="connsiteX7" fmla="*/ 2540 w 1659890"/>
              <a:gd name="connsiteY7" fmla="*/ 582599 h 699121"/>
              <a:gd name="connsiteX8" fmla="*/ 2540 w 1659890"/>
              <a:gd name="connsiteY8" fmla="*/ 116522 h 69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9890" h="699121">
                <a:moveTo>
                  <a:pt x="2540" y="116522"/>
                </a:moveTo>
                <a:lnTo>
                  <a:pt x="9525" y="0"/>
                </a:lnTo>
                <a:lnTo>
                  <a:pt x="1543368" y="0"/>
                </a:lnTo>
                <a:cubicBezTo>
                  <a:pt x="1607721" y="0"/>
                  <a:pt x="1659890" y="52169"/>
                  <a:pt x="1659890" y="116522"/>
                </a:cubicBezTo>
                <a:lnTo>
                  <a:pt x="1659890" y="582599"/>
                </a:lnTo>
                <a:cubicBezTo>
                  <a:pt x="1659890" y="646952"/>
                  <a:pt x="1607721" y="699121"/>
                  <a:pt x="1543368" y="699121"/>
                </a:cubicBezTo>
                <a:lnTo>
                  <a:pt x="0" y="699121"/>
                </a:lnTo>
                <a:cubicBezTo>
                  <a:pt x="847" y="660280"/>
                  <a:pt x="1693" y="621440"/>
                  <a:pt x="2540" y="582599"/>
                </a:cubicBezTo>
                <a:lnTo>
                  <a:pt x="2540" y="116522"/>
                </a:lnTo>
                <a:close/>
              </a:path>
            </a:pathLst>
          </a:custGeom>
          <a:solidFill>
            <a:schemeClr val="accent1"/>
          </a:solidFill>
        </p:spPr>
        <p:txBody>
          <a:bodyPr wrap="square" rtlCol="0" anchor="ctr" anchorCtr="0">
            <a:noAutofit/>
          </a:bodyPr>
          <a:lstStyle/>
          <a:p>
            <a:pPr marL="1588" indent="-1588" algn="r"/>
            <a:endParaRPr lang="fr-FR" sz="2400" b="1">
              <a:solidFill>
                <a:schemeClr val="bg1"/>
              </a:solidFill>
              <a:latin typeface="+mn-lt"/>
              <a:cs typeface="Times New Roman" panose="02020603050405020304" pitchFamily="18" charset="0"/>
            </a:endParaRPr>
          </a:p>
        </p:txBody>
      </p:sp>
      <p:sp>
        <p:nvSpPr>
          <p:cNvPr id="2" name="Titre 1"/>
          <p:cNvSpPr>
            <a:spLocks noGrp="1"/>
          </p:cNvSpPr>
          <p:nvPr>
            <p:ph type="title"/>
          </p:nvPr>
        </p:nvSpPr>
        <p:spPr>
          <a:xfrm>
            <a:off x="604416" y="801503"/>
            <a:ext cx="11304875" cy="662900"/>
          </a:xfrm>
        </p:spPr>
        <p:txBody>
          <a:bodyPr tIns="0"/>
          <a:lstStyle>
            <a:lvl1pPr>
              <a:defRPr>
                <a:solidFill>
                  <a:schemeClr val="tx1"/>
                </a:solidFill>
              </a:defRPr>
            </a:lvl1p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587452" y="1590056"/>
            <a:ext cx="11321840" cy="472767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0" name="Groupe 9">
            <a:extLst>
              <a:ext uri="{FF2B5EF4-FFF2-40B4-BE49-F238E27FC236}">
                <a16:creationId xmlns:a16="http://schemas.microsoft.com/office/drawing/2014/main" xmlns="" id="{3723EE4F-1FA4-93AF-025D-AA4842A29E2D}"/>
              </a:ext>
            </a:extLst>
          </p:cNvPr>
          <p:cNvGrpSpPr/>
          <p:nvPr/>
        </p:nvGrpSpPr>
        <p:grpSpPr>
          <a:xfrm>
            <a:off x="604416" y="4871570"/>
            <a:ext cx="591288" cy="591074"/>
            <a:chOff x="714375" y="4872697"/>
            <a:chExt cx="591211" cy="591211"/>
          </a:xfrm>
        </p:grpSpPr>
        <p:sp>
          <p:nvSpPr>
            <p:cNvPr id="21" name="Forme libre : forme 20">
              <a:extLst>
                <a:ext uri="{FF2B5EF4-FFF2-40B4-BE49-F238E27FC236}">
                  <a16:creationId xmlns:a16="http://schemas.microsoft.com/office/drawing/2014/main" xmlns="" id="{7EA23E40-C027-802D-5535-30727D9CBDA8}"/>
                </a:ext>
              </a:extLst>
            </p:cNvPr>
            <p:cNvSpPr/>
            <p:nvPr/>
          </p:nvSpPr>
          <p:spPr>
            <a:xfrm>
              <a:off x="714375" y="4872697"/>
              <a:ext cx="591211" cy="591211"/>
            </a:xfrm>
            <a:custGeom>
              <a:avLst/>
              <a:gdLst>
                <a:gd name="connsiteX0" fmla="*/ 827590 w 827589"/>
                <a:gd name="connsiteY0" fmla="*/ 413795 h 827589"/>
                <a:gd name="connsiteX1" fmla="*/ 413795 w 827589"/>
                <a:gd name="connsiteY1" fmla="*/ 827589 h 827589"/>
                <a:gd name="connsiteX2" fmla="*/ 0 w 827589"/>
                <a:gd name="connsiteY2" fmla="*/ 413795 h 827589"/>
                <a:gd name="connsiteX3" fmla="*/ 413795 w 827589"/>
                <a:gd name="connsiteY3" fmla="*/ 0 h 827589"/>
                <a:gd name="connsiteX4" fmla="*/ 827590 w 827589"/>
                <a:gd name="connsiteY4" fmla="*/ 413795 h 827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7589" h="827589">
                  <a:moveTo>
                    <a:pt x="827590" y="413795"/>
                  </a:moveTo>
                  <a:cubicBezTo>
                    <a:pt x="827590" y="642327"/>
                    <a:pt x="642327" y="827589"/>
                    <a:pt x="413795" y="827589"/>
                  </a:cubicBezTo>
                  <a:cubicBezTo>
                    <a:pt x="185262" y="827589"/>
                    <a:pt x="0" y="642327"/>
                    <a:pt x="0" y="413795"/>
                  </a:cubicBezTo>
                  <a:cubicBezTo>
                    <a:pt x="0" y="185262"/>
                    <a:pt x="185262" y="0"/>
                    <a:pt x="413795" y="0"/>
                  </a:cubicBezTo>
                  <a:cubicBezTo>
                    <a:pt x="642327" y="0"/>
                    <a:pt x="827590" y="185262"/>
                    <a:pt x="827590" y="413795"/>
                  </a:cubicBezTo>
                  <a:close/>
                </a:path>
              </a:pathLst>
            </a:custGeom>
            <a:noFill/>
            <a:ln w="8534" cap="flat">
              <a:solidFill>
                <a:srgbClr val="FFFFFF"/>
              </a:solidFill>
              <a:prstDash val="solid"/>
              <a:miter/>
            </a:ln>
          </p:spPr>
          <p:txBody>
            <a:bodyPr rtlCol="0" anchor="ctr"/>
            <a:lstStyle/>
            <a:p>
              <a:endParaRPr lang="fr-FR" sz="1800"/>
            </a:p>
          </p:txBody>
        </p:sp>
        <p:sp>
          <p:nvSpPr>
            <p:cNvPr id="22" name="Forme libre : forme 21">
              <a:extLst>
                <a:ext uri="{FF2B5EF4-FFF2-40B4-BE49-F238E27FC236}">
                  <a16:creationId xmlns:a16="http://schemas.microsoft.com/office/drawing/2014/main" xmlns="" id="{E753F0B7-1EB6-2CC1-E1A6-E5DF157AA3C8}"/>
                </a:ext>
              </a:extLst>
            </p:cNvPr>
            <p:cNvSpPr/>
            <p:nvPr/>
          </p:nvSpPr>
          <p:spPr>
            <a:xfrm>
              <a:off x="742055" y="4900377"/>
              <a:ext cx="535850" cy="535849"/>
            </a:xfrm>
            <a:custGeom>
              <a:avLst/>
              <a:gdLst>
                <a:gd name="connsiteX0" fmla="*/ 750094 w 750094"/>
                <a:gd name="connsiteY0" fmla="*/ 375047 h 750093"/>
                <a:gd name="connsiteX1" fmla="*/ 375047 w 750094"/>
                <a:gd name="connsiteY1" fmla="*/ 750094 h 750093"/>
                <a:gd name="connsiteX2" fmla="*/ 0 w 750094"/>
                <a:gd name="connsiteY2" fmla="*/ 375047 h 750093"/>
                <a:gd name="connsiteX3" fmla="*/ 375047 w 750094"/>
                <a:gd name="connsiteY3" fmla="*/ 0 h 750093"/>
                <a:gd name="connsiteX4" fmla="*/ 750094 w 750094"/>
                <a:gd name="connsiteY4" fmla="*/ 375047 h 750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094" h="750093">
                  <a:moveTo>
                    <a:pt x="750094" y="375047"/>
                  </a:moveTo>
                  <a:cubicBezTo>
                    <a:pt x="750094" y="582180"/>
                    <a:pt x="582180" y="750094"/>
                    <a:pt x="375047" y="750094"/>
                  </a:cubicBezTo>
                  <a:cubicBezTo>
                    <a:pt x="167914" y="750094"/>
                    <a:pt x="0" y="582180"/>
                    <a:pt x="0" y="375047"/>
                  </a:cubicBezTo>
                  <a:cubicBezTo>
                    <a:pt x="0" y="167914"/>
                    <a:pt x="167914" y="0"/>
                    <a:pt x="375047" y="0"/>
                  </a:cubicBezTo>
                  <a:cubicBezTo>
                    <a:pt x="582180" y="0"/>
                    <a:pt x="750094" y="167914"/>
                    <a:pt x="750094" y="375047"/>
                  </a:cubicBezTo>
                  <a:close/>
                </a:path>
              </a:pathLst>
            </a:custGeom>
            <a:solidFill>
              <a:schemeClr val="accent1"/>
            </a:solidFill>
            <a:ln w="4267" cap="flat">
              <a:noFill/>
              <a:prstDash val="solid"/>
              <a:miter/>
            </a:ln>
          </p:spPr>
          <p:txBody>
            <a:bodyPr rtlCol="0" anchor="ctr"/>
            <a:lstStyle/>
            <a:p>
              <a:endParaRPr lang="fr-FR" sz="1800"/>
            </a:p>
          </p:txBody>
        </p:sp>
        <p:sp>
          <p:nvSpPr>
            <p:cNvPr id="23" name="Forme libre : forme 22">
              <a:extLst>
                <a:ext uri="{FF2B5EF4-FFF2-40B4-BE49-F238E27FC236}">
                  <a16:creationId xmlns:a16="http://schemas.microsoft.com/office/drawing/2014/main" xmlns="" id="{24FC0465-D52B-05C6-98D9-7BFC25D6C8D1}"/>
                </a:ext>
              </a:extLst>
            </p:cNvPr>
            <p:cNvSpPr/>
            <p:nvPr/>
          </p:nvSpPr>
          <p:spPr>
            <a:xfrm>
              <a:off x="1281610" y="5164153"/>
              <a:ext cx="3062" cy="199"/>
            </a:xfrm>
            <a:custGeom>
              <a:avLst/>
              <a:gdLst>
                <a:gd name="connsiteX0" fmla="*/ 0 w 4286"/>
                <a:gd name="connsiteY0" fmla="*/ 279 h 278"/>
                <a:gd name="connsiteX1" fmla="*/ 0 w 4286"/>
                <a:gd name="connsiteY1" fmla="*/ 279 h 278"/>
                <a:gd name="connsiteX2" fmla="*/ 0 w 4286"/>
                <a:gd name="connsiteY2" fmla="*/ 279 h 278"/>
              </a:gdLst>
              <a:ahLst/>
              <a:cxnLst>
                <a:cxn ang="0">
                  <a:pos x="connsiteX0" y="connsiteY0"/>
                </a:cxn>
                <a:cxn ang="0">
                  <a:pos x="connsiteX1" y="connsiteY1"/>
                </a:cxn>
                <a:cxn ang="0">
                  <a:pos x="connsiteX2" y="connsiteY2"/>
                </a:cxn>
              </a:cxnLst>
              <a:rect l="l" t="t" r="r" b="b"/>
              <a:pathLst>
                <a:path w="4286" h="278">
                  <a:moveTo>
                    <a:pt x="0" y="279"/>
                  </a:moveTo>
                  <a:cubicBezTo>
                    <a:pt x="0" y="279"/>
                    <a:pt x="0" y="279"/>
                    <a:pt x="0" y="279"/>
                  </a:cubicBezTo>
                  <a:cubicBezTo>
                    <a:pt x="0" y="22"/>
                    <a:pt x="0" y="-193"/>
                    <a:pt x="0" y="279"/>
                  </a:cubicBezTo>
                  <a:close/>
                </a:path>
              </a:pathLst>
            </a:custGeom>
            <a:solidFill>
              <a:srgbClr val="8265A9"/>
            </a:solidFill>
            <a:ln w="4267" cap="flat">
              <a:noFill/>
              <a:prstDash val="solid"/>
              <a:miter/>
            </a:ln>
          </p:spPr>
          <p:txBody>
            <a:bodyPr rtlCol="0" anchor="ctr"/>
            <a:lstStyle/>
            <a:p>
              <a:endParaRPr lang="fr-FR" sz="1800"/>
            </a:p>
          </p:txBody>
        </p:sp>
        <p:sp>
          <p:nvSpPr>
            <p:cNvPr id="24" name="Forme libre : forme 23">
              <a:extLst>
                <a:ext uri="{FF2B5EF4-FFF2-40B4-BE49-F238E27FC236}">
                  <a16:creationId xmlns:a16="http://schemas.microsoft.com/office/drawing/2014/main" xmlns="" id="{BFB6B839-790F-152A-186B-1AEFEDC92E99}"/>
                </a:ext>
              </a:extLst>
            </p:cNvPr>
            <p:cNvSpPr/>
            <p:nvPr/>
          </p:nvSpPr>
          <p:spPr>
            <a:xfrm>
              <a:off x="1281610" y="5164353"/>
              <a:ext cx="3062" cy="199"/>
            </a:xfrm>
            <a:custGeom>
              <a:avLst/>
              <a:gdLst>
                <a:gd name="connsiteX0" fmla="*/ 0 w 4286"/>
                <a:gd name="connsiteY0" fmla="*/ 0 h 278"/>
                <a:gd name="connsiteX1" fmla="*/ 0 w 4286"/>
                <a:gd name="connsiteY1" fmla="*/ 0 h 278"/>
                <a:gd name="connsiteX2" fmla="*/ 0 w 4286"/>
                <a:gd name="connsiteY2" fmla="*/ 0 h 278"/>
              </a:gdLst>
              <a:ahLst/>
              <a:cxnLst>
                <a:cxn ang="0">
                  <a:pos x="connsiteX0" y="connsiteY0"/>
                </a:cxn>
                <a:cxn ang="0">
                  <a:pos x="connsiteX1" y="connsiteY1"/>
                </a:cxn>
                <a:cxn ang="0">
                  <a:pos x="connsiteX2" y="connsiteY2"/>
                </a:cxn>
              </a:cxnLst>
              <a:rect l="l" t="t" r="r" b="b"/>
              <a:pathLst>
                <a:path w="4286" h="278">
                  <a:moveTo>
                    <a:pt x="0" y="0"/>
                  </a:moveTo>
                  <a:cubicBezTo>
                    <a:pt x="0" y="0"/>
                    <a:pt x="0" y="0"/>
                    <a:pt x="0" y="0"/>
                  </a:cubicBezTo>
                  <a:cubicBezTo>
                    <a:pt x="0" y="471"/>
                    <a:pt x="0" y="257"/>
                    <a:pt x="0" y="0"/>
                  </a:cubicBezTo>
                  <a:close/>
                </a:path>
              </a:pathLst>
            </a:custGeom>
            <a:solidFill>
              <a:srgbClr val="8265A9"/>
            </a:solidFill>
            <a:ln w="4267" cap="flat">
              <a:noFill/>
              <a:prstDash val="solid"/>
              <a:miter/>
            </a:ln>
          </p:spPr>
          <p:txBody>
            <a:bodyPr rtlCol="0" anchor="ctr"/>
            <a:lstStyle/>
            <a:p>
              <a:endParaRPr lang="fr-FR" sz="1800"/>
            </a:p>
          </p:txBody>
        </p:sp>
        <p:sp>
          <p:nvSpPr>
            <p:cNvPr id="26" name="Forme libre : forme 25">
              <a:extLst>
                <a:ext uri="{FF2B5EF4-FFF2-40B4-BE49-F238E27FC236}">
                  <a16:creationId xmlns:a16="http://schemas.microsoft.com/office/drawing/2014/main" xmlns="" id="{0CADB925-DB78-C811-742A-1070529B1A6A}"/>
                </a:ext>
              </a:extLst>
            </p:cNvPr>
            <p:cNvSpPr/>
            <p:nvPr/>
          </p:nvSpPr>
          <p:spPr>
            <a:xfrm>
              <a:off x="797293" y="5037249"/>
              <a:ext cx="425373" cy="231915"/>
            </a:xfrm>
            <a:custGeom>
              <a:avLst/>
              <a:gdLst>
                <a:gd name="connsiteX0" fmla="*/ 414138 w 595446"/>
                <a:gd name="connsiteY0" fmla="*/ 129659 h 324640"/>
                <a:gd name="connsiteX1" fmla="*/ 478560 w 595446"/>
                <a:gd name="connsiteY1" fmla="*/ 194810 h 324640"/>
                <a:gd name="connsiteX2" fmla="*/ 542982 w 595446"/>
                <a:gd name="connsiteY2" fmla="*/ 129659 h 324640"/>
                <a:gd name="connsiteX3" fmla="*/ 478560 w 595446"/>
                <a:gd name="connsiteY3" fmla="*/ 64508 h 324640"/>
                <a:gd name="connsiteX4" fmla="*/ 414138 w 595446"/>
                <a:gd name="connsiteY4" fmla="*/ 129659 h 324640"/>
                <a:gd name="connsiteX5" fmla="*/ 595446 w 595446"/>
                <a:gd name="connsiteY5" fmla="*/ 317783 h 324640"/>
                <a:gd name="connsiteX6" fmla="*/ 477231 w 595446"/>
                <a:gd name="connsiteY6" fmla="*/ 194767 h 324640"/>
                <a:gd name="connsiteX7" fmla="*/ 471873 w 595446"/>
                <a:gd name="connsiteY7" fmla="*/ 194767 h 324640"/>
                <a:gd name="connsiteX8" fmla="*/ 379205 w 595446"/>
                <a:gd name="connsiteY8" fmla="*/ 324641 h 324640"/>
                <a:gd name="connsiteX9" fmla="*/ 318168 w 595446"/>
                <a:gd name="connsiteY9" fmla="*/ 132745 h 324640"/>
                <a:gd name="connsiteX10" fmla="*/ 295794 w 595446"/>
                <a:gd name="connsiteY10" fmla="*/ 130302 h 324640"/>
                <a:gd name="connsiteX11" fmla="*/ 360217 w 595446"/>
                <a:gd name="connsiteY11" fmla="*/ 65151 h 324640"/>
                <a:gd name="connsiteX12" fmla="*/ 295794 w 595446"/>
                <a:gd name="connsiteY12" fmla="*/ 130302 h 324640"/>
                <a:gd name="connsiteX13" fmla="*/ 231372 w 595446"/>
                <a:gd name="connsiteY13" fmla="*/ 65151 h 324640"/>
                <a:gd name="connsiteX14" fmla="*/ 295794 w 595446"/>
                <a:gd name="connsiteY14" fmla="*/ 0 h 324640"/>
                <a:gd name="connsiteX15" fmla="*/ 360217 w 595446"/>
                <a:gd name="connsiteY15" fmla="*/ 65151 h 324640"/>
                <a:gd name="connsiteX16" fmla="*/ 181308 w 595446"/>
                <a:gd name="connsiteY16" fmla="*/ 129659 h 324640"/>
                <a:gd name="connsiteX17" fmla="*/ 116886 w 595446"/>
                <a:gd name="connsiteY17" fmla="*/ 194810 h 324640"/>
                <a:gd name="connsiteX18" fmla="*/ 52464 w 595446"/>
                <a:gd name="connsiteY18" fmla="*/ 129659 h 324640"/>
                <a:gd name="connsiteX19" fmla="*/ 116886 w 595446"/>
                <a:gd name="connsiteY19" fmla="*/ 64508 h 324640"/>
                <a:gd name="connsiteX20" fmla="*/ 181308 w 595446"/>
                <a:gd name="connsiteY20" fmla="*/ 129659 h 324640"/>
                <a:gd name="connsiteX21" fmla="*/ 0 w 595446"/>
                <a:gd name="connsiteY21" fmla="*/ 317783 h 324640"/>
                <a:gd name="connsiteX22" fmla="*/ 118215 w 595446"/>
                <a:gd name="connsiteY22" fmla="*/ 194767 h 324640"/>
                <a:gd name="connsiteX23" fmla="*/ 123573 w 595446"/>
                <a:gd name="connsiteY23" fmla="*/ 194767 h 324640"/>
                <a:gd name="connsiteX24" fmla="*/ 216241 w 595446"/>
                <a:gd name="connsiteY24" fmla="*/ 324641 h 324640"/>
                <a:gd name="connsiteX25" fmla="*/ 277278 w 595446"/>
                <a:gd name="connsiteY25" fmla="*/ 132745 h 324640"/>
                <a:gd name="connsiteX26" fmla="*/ 299652 w 595446"/>
                <a:gd name="connsiteY26" fmla="*/ 130302 h 32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95446" h="324640">
                  <a:moveTo>
                    <a:pt x="414138" y="129659"/>
                  </a:moveTo>
                  <a:cubicBezTo>
                    <a:pt x="414138" y="165664"/>
                    <a:pt x="442984" y="194810"/>
                    <a:pt x="478560" y="194810"/>
                  </a:cubicBezTo>
                  <a:cubicBezTo>
                    <a:pt x="514136" y="194810"/>
                    <a:pt x="542982" y="165621"/>
                    <a:pt x="542982" y="129659"/>
                  </a:cubicBezTo>
                  <a:cubicBezTo>
                    <a:pt x="542982" y="93697"/>
                    <a:pt x="514136" y="64508"/>
                    <a:pt x="478560" y="64508"/>
                  </a:cubicBezTo>
                  <a:cubicBezTo>
                    <a:pt x="442984" y="64508"/>
                    <a:pt x="414138" y="93697"/>
                    <a:pt x="414138" y="129659"/>
                  </a:cubicBezTo>
                  <a:close/>
                  <a:moveTo>
                    <a:pt x="595446" y="317783"/>
                  </a:moveTo>
                  <a:cubicBezTo>
                    <a:pt x="595446" y="240544"/>
                    <a:pt x="553912" y="201625"/>
                    <a:pt x="477231" y="194767"/>
                  </a:cubicBezTo>
                  <a:lnTo>
                    <a:pt x="471873" y="194767"/>
                  </a:lnTo>
                  <a:cubicBezTo>
                    <a:pt x="374961" y="204540"/>
                    <a:pt x="324298" y="324641"/>
                    <a:pt x="379205" y="324641"/>
                  </a:cubicBezTo>
                  <a:cubicBezTo>
                    <a:pt x="431111" y="324641"/>
                    <a:pt x="426439" y="145733"/>
                    <a:pt x="318168" y="132745"/>
                  </a:cubicBezTo>
                  <a:lnTo>
                    <a:pt x="295794" y="130302"/>
                  </a:lnTo>
                  <a:moveTo>
                    <a:pt x="360217" y="65151"/>
                  </a:moveTo>
                  <a:cubicBezTo>
                    <a:pt x="360217" y="101156"/>
                    <a:pt x="331370" y="130302"/>
                    <a:pt x="295794" y="130302"/>
                  </a:cubicBezTo>
                  <a:cubicBezTo>
                    <a:pt x="260218" y="130302"/>
                    <a:pt x="231372" y="101156"/>
                    <a:pt x="231372" y="65151"/>
                  </a:cubicBezTo>
                  <a:cubicBezTo>
                    <a:pt x="231372" y="29147"/>
                    <a:pt x="260218" y="0"/>
                    <a:pt x="295794" y="0"/>
                  </a:cubicBezTo>
                  <a:cubicBezTo>
                    <a:pt x="331370" y="0"/>
                    <a:pt x="360217" y="29189"/>
                    <a:pt x="360217" y="65151"/>
                  </a:cubicBezTo>
                  <a:close/>
                  <a:moveTo>
                    <a:pt x="181308" y="129659"/>
                  </a:moveTo>
                  <a:cubicBezTo>
                    <a:pt x="181308" y="165664"/>
                    <a:pt x="152462" y="194810"/>
                    <a:pt x="116886" y="194810"/>
                  </a:cubicBezTo>
                  <a:cubicBezTo>
                    <a:pt x="81310" y="194810"/>
                    <a:pt x="52464" y="165621"/>
                    <a:pt x="52464" y="129659"/>
                  </a:cubicBezTo>
                  <a:cubicBezTo>
                    <a:pt x="52464" y="93697"/>
                    <a:pt x="81310" y="64508"/>
                    <a:pt x="116886" y="64508"/>
                  </a:cubicBezTo>
                  <a:cubicBezTo>
                    <a:pt x="152462" y="64508"/>
                    <a:pt x="181308" y="93697"/>
                    <a:pt x="181308" y="129659"/>
                  </a:cubicBezTo>
                  <a:close/>
                  <a:moveTo>
                    <a:pt x="0" y="317783"/>
                  </a:moveTo>
                  <a:cubicBezTo>
                    <a:pt x="0" y="240544"/>
                    <a:pt x="41534" y="201625"/>
                    <a:pt x="118215" y="194767"/>
                  </a:cubicBezTo>
                  <a:lnTo>
                    <a:pt x="123573" y="194767"/>
                  </a:lnTo>
                  <a:cubicBezTo>
                    <a:pt x="220485" y="204540"/>
                    <a:pt x="271148" y="324641"/>
                    <a:pt x="216241" y="324641"/>
                  </a:cubicBezTo>
                  <a:cubicBezTo>
                    <a:pt x="164335" y="324641"/>
                    <a:pt x="169007" y="145733"/>
                    <a:pt x="277278" y="132745"/>
                  </a:cubicBezTo>
                  <a:lnTo>
                    <a:pt x="299652" y="130302"/>
                  </a:lnTo>
                </a:path>
              </a:pathLst>
            </a:custGeom>
            <a:noFill/>
            <a:ln w="17069" cap="flat">
              <a:solidFill>
                <a:schemeClr val="tx2">
                  <a:lumMod val="10000"/>
                  <a:lumOff val="90000"/>
                </a:schemeClr>
              </a:solidFill>
              <a:prstDash val="solid"/>
              <a:miter/>
            </a:ln>
          </p:spPr>
          <p:txBody>
            <a:bodyPr rtlCol="0" anchor="ctr"/>
            <a:lstStyle/>
            <a:p>
              <a:endParaRPr lang="fr-FR" sz="1800"/>
            </a:p>
          </p:txBody>
        </p:sp>
      </p:grpSp>
      <p:sp>
        <p:nvSpPr>
          <p:cNvPr id="27" name="Espace réservé du pied de page 1">
            <a:extLst>
              <a:ext uri="{FF2B5EF4-FFF2-40B4-BE49-F238E27FC236}">
                <a16:creationId xmlns:a16="http://schemas.microsoft.com/office/drawing/2014/main" xmlns="" id="{60233E5D-FD35-6FE4-4987-8726CD9C1636}"/>
              </a:ext>
            </a:extLst>
          </p:cNvPr>
          <p:cNvSpPr>
            <a:spLocks noGrp="1"/>
          </p:cNvSpPr>
          <p:nvPr>
            <p:ph type="ftr" sz="quarter" idx="22"/>
          </p:nvPr>
        </p:nvSpPr>
        <p:spPr>
          <a:xfrm>
            <a:off x="4259818" y="6672179"/>
            <a:ext cx="4113748" cy="107975"/>
          </a:xfrm>
        </p:spPr>
        <p:txBody>
          <a:bodyPr/>
          <a:lstStyle/>
          <a:p>
            <a:endParaRPr lang="fr-FR"/>
          </a:p>
        </p:txBody>
      </p:sp>
      <p:sp>
        <p:nvSpPr>
          <p:cNvPr id="7" name="ZoneTexte 6">
            <a:extLst>
              <a:ext uri="{FF2B5EF4-FFF2-40B4-BE49-F238E27FC236}">
                <a16:creationId xmlns:a16="http://schemas.microsoft.com/office/drawing/2014/main" xmlns="" id="{AA618AC0-F22E-B4AF-3FC1-76D9EF632F99}"/>
              </a:ext>
            </a:extLst>
          </p:cNvPr>
          <p:cNvSpPr txBox="1"/>
          <p:nvPr/>
        </p:nvSpPr>
        <p:spPr>
          <a:xfrm>
            <a:off x="0" y="5609894"/>
            <a:ext cx="1428936" cy="698959"/>
          </a:xfrm>
          <a:custGeom>
            <a:avLst/>
            <a:gdLst>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6 h 699125"/>
              <a:gd name="connsiteX1" fmla="*/ 116522 w 1657350"/>
              <a:gd name="connsiteY1" fmla="*/ 4 h 699125"/>
              <a:gd name="connsiteX2" fmla="*/ 1540828 w 1657350"/>
              <a:gd name="connsiteY2" fmla="*/ 4 h 699125"/>
              <a:gd name="connsiteX3" fmla="*/ 1657350 w 1657350"/>
              <a:gd name="connsiteY3" fmla="*/ 116526 h 699125"/>
              <a:gd name="connsiteX4" fmla="*/ 1657350 w 1657350"/>
              <a:gd name="connsiteY4" fmla="*/ 582603 h 699125"/>
              <a:gd name="connsiteX5" fmla="*/ 1540828 w 1657350"/>
              <a:gd name="connsiteY5" fmla="*/ 699125 h 699125"/>
              <a:gd name="connsiteX6" fmla="*/ 116522 w 1657350"/>
              <a:gd name="connsiteY6" fmla="*/ 699125 h 699125"/>
              <a:gd name="connsiteX7" fmla="*/ 0 w 1657350"/>
              <a:gd name="connsiteY7" fmla="*/ 582603 h 699125"/>
              <a:gd name="connsiteX8" fmla="*/ 0 w 1657350"/>
              <a:gd name="connsiteY8" fmla="*/ 116526 h 699125"/>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2540 w 1659890"/>
              <a:gd name="connsiteY0" fmla="*/ 116522 h 699121"/>
              <a:gd name="connsiteX1" fmla="*/ 9525 w 1659890"/>
              <a:gd name="connsiteY1" fmla="*/ 0 h 699121"/>
              <a:gd name="connsiteX2" fmla="*/ 1543368 w 1659890"/>
              <a:gd name="connsiteY2" fmla="*/ 0 h 699121"/>
              <a:gd name="connsiteX3" fmla="*/ 1659890 w 1659890"/>
              <a:gd name="connsiteY3" fmla="*/ 116522 h 699121"/>
              <a:gd name="connsiteX4" fmla="*/ 1659890 w 1659890"/>
              <a:gd name="connsiteY4" fmla="*/ 582599 h 699121"/>
              <a:gd name="connsiteX5" fmla="*/ 1543368 w 1659890"/>
              <a:gd name="connsiteY5" fmla="*/ 699121 h 699121"/>
              <a:gd name="connsiteX6" fmla="*/ 0 w 1659890"/>
              <a:gd name="connsiteY6" fmla="*/ 699121 h 699121"/>
              <a:gd name="connsiteX7" fmla="*/ 2540 w 1659890"/>
              <a:gd name="connsiteY7" fmla="*/ 582599 h 699121"/>
              <a:gd name="connsiteX8" fmla="*/ 2540 w 1659890"/>
              <a:gd name="connsiteY8" fmla="*/ 116522 h 69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9890" h="699121">
                <a:moveTo>
                  <a:pt x="2540" y="116522"/>
                </a:moveTo>
                <a:lnTo>
                  <a:pt x="9525" y="0"/>
                </a:lnTo>
                <a:lnTo>
                  <a:pt x="1543368" y="0"/>
                </a:lnTo>
                <a:cubicBezTo>
                  <a:pt x="1607721" y="0"/>
                  <a:pt x="1659890" y="52169"/>
                  <a:pt x="1659890" y="116522"/>
                </a:cubicBezTo>
                <a:lnTo>
                  <a:pt x="1659890" y="582599"/>
                </a:lnTo>
                <a:cubicBezTo>
                  <a:pt x="1659890" y="646952"/>
                  <a:pt x="1607721" y="699121"/>
                  <a:pt x="1543368" y="699121"/>
                </a:cubicBezTo>
                <a:lnTo>
                  <a:pt x="0" y="699121"/>
                </a:lnTo>
                <a:cubicBezTo>
                  <a:pt x="847" y="660280"/>
                  <a:pt x="1693" y="621440"/>
                  <a:pt x="2540" y="582599"/>
                </a:cubicBezTo>
                <a:lnTo>
                  <a:pt x="2540" y="116522"/>
                </a:lnTo>
                <a:close/>
              </a:path>
            </a:pathLst>
          </a:custGeom>
          <a:solidFill>
            <a:schemeClr val="accent1"/>
          </a:solidFill>
        </p:spPr>
        <p:txBody>
          <a:bodyPr wrap="square" rtlCol="0" anchor="ctr" anchorCtr="0">
            <a:noAutofit/>
          </a:bodyPr>
          <a:lstStyle/>
          <a:p>
            <a:pPr marL="1588" indent="-1588" algn="r"/>
            <a:r>
              <a:rPr lang="fr-FR" sz="2000" b="1">
                <a:solidFill>
                  <a:schemeClr val="bg1"/>
                </a:solidFill>
                <a:latin typeface="+mn-lt"/>
                <a:cs typeface="Times New Roman" panose="02020603050405020304" pitchFamily="18" charset="0"/>
              </a:rPr>
              <a:t>Durée</a:t>
            </a:r>
            <a:endParaRPr lang="fr-FR" sz="2400" b="1">
              <a:solidFill>
                <a:schemeClr val="bg1"/>
              </a:solidFill>
              <a:latin typeface="+mn-lt"/>
              <a:cs typeface="Times New Roman" panose="02020603050405020304" pitchFamily="18" charset="0"/>
            </a:endParaRPr>
          </a:p>
        </p:txBody>
      </p:sp>
    </p:spTree>
    <p:extLst>
      <p:ext uri="{BB962C8B-B14F-4D97-AF65-F5344CB8AC3E}">
        <p14:creationId xmlns:p14="http://schemas.microsoft.com/office/powerpoint/2010/main" val="236378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xo ss-groupe pleine page">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xmlns="" id="{D7CC1E0F-ACBF-5AA6-DA94-55814EEF4D3E}"/>
              </a:ext>
            </a:extLst>
          </p:cNvPr>
          <p:cNvSpPr txBox="1"/>
          <p:nvPr/>
        </p:nvSpPr>
        <p:spPr>
          <a:xfrm>
            <a:off x="0" y="4817628"/>
            <a:ext cx="1428936" cy="698959"/>
          </a:xfrm>
          <a:custGeom>
            <a:avLst/>
            <a:gdLst>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6 h 699125"/>
              <a:gd name="connsiteX1" fmla="*/ 116522 w 1657350"/>
              <a:gd name="connsiteY1" fmla="*/ 4 h 699125"/>
              <a:gd name="connsiteX2" fmla="*/ 1540828 w 1657350"/>
              <a:gd name="connsiteY2" fmla="*/ 4 h 699125"/>
              <a:gd name="connsiteX3" fmla="*/ 1657350 w 1657350"/>
              <a:gd name="connsiteY3" fmla="*/ 116526 h 699125"/>
              <a:gd name="connsiteX4" fmla="*/ 1657350 w 1657350"/>
              <a:gd name="connsiteY4" fmla="*/ 582603 h 699125"/>
              <a:gd name="connsiteX5" fmla="*/ 1540828 w 1657350"/>
              <a:gd name="connsiteY5" fmla="*/ 699125 h 699125"/>
              <a:gd name="connsiteX6" fmla="*/ 116522 w 1657350"/>
              <a:gd name="connsiteY6" fmla="*/ 699125 h 699125"/>
              <a:gd name="connsiteX7" fmla="*/ 0 w 1657350"/>
              <a:gd name="connsiteY7" fmla="*/ 582603 h 699125"/>
              <a:gd name="connsiteX8" fmla="*/ 0 w 1657350"/>
              <a:gd name="connsiteY8" fmla="*/ 116526 h 699125"/>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2540 w 1659890"/>
              <a:gd name="connsiteY0" fmla="*/ 116522 h 699121"/>
              <a:gd name="connsiteX1" fmla="*/ 9525 w 1659890"/>
              <a:gd name="connsiteY1" fmla="*/ 0 h 699121"/>
              <a:gd name="connsiteX2" fmla="*/ 1543368 w 1659890"/>
              <a:gd name="connsiteY2" fmla="*/ 0 h 699121"/>
              <a:gd name="connsiteX3" fmla="*/ 1659890 w 1659890"/>
              <a:gd name="connsiteY3" fmla="*/ 116522 h 699121"/>
              <a:gd name="connsiteX4" fmla="*/ 1659890 w 1659890"/>
              <a:gd name="connsiteY4" fmla="*/ 582599 h 699121"/>
              <a:gd name="connsiteX5" fmla="*/ 1543368 w 1659890"/>
              <a:gd name="connsiteY5" fmla="*/ 699121 h 699121"/>
              <a:gd name="connsiteX6" fmla="*/ 0 w 1659890"/>
              <a:gd name="connsiteY6" fmla="*/ 699121 h 699121"/>
              <a:gd name="connsiteX7" fmla="*/ 2540 w 1659890"/>
              <a:gd name="connsiteY7" fmla="*/ 582599 h 699121"/>
              <a:gd name="connsiteX8" fmla="*/ 2540 w 1659890"/>
              <a:gd name="connsiteY8" fmla="*/ 116522 h 69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9890" h="699121">
                <a:moveTo>
                  <a:pt x="2540" y="116522"/>
                </a:moveTo>
                <a:lnTo>
                  <a:pt x="9525" y="0"/>
                </a:lnTo>
                <a:lnTo>
                  <a:pt x="1543368" y="0"/>
                </a:lnTo>
                <a:cubicBezTo>
                  <a:pt x="1607721" y="0"/>
                  <a:pt x="1659890" y="52169"/>
                  <a:pt x="1659890" y="116522"/>
                </a:cubicBezTo>
                <a:lnTo>
                  <a:pt x="1659890" y="582599"/>
                </a:lnTo>
                <a:cubicBezTo>
                  <a:pt x="1659890" y="646952"/>
                  <a:pt x="1607721" y="699121"/>
                  <a:pt x="1543368" y="699121"/>
                </a:cubicBezTo>
                <a:lnTo>
                  <a:pt x="0" y="699121"/>
                </a:lnTo>
                <a:cubicBezTo>
                  <a:pt x="847" y="660280"/>
                  <a:pt x="1693" y="621440"/>
                  <a:pt x="2540" y="582599"/>
                </a:cubicBezTo>
                <a:lnTo>
                  <a:pt x="2540" y="116522"/>
                </a:lnTo>
                <a:close/>
              </a:path>
            </a:pathLst>
          </a:custGeom>
          <a:solidFill>
            <a:schemeClr val="accent1"/>
          </a:solidFill>
        </p:spPr>
        <p:txBody>
          <a:bodyPr wrap="square" rtlCol="0" anchor="ctr" anchorCtr="0">
            <a:noAutofit/>
          </a:bodyPr>
          <a:lstStyle/>
          <a:p>
            <a:pPr marL="1588" indent="-1588" algn="r"/>
            <a:endParaRPr lang="fr-FR" sz="2400" b="1">
              <a:solidFill>
                <a:schemeClr val="bg1"/>
              </a:solidFill>
              <a:latin typeface="+mn-lt"/>
              <a:cs typeface="Times New Roman" panose="02020603050405020304" pitchFamily="18" charset="0"/>
            </a:endParaRPr>
          </a:p>
        </p:txBody>
      </p:sp>
      <p:sp>
        <p:nvSpPr>
          <p:cNvPr id="2" name="Titre 1"/>
          <p:cNvSpPr>
            <a:spLocks noGrp="1"/>
          </p:cNvSpPr>
          <p:nvPr>
            <p:ph type="title"/>
          </p:nvPr>
        </p:nvSpPr>
        <p:spPr>
          <a:xfrm>
            <a:off x="604416" y="801503"/>
            <a:ext cx="11304875" cy="662900"/>
          </a:xfrm>
        </p:spPr>
        <p:txBody>
          <a:bodyPr tIns="0"/>
          <a:lstStyle>
            <a:lvl1pPr>
              <a:defRPr>
                <a:solidFill>
                  <a:schemeClr val="tx1"/>
                </a:solidFill>
              </a:defRPr>
            </a:lvl1p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587452" y="1590056"/>
            <a:ext cx="11321840" cy="472767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7" name="Espace réservé du pied de page 1">
            <a:extLst>
              <a:ext uri="{FF2B5EF4-FFF2-40B4-BE49-F238E27FC236}">
                <a16:creationId xmlns:a16="http://schemas.microsoft.com/office/drawing/2014/main" xmlns="" id="{60233E5D-FD35-6FE4-4987-8726CD9C1636}"/>
              </a:ext>
            </a:extLst>
          </p:cNvPr>
          <p:cNvSpPr>
            <a:spLocks noGrp="1"/>
          </p:cNvSpPr>
          <p:nvPr>
            <p:ph type="ftr" sz="quarter" idx="22"/>
          </p:nvPr>
        </p:nvSpPr>
        <p:spPr>
          <a:xfrm>
            <a:off x="4259818" y="6672179"/>
            <a:ext cx="4113748" cy="107975"/>
          </a:xfrm>
        </p:spPr>
        <p:txBody>
          <a:bodyPr/>
          <a:lstStyle/>
          <a:p>
            <a:endParaRPr lang="fr-FR"/>
          </a:p>
        </p:txBody>
      </p:sp>
      <p:sp>
        <p:nvSpPr>
          <p:cNvPr id="7" name="ZoneTexte 6">
            <a:extLst>
              <a:ext uri="{FF2B5EF4-FFF2-40B4-BE49-F238E27FC236}">
                <a16:creationId xmlns:a16="http://schemas.microsoft.com/office/drawing/2014/main" xmlns="" id="{AA618AC0-F22E-B4AF-3FC1-76D9EF632F99}"/>
              </a:ext>
            </a:extLst>
          </p:cNvPr>
          <p:cNvSpPr txBox="1"/>
          <p:nvPr/>
        </p:nvSpPr>
        <p:spPr>
          <a:xfrm>
            <a:off x="0" y="5609894"/>
            <a:ext cx="1428936" cy="698959"/>
          </a:xfrm>
          <a:custGeom>
            <a:avLst/>
            <a:gdLst>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6 h 699125"/>
              <a:gd name="connsiteX1" fmla="*/ 116522 w 1657350"/>
              <a:gd name="connsiteY1" fmla="*/ 4 h 699125"/>
              <a:gd name="connsiteX2" fmla="*/ 1540828 w 1657350"/>
              <a:gd name="connsiteY2" fmla="*/ 4 h 699125"/>
              <a:gd name="connsiteX3" fmla="*/ 1657350 w 1657350"/>
              <a:gd name="connsiteY3" fmla="*/ 116526 h 699125"/>
              <a:gd name="connsiteX4" fmla="*/ 1657350 w 1657350"/>
              <a:gd name="connsiteY4" fmla="*/ 582603 h 699125"/>
              <a:gd name="connsiteX5" fmla="*/ 1540828 w 1657350"/>
              <a:gd name="connsiteY5" fmla="*/ 699125 h 699125"/>
              <a:gd name="connsiteX6" fmla="*/ 116522 w 1657350"/>
              <a:gd name="connsiteY6" fmla="*/ 699125 h 699125"/>
              <a:gd name="connsiteX7" fmla="*/ 0 w 1657350"/>
              <a:gd name="connsiteY7" fmla="*/ 582603 h 699125"/>
              <a:gd name="connsiteX8" fmla="*/ 0 w 1657350"/>
              <a:gd name="connsiteY8" fmla="*/ 116526 h 699125"/>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2540 w 1659890"/>
              <a:gd name="connsiteY0" fmla="*/ 116522 h 699121"/>
              <a:gd name="connsiteX1" fmla="*/ 9525 w 1659890"/>
              <a:gd name="connsiteY1" fmla="*/ 0 h 699121"/>
              <a:gd name="connsiteX2" fmla="*/ 1543368 w 1659890"/>
              <a:gd name="connsiteY2" fmla="*/ 0 h 699121"/>
              <a:gd name="connsiteX3" fmla="*/ 1659890 w 1659890"/>
              <a:gd name="connsiteY3" fmla="*/ 116522 h 699121"/>
              <a:gd name="connsiteX4" fmla="*/ 1659890 w 1659890"/>
              <a:gd name="connsiteY4" fmla="*/ 582599 h 699121"/>
              <a:gd name="connsiteX5" fmla="*/ 1543368 w 1659890"/>
              <a:gd name="connsiteY5" fmla="*/ 699121 h 699121"/>
              <a:gd name="connsiteX6" fmla="*/ 0 w 1659890"/>
              <a:gd name="connsiteY6" fmla="*/ 699121 h 699121"/>
              <a:gd name="connsiteX7" fmla="*/ 2540 w 1659890"/>
              <a:gd name="connsiteY7" fmla="*/ 582599 h 699121"/>
              <a:gd name="connsiteX8" fmla="*/ 2540 w 1659890"/>
              <a:gd name="connsiteY8" fmla="*/ 116522 h 69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9890" h="699121">
                <a:moveTo>
                  <a:pt x="2540" y="116522"/>
                </a:moveTo>
                <a:lnTo>
                  <a:pt x="9525" y="0"/>
                </a:lnTo>
                <a:lnTo>
                  <a:pt x="1543368" y="0"/>
                </a:lnTo>
                <a:cubicBezTo>
                  <a:pt x="1607721" y="0"/>
                  <a:pt x="1659890" y="52169"/>
                  <a:pt x="1659890" y="116522"/>
                </a:cubicBezTo>
                <a:lnTo>
                  <a:pt x="1659890" y="582599"/>
                </a:lnTo>
                <a:cubicBezTo>
                  <a:pt x="1659890" y="646952"/>
                  <a:pt x="1607721" y="699121"/>
                  <a:pt x="1543368" y="699121"/>
                </a:cubicBezTo>
                <a:lnTo>
                  <a:pt x="0" y="699121"/>
                </a:lnTo>
                <a:cubicBezTo>
                  <a:pt x="847" y="660280"/>
                  <a:pt x="1693" y="621440"/>
                  <a:pt x="2540" y="582599"/>
                </a:cubicBezTo>
                <a:lnTo>
                  <a:pt x="2540" y="116522"/>
                </a:lnTo>
                <a:close/>
              </a:path>
            </a:pathLst>
          </a:custGeom>
          <a:solidFill>
            <a:schemeClr val="accent1"/>
          </a:solidFill>
        </p:spPr>
        <p:txBody>
          <a:bodyPr wrap="square" rtlCol="0" anchor="ctr" anchorCtr="0">
            <a:noAutofit/>
          </a:bodyPr>
          <a:lstStyle/>
          <a:p>
            <a:pPr marL="1588" indent="-1588" algn="r"/>
            <a:r>
              <a:rPr lang="fr-FR" sz="2000" b="1">
                <a:solidFill>
                  <a:schemeClr val="bg1"/>
                </a:solidFill>
                <a:latin typeface="+mn-lt"/>
                <a:cs typeface="Times New Roman" panose="02020603050405020304" pitchFamily="18" charset="0"/>
              </a:rPr>
              <a:t>Durée</a:t>
            </a:r>
            <a:endParaRPr lang="fr-FR" sz="2400" b="1">
              <a:solidFill>
                <a:schemeClr val="bg1"/>
              </a:solidFill>
              <a:latin typeface="+mn-lt"/>
              <a:cs typeface="Times New Roman" panose="02020603050405020304" pitchFamily="18" charset="0"/>
            </a:endParaRPr>
          </a:p>
        </p:txBody>
      </p:sp>
      <p:grpSp>
        <p:nvGrpSpPr>
          <p:cNvPr id="14" name="Groupe 13">
            <a:extLst>
              <a:ext uri="{FF2B5EF4-FFF2-40B4-BE49-F238E27FC236}">
                <a16:creationId xmlns:a16="http://schemas.microsoft.com/office/drawing/2014/main" xmlns="" id="{28925CAC-ECE4-CDFE-E0FC-643E8C62D9F8}"/>
              </a:ext>
            </a:extLst>
          </p:cNvPr>
          <p:cNvGrpSpPr/>
          <p:nvPr/>
        </p:nvGrpSpPr>
        <p:grpSpPr>
          <a:xfrm>
            <a:off x="607592" y="4850117"/>
            <a:ext cx="615719" cy="615496"/>
            <a:chOff x="604337" y="4851239"/>
            <a:chExt cx="615639" cy="615639"/>
          </a:xfrm>
        </p:grpSpPr>
        <p:sp>
          <p:nvSpPr>
            <p:cNvPr id="5" name="Forme libre : forme 4">
              <a:extLst>
                <a:ext uri="{FF2B5EF4-FFF2-40B4-BE49-F238E27FC236}">
                  <a16:creationId xmlns:a16="http://schemas.microsoft.com/office/drawing/2014/main" xmlns="" id="{7ABC53D0-CB71-90C8-5A1F-42D1F34CA099}"/>
                </a:ext>
              </a:extLst>
            </p:cNvPr>
            <p:cNvSpPr/>
            <p:nvPr/>
          </p:nvSpPr>
          <p:spPr>
            <a:xfrm>
              <a:off x="604337" y="4851239"/>
              <a:ext cx="615639" cy="615639"/>
            </a:xfrm>
            <a:custGeom>
              <a:avLst/>
              <a:gdLst>
                <a:gd name="connsiteX0" fmla="*/ 827590 w 827589"/>
                <a:gd name="connsiteY0" fmla="*/ 413795 h 827589"/>
                <a:gd name="connsiteX1" fmla="*/ 413795 w 827589"/>
                <a:gd name="connsiteY1" fmla="*/ 827589 h 827589"/>
                <a:gd name="connsiteX2" fmla="*/ 0 w 827589"/>
                <a:gd name="connsiteY2" fmla="*/ 413795 h 827589"/>
                <a:gd name="connsiteX3" fmla="*/ 413795 w 827589"/>
                <a:gd name="connsiteY3" fmla="*/ 0 h 827589"/>
                <a:gd name="connsiteX4" fmla="*/ 827590 w 827589"/>
                <a:gd name="connsiteY4" fmla="*/ 413795 h 827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7589" h="827589">
                  <a:moveTo>
                    <a:pt x="827590" y="413795"/>
                  </a:moveTo>
                  <a:cubicBezTo>
                    <a:pt x="827590" y="642327"/>
                    <a:pt x="642327" y="827589"/>
                    <a:pt x="413795" y="827589"/>
                  </a:cubicBezTo>
                  <a:cubicBezTo>
                    <a:pt x="185262" y="827589"/>
                    <a:pt x="0" y="642327"/>
                    <a:pt x="0" y="413795"/>
                  </a:cubicBezTo>
                  <a:cubicBezTo>
                    <a:pt x="0" y="185262"/>
                    <a:pt x="185262" y="0"/>
                    <a:pt x="413795" y="0"/>
                  </a:cubicBezTo>
                  <a:cubicBezTo>
                    <a:pt x="642327" y="0"/>
                    <a:pt x="827590" y="185262"/>
                    <a:pt x="827590" y="413795"/>
                  </a:cubicBezTo>
                  <a:close/>
                </a:path>
              </a:pathLst>
            </a:custGeom>
            <a:noFill/>
            <a:ln w="8534" cap="flat">
              <a:solidFill>
                <a:srgbClr val="FFFFFF"/>
              </a:solidFill>
              <a:prstDash val="solid"/>
              <a:miter/>
            </a:ln>
          </p:spPr>
          <p:txBody>
            <a:bodyPr rtlCol="0" anchor="ctr"/>
            <a:lstStyle/>
            <a:p>
              <a:endParaRPr lang="fr-FR" sz="1800"/>
            </a:p>
          </p:txBody>
        </p:sp>
        <p:sp>
          <p:nvSpPr>
            <p:cNvPr id="8" name="Forme libre : forme 7">
              <a:extLst>
                <a:ext uri="{FF2B5EF4-FFF2-40B4-BE49-F238E27FC236}">
                  <a16:creationId xmlns:a16="http://schemas.microsoft.com/office/drawing/2014/main" xmlns="" id="{D78E7220-CBB8-C8AC-8696-BC51D20B3203}"/>
                </a:ext>
              </a:extLst>
            </p:cNvPr>
            <p:cNvSpPr/>
            <p:nvPr/>
          </p:nvSpPr>
          <p:spPr>
            <a:xfrm>
              <a:off x="633161" y="4880063"/>
              <a:ext cx="557991" cy="557990"/>
            </a:xfrm>
            <a:custGeom>
              <a:avLst/>
              <a:gdLst>
                <a:gd name="connsiteX0" fmla="*/ 750094 w 750094"/>
                <a:gd name="connsiteY0" fmla="*/ 375047 h 750093"/>
                <a:gd name="connsiteX1" fmla="*/ 375047 w 750094"/>
                <a:gd name="connsiteY1" fmla="*/ 750094 h 750093"/>
                <a:gd name="connsiteX2" fmla="*/ 0 w 750094"/>
                <a:gd name="connsiteY2" fmla="*/ 375047 h 750093"/>
                <a:gd name="connsiteX3" fmla="*/ 375047 w 750094"/>
                <a:gd name="connsiteY3" fmla="*/ 0 h 750093"/>
                <a:gd name="connsiteX4" fmla="*/ 750094 w 750094"/>
                <a:gd name="connsiteY4" fmla="*/ 375047 h 750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094" h="750093">
                  <a:moveTo>
                    <a:pt x="750094" y="375047"/>
                  </a:moveTo>
                  <a:cubicBezTo>
                    <a:pt x="750094" y="582180"/>
                    <a:pt x="582180" y="750094"/>
                    <a:pt x="375047" y="750094"/>
                  </a:cubicBezTo>
                  <a:cubicBezTo>
                    <a:pt x="167914" y="750094"/>
                    <a:pt x="0" y="582180"/>
                    <a:pt x="0" y="375047"/>
                  </a:cubicBezTo>
                  <a:cubicBezTo>
                    <a:pt x="0" y="167914"/>
                    <a:pt x="167914" y="0"/>
                    <a:pt x="375047" y="0"/>
                  </a:cubicBezTo>
                  <a:cubicBezTo>
                    <a:pt x="582180" y="0"/>
                    <a:pt x="750094" y="167914"/>
                    <a:pt x="750094" y="375047"/>
                  </a:cubicBezTo>
                  <a:close/>
                </a:path>
              </a:pathLst>
            </a:custGeom>
            <a:solidFill>
              <a:schemeClr val="accent1"/>
            </a:solidFill>
            <a:ln w="4267" cap="flat">
              <a:noFill/>
              <a:prstDash val="solid"/>
              <a:miter/>
            </a:ln>
          </p:spPr>
          <p:txBody>
            <a:bodyPr rtlCol="0" anchor="ctr"/>
            <a:lstStyle/>
            <a:p>
              <a:endParaRPr lang="fr-FR" sz="1800"/>
            </a:p>
          </p:txBody>
        </p:sp>
        <p:sp>
          <p:nvSpPr>
            <p:cNvPr id="9" name="Forme libre : forme 8">
              <a:extLst>
                <a:ext uri="{FF2B5EF4-FFF2-40B4-BE49-F238E27FC236}">
                  <a16:creationId xmlns:a16="http://schemas.microsoft.com/office/drawing/2014/main" xmlns="" id="{229CA9FE-022B-1EC9-C060-C5AC548B1F59}"/>
                </a:ext>
              </a:extLst>
            </p:cNvPr>
            <p:cNvSpPr/>
            <p:nvPr/>
          </p:nvSpPr>
          <p:spPr>
            <a:xfrm>
              <a:off x="1195010" y="5154738"/>
              <a:ext cx="3188" cy="207"/>
            </a:xfrm>
            <a:custGeom>
              <a:avLst/>
              <a:gdLst>
                <a:gd name="connsiteX0" fmla="*/ 0 w 4286"/>
                <a:gd name="connsiteY0" fmla="*/ 279 h 278"/>
                <a:gd name="connsiteX1" fmla="*/ 0 w 4286"/>
                <a:gd name="connsiteY1" fmla="*/ 279 h 278"/>
                <a:gd name="connsiteX2" fmla="*/ 0 w 4286"/>
                <a:gd name="connsiteY2" fmla="*/ 279 h 278"/>
              </a:gdLst>
              <a:ahLst/>
              <a:cxnLst>
                <a:cxn ang="0">
                  <a:pos x="connsiteX0" y="connsiteY0"/>
                </a:cxn>
                <a:cxn ang="0">
                  <a:pos x="connsiteX1" y="connsiteY1"/>
                </a:cxn>
                <a:cxn ang="0">
                  <a:pos x="connsiteX2" y="connsiteY2"/>
                </a:cxn>
              </a:cxnLst>
              <a:rect l="l" t="t" r="r" b="b"/>
              <a:pathLst>
                <a:path w="4286" h="278">
                  <a:moveTo>
                    <a:pt x="0" y="279"/>
                  </a:moveTo>
                  <a:cubicBezTo>
                    <a:pt x="0" y="279"/>
                    <a:pt x="0" y="279"/>
                    <a:pt x="0" y="279"/>
                  </a:cubicBezTo>
                  <a:cubicBezTo>
                    <a:pt x="0" y="22"/>
                    <a:pt x="0" y="-193"/>
                    <a:pt x="0" y="279"/>
                  </a:cubicBezTo>
                  <a:close/>
                </a:path>
              </a:pathLst>
            </a:custGeom>
            <a:solidFill>
              <a:srgbClr val="8265A9"/>
            </a:solidFill>
            <a:ln w="4267" cap="flat">
              <a:noFill/>
              <a:prstDash val="solid"/>
              <a:miter/>
            </a:ln>
          </p:spPr>
          <p:txBody>
            <a:bodyPr rtlCol="0" anchor="ctr"/>
            <a:lstStyle/>
            <a:p>
              <a:endParaRPr lang="fr-FR" sz="1800"/>
            </a:p>
          </p:txBody>
        </p:sp>
        <p:sp>
          <p:nvSpPr>
            <p:cNvPr id="11" name="Forme libre : forme 10">
              <a:extLst>
                <a:ext uri="{FF2B5EF4-FFF2-40B4-BE49-F238E27FC236}">
                  <a16:creationId xmlns:a16="http://schemas.microsoft.com/office/drawing/2014/main" xmlns="" id="{E152405F-D746-3D21-362F-41C12018E19A}"/>
                </a:ext>
              </a:extLst>
            </p:cNvPr>
            <p:cNvSpPr/>
            <p:nvPr/>
          </p:nvSpPr>
          <p:spPr>
            <a:xfrm>
              <a:off x="1195010" y="5154945"/>
              <a:ext cx="3188" cy="207"/>
            </a:xfrm>
            <a:custGeom>
              <a:avLst/>
              <a:gdLst>
                <a:gd name="connsiteX0" fmla="*/ 0 w 4286"/>
                <a:gd name="connsiteY0" fmla="*/ 0 h 278"/>
                <a:gd name="connsiteX1" fmla="*/ 0 w 4286"/>
                <a:gd name="connsiteY1" fmla="*/ 0 h 278"/>
                <a:gd name="connsiteX2" fmla="*/ 0 w 4286"/>
                <a:gd name="connsiteY2" fmla="*/ 0 h 278"/>
              </a:gdLst>
              <a:ahLst/>
              <a:cxnLst>
                <a:cxn ang="0">
                  <a:pos x="connsiteX0" y="connsiteY0"/>
                </a:cxn>
                <a:cxn ang="0">
                  <a:pos x="connsiteX1" y="connsiteY1"/>
                </a:cxn>
                <a:cxn ang="0">
                  <a:pos x="connsiteX2" y="connsiteY2"/>
                </a:cxn>
              </a:cxnLst>
              <a:rect l="l" t="t" r="r" b="b"/>
              <a:pathLst>
                <a:path w="4286" h="278">
                  <a:moveTo>
                    <a:pt x="0" y="0"/>
                  </a:moveTo>
                  <a:cubicBezTo>
                    <a:pt x="0" y="0"/>
                    <a:pt x="0" y="0"/>
                    <a:pt x="0" y="0"/>
                  </a:cubicBezTo>
                  <a:cubicBezTo>
                    <a:pt x="0" y="471"/>
                    <a:pt x="0" y="257"/>
                    <a:pt x="0" y="0"/>
                  </a:cubicBezTo>
                  <a:close/>
                </a:path>
              </a:pathLst>
            </a:custGeom>
            <a:solidFill>
              <a:srgbClr val="8265A9"/>
            </a:solidFill>
            <a:ln w="4267" cap="flat">
              <a:noFill/>
              <a:prstDash val="solid"/>
              <a:miter/>
            </a:ln>
          </p:spPr>
          <p:txBody>
            <a:bodyPr rtlCol="0" anchor="ctr"/>
            <a:lstStyle/>
            <a:p>
              <a:endParaRPr lang="fr-FR" sz="1800"/>
            </a:p>
          </p:txBody>
        </p:sp>
        <p:sp>
          <p:nvSpPr>
            <p:cNvPr id="12" name="Forme libre : forme 11">
              <a:extLst>
                <a:ext uri="{FF2B5EF4-FFF2-40B4-BE49-F238E27FC236}">
                  <a16:creationId xmlns:a16="http://schemas.microsoft.com/office/drawing/2014/main" xmlns="" id="{6AB9AE1C-124F-EF44-2888-61B4E6EE2DFE}"/>
                </a:ext>
              </a:extLst>
            </p:cNvPr>
            <p:cNvSpPr/>
            <p:nvPr/>
          </p:nvSpPr>
          <p:spPr>
            <a:xfrm>
              <a:off x="776038" y="5074690"/>
              <a:ext cx="272219" cy="168768"/>
            </a:xfrm>
            <a:custGeom>
              <a:avLst/>
              <a:gdLst>
                <a:gd name="connsiteX0" fmla="*/ 0 w 365938"/>
                <a:gd name="connsiteY0" fmla="*/ 220742 h 226871"/>
                <a:gd name="connsiteX1" fmla="*/ 107242 w 365938"/>
                <a:gd name="connsiteY1" fmla="*/ 111142 h 226871"/>
                <a:gd name="connsiteX2" fmla="*/ 107242 w 365938"/>
                <a:gd name="connsiteY2" fmla="*/ 343 h 226871"/>
                <a:gd name="connsiteX3" fmla="*/ 118558 w 365938"/>
                <a:gd name="connsiteY3" fmla="*/ 114786 h 226871"/>
                <a:gd name="connsiteX4" fmla="*/ 179594 w 365938"/>
                <a:gd name="connsiteY4" fmla="*/ 226871 h 226871"/>
                <a:gd name="connsiteX5" fmla="*/ 252889 w 365938"/>
                <a:gd name="connsiteY5" fmla="*/ 116243 h 226871"/>
                <a:gd name="connsiteX6" fmla="*/ 252889 w 365938"/>
                <a:gd name="connsiteY6" fmla="*/ 0 h 226871"/>
                <a:gd name="connsiteX7" fmla="*/ 269305 w 365938"/>
                <a:gd name="connsiteY7" fmla="*/ 119286 h 226871"/>
                <a:gd name="connsiteX8" fmla="*/ 365789 w 365938"/>
                <a:gd name="connsiteY8" fmla="*/ 220742 h 226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5938" h="226871">
                  <a:moveTo>
                    <a:pt x="0" y="220742"/>
                  </a:moveTo>
                  <a:cubicBezTo>
                    <a:pt x="0" y="151905"/>
                    <a:pt x="37676" y="117229"/>
                    <a:pt x="107242" y="111142"/>
                  </a:cubicBezTo>
                  <a:cubicBezTo>
                    <a:pt x="173293" y="105356"/>
                    <a:pt x="187223" y="643"/>
                    <a:pt x="107242" y="343"/>
                  </a:cubicBezTo>
                  <a:cubicBezTo>
                    <a:pt x="30175" y="43"/>
                    <a:pt x="30432" y="106042"/>
                    <a:pt x="118558" y="114786"/>
                  </a:cubicBezTo>
                  <a:cubicBezTo>
                    <a:pt x="206469" y="123487"/>
                    <a:pt x="229400" y="226871"/>
                    <a:pt x="179594" y="226871"/>
                  </a:cubicBezTo>
                  <a:cubicBezTo>
                    <a:pt x="129788" y="226871"/>
                    <a:pt x="137289" y="116243"/>
                    <a:pt x="252889" y="116243"/>
                  </a:cubicBezTo>
                  <a:cubicBezTo>
                    <a:pt x="340628" y="116243"/>
                    <a:pt x="328327" y="0"/>
                    <a:pt x="252889" y="0"/>
                  </a:cubicBezTo>
                  <a:cubicBezTo>
                    <a:pt x="190781" y="0"/>
                    <a:pt x="164635" y="105527"/>
                    <a:pt x="269305" y="119286"/>
                  </a:cubicBezTo>
                  <a:cubicBezTo>
                    <a:pt x="373976" y="133045"/>
                    <a:pt x="365789" y="220742"/>
                    <a:pt x="365789" y="220742"/>
                  </a:cubicBezTo>
                </a:path>
              </a:pathLst>
            </a:custGeom>
            <a:noFill/>
            <a:ln w="17069" cap="flat">
              <a:solidFill>
                <a:schemeClr val="tx2">
                  <a:lumMod val="10000"/>
                  <a:lumOff val="90000"/>
                </a:schemeClr>
              </a:solidFill>
              <a:prstDash val="solid"/>
              <a:miter/>
            </a:ln>
          </p:spPr>
          <p:txBody>
            <a:bodyPr rtlCol="0" anchor="ctr"/>
            <a:lstStyle/>
            <a:p>
              <a:endParaRPr lang="fr-FR" sz="1800"/>
            </a:p>
          </p:txBody>
        </p:sp>
      </p:grpSp>
    </p:spTree>
    <p:extLst>
      <p:ext uri="{BB962C8B-B14F-4D97-AF65-F5344CB8AC3E}">
        <p14:creationId xmlns:p14="http://schemas.microsoft.com/office/powerpoint/2010/main" val="41471553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xo individuel pleine page">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xmlns="" id="{D7CC1E0F-ACBF-5AA6-DA94-55814EEF4D3E}"/>
              </a:ext>
            </a:extLst>
          </p:cNvPr>
          <p:cNvSpPr txBox="1"/>
          <p:nvPr/>
        </p:nvSpPr>
        <p:spPr>
          <a:xfrm>
            <a:off x="0" y="4817628"/>
            <a:ext cx="1428936" cy="698959"/>
          </a:xfrm>
          <a:custGeom>
            <a:avLst/>
            <a:gdLst>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6 h 699125"/>
              <a:gd name="connsiteX1" fmla="*/ 116522 w 1657350"/>
              <a:gd name="connsiteY1" fmla="*/ 4 h 699125"/>
              <a:gd name="connsiteX2" fmla="*/ 1540828 w 1657350"/>
              <a:gd name="connsiteY2" fmla="*/ 4 h 699125"/>
              <a:gd name="connsiteX3" fmla="*/ 1657350 w 1657350"/>
              <a:gd name="connsiteY3" fmla="*/ 116526 h 699125"/>
              <a:gd name="connsiteX4" fmla="*/ 1657350 w 1657350"/>
              <a:gd name="connsiteY4" fmla="*/ 582603 h 699125"/>
              <a:gd name="connsiteX5" fmla="*/ 1540828 w 1657350"/>
              <a:gd name="connsiteY5" fmla="*/ 699125 h 699125"/>
              <a:gd name="connsiteX6" fmla="*/ 116522 w 1657350"/>
              <a:gd name="connsiteY6" fmla="*/ 699125 h 699125"/>
              <a:gd name="connsiteX7" fmla="*/ 0 w 1657350"/>
              <a:gd name="connsiteY7" fmla="*/ 582603 h 699125"/>
              <a:gd name="connsiteX8" fmla="*/ 0 w 1657350"/>
              <a:gd name="connsiteY8" fmla="*/ 116526 h 699125"/>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2540 w 1659890"/>
              <a:gd name="connsiteY0" fmla="*/ 116522 h 699121"/>
              <a:gd name="connsiteX1" fmla="*/ 9525 w 1659890"/>
              <a:gd name="connsiteY1" fmla="*/ 0 h 699121"/>
              <a:gd name="connsiteX2" fmla="*/ 1543368 w 1659890"/>
              <a:gd name="connsiteY2" fmla="*/ 0 h 699121"/>
              <a:gd name="connsiteX3" fmla="*/ 1659890 w 1659890"/>
              <a:gd name="connsiteY3" fmla="*/ 116522 h 699121"/>
              <a:gd name="connsiteX4" fmla="*/ 1659890 w 1659890"/>
              <a:gd name="connsiteY4" fmla="*/ 582599 h 699121"/>
              <a:gd name="connsiteX5" fmla="*/ 1543368 w 1659890"/>
              <a:gd name="connsiteY5" fmla="*/ 699121 h 699121"/>
              <a:gd name="connsiteX6" fmla="*/ 0 w 1659890"/>
              <a:gd name="connsiteY6" fmla="*/ 699121 h 699121"/>
              <a:gd name="connsiteX7" fmla="*/ 2540 w 1659890"/>
              <a:gd name="connsiteY7" fmla="*/ 582599 h 699121"/>
              <a:gd name="connsiteX8" fmla="*/ 2540 w 1659890"/>
              <a:gd name="connsiteY8" fmla="*/ 116522 h 69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9890" h="699121">
                <a:moveTo>
                  <a:pt x="2540" y="116522"/>
                </a:moveTo>
                <a:lnTo>
                  <a:pt x="9525" y="0"/>
                </a:lnTo>
                <a:lnTo>
                  <a:pt x="1543368" y="0"/>
                </a:lnTo>
                <a:cubicBezTo>
                  <a:pt x="1607721" y="0"/>
                  <a:pt x="1659890" y="52169"/>
                  <a:pt x="1659890" y="116522"/>
                </a:cubicBezTo>
                <a:lnTo>
                  <a:pt x="1659890" y="582599"/>
                </a:lnTo>
                <a:cubicBezTo>
                  <a:pt x="1659890" y="646952"/>
                  <a:pt x="1607721" y="699121"/>
                  <a:pt x="1543368" y="699121"/>
                </a:cubicBezTo>
                <a:lnTo>
                  <a:pt x="0" y="699121"/>
                </a:lnTo>
                <a:cubicBezTo>
                  <a:pt x="847" y="660280"/>
                  <a:pt x="1693" y="621440"/>
                  <a:pt x="2540" y="582599"/>
                </a:cubicBezTo>
                <a:lnTo>
                  <a:pt x="2540" y="116522"/>
                </a:lnTo>
                <a:close/>
              </a:path>
            </a:pathLst>
          </a:custGeom>
          <a:solidFill>
            <a:schemeClr val="accent1"/>
          </a:solidFill>
        </p:spPr>
        <p:txBody>
          <a:bodyPr wrap="square" rtlCol="0" anchor="ctr" anchorCtr="0">
            <a:noAutofit/>
          </a:bodyPr>
          <a:lstStyle/>
          <a:p>
            <a:pPr marL="1588" indent="-1588" algn="r"/>
            <a:endParaRPr lang="fr-FR" sz="2400" b="1">
              <a:solidFill>
                <a:schemeClr val="bg1"/>
              </a:solidFill>
              <a:latin typeface="+mn-lt"/>
              <a:cs typeface="Times New Roman" panose="02020603050405020304" pitchFamily="18" charset="0"/>
            </a:endParaRPr>
          </a:p>
        </p:txBody>
      </p:sp>
      <p:sp>
        <p:nvSpPr>
          <p:cNvPr id="2" name="Titre 1"/>
          <p:cNvSpPr>
            <a:spLocks noGrp="1"/>
          </p:cNvSpPr>
          <p:nvPr>
            <p:ph type="title"/>
          </p:nvPr>
        </p:nvSpPr>
        <p:spPr>
          <a:xfrm>
            <a:off x="604416" y="801503"/>
            <a:ext cx="11304875" cy="662900"/>
          </a:xfrm>
        </p:spPr>
        <p:txBody>
          <a:bodyPr tIns="0"/>
          <a:lstStyle>
            <a:lvl1pPr>
              <a:defRPr>
                <a:solidFill>
                  <a:schemeClr val="tx1"/>
                </a:solidFill>
              </a:defRPr>
            </a:lvl1p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587452" y="1590056"/>
            <a:ext cx="11321840" cy="472767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7" name="Espace réservé du pied de page 1">
            <a:extLst>
              <a:ext uri="{FF2B5EF4-FFF2-40B4-BE49-F238E27FC236}">
                <a16:creationId xmlns:a16="http://schemas.microsoft.com/office/drawing/2014/main" xmlns="" id="{60233E5D-FD35-6FE4-4987-8726CD9C1636}"/>
              </a:ext>
            </a:extLst>
          </p:cNvPr>
          <p:cNvSpPr>
            <a:spLocks noGrp="1"/>
          </p:cNvSpPr>
          <p:nvPr>
            <p:ph type="ftr" sz="quarter" idx="22"/>
          </p:nvPr>
        </p:nvSpPr>
        <p:spPr>
          <a:xfrm>
            <a:off x="4259818" y="6672179"/>
            <a:ext cx="4113748" cy="107975"/>
          </a:xfrm>
        </p:spPr>
        <p:txBody>
          <a:bodyPr/>
          <a:lstStyle/>
          <a:p>
            <a:endParaRPr lang="fr-FR"/>
          </a:p>
        </p:txBody>
      </p:sp>
      <p:sp>
        <p:nvSpPr>
          <p:cNvPr id="7" name="ZoneTexte 6">
            <a:extLst>
              <a:ext uri="{FF2B5EF4-FFF2-40B4-BE49-F238E27FC236}">
                <a16:creationId xmlns:a16="http://schemas.microsoft.com/office/drawing/2014/main" xmlns="" id="{AA618AC0-F22E-B4AF-3FC1-76D9EF632F99}"/>
              </a:ext>
            </a:extLst>
          </p:cNvPr>
          <p:cNvSpPr txBox="1"/>
          <p:nvPr/>
        </p:nvSpPr>
        <p:spPr>
          <a:xfrm>
            <a:off x="0" y="5609894"/>
            <a:ext cx="1428936" cy="698959"/>
          </a:xfrm>
          <a:custGeom>
            <a:avLst/>
            <a:gdLst>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6 h 699125"/>
              <a:gd name="connsiteX1" fmla="*/ 116522 w 1657350"/>
              <a:gd name="connsiteY1" fmla="*/ 4 h 699125"/>
              <a:gd name="connsiteX2" fmla="*/ 1540828 w 1657350"/>
              <a:gd name="connsiteY2" fmla="*/ 4 h 699125"/>
              <a:gd name="connsiteX3" fmla="*/ 1657350 w 1657350"/>
              <a:gd name="connsiteY3" fmla="*/ 116526 h 699125"/>
              <a:gd name="connsiteX4" fmla="*/ 1657350 w 1657350"/>
              <a:gd name="connsiteY4" fmla="*/ 582603 h 699125"/>
              <a:gd name="connsiteX5" fmla="*/ 1540828 w 1657350"/>
              <a:gd name="connsiteY5" fmla="*/ 699125 h 699125"/>
              <a:gd name="connsiteX6" fmla="*/ 116522 w 1657350"/>
              <a:gd name="connsiteY6" fmla="*/ 699125 h 699125"/>
              <a:gd name="connsiteX7" fmla="*/ 0 w 1657350"/>
              <a:gd name="connsiteY7" fmla="*/ 582603 h 699125"/>
              <a:gd name="connsiteX8" fmla="*/ 0 w 1657350"/>
              <a:gd name="connsiteY8" fmla="*/ 116526 h 699125"/>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2540 w 1659890"/>
              <a:gd name="connsiteY0" fmla="*/ 116522 h 699121"/>
              <a:gd name="connsiteX1" fmla="*/ 9525 w 1659890"/>
              <a:gd name="connsiteY1" fmla="*/ 0 h 699121"/>
              <a:gd name="connsiteX2" fmla="*/ 1543368 w 1659890"/>
              <a:gd name="connsiteY2" fmla="*/ 0 h 699121"/>
              <a:gd name="connsiteX3" fmla="*/ 1659890 w 1659890"/>
              <a:gd name="connsiteY3" fmla="*/ 116522 h 699121"/>
              <a:gd name="connsiteX4" fmla="*/ 1659890 w 1659890"/>
              <a:gd name="connsiteY4" fmla="*/ 582599 h 699121"/>
              <a:gd name="connsiteX5" fmla="*/ 1543368 w 1659890"/>
              <a:gd name="connsiteY5" fmla="*/ 699121 h 699121"/>
              <a:gd name="connsiteX6" fmla="*/ 0 w 1659890"/>
              <a:gd name="connsiteY6" fmla="*/ 699121 h 699121"/>
              <a:gd name="connsiteX7" fmla="*/ 2540 w 1659890"/>
              <a:gd name="connsiteY7" fmla="*/ 582599 h 699121"/>
              <a:gd name="connsiteX8" fmla="*/ 2540 w 1659890"/>
              <a:gd name="connsiteY8" fmla="*/ 116522 h 69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9890" h="699121">
                <a:moveTo>
                  <a:pt x="2540" y="116522"/>
                </a:moveTo>
                <a:lnTo>
                  <a:pt x="9525" y="0"/>
                </a:lnTo>
                <a:lnTo>
                  <a:pt x="1543368" y="0"/>
                </a:lnTo>
                <a:cubicBezTo>
                  <a:pt x="1607721" y="0"/>
                  <a:pt x="1659890" y="52169"/>
                  <a:pt x="1659890" y="116522"/>
                </a:cubicBezTo>
                <a:lnTo>
                  <a:pt x="1659890" y="582599"/>
                </a:lnTo>
                <a:cubicBezTo>
                  <a:pt x="1659890" y="646952"/>
                  <a:pt x="1607721" y="699121"/>
                  <a:pt x="1543368" y="699121"/>
                </a:cubicBezTo>
                <a:lnTo>
                  <a:pt x="0" y="699121"/>
                </a:lnTo>
                <a:cubicBezTo>
                  <a:pt x="847" y="660280"/>
                  <a:pt x="1693" y="621440"/>
                  <a:pt x="2540" y="582599"/>
                </a:cubicBezTo>
                <a:lnTo>
                  <a:pt x="2540" y="116522"/>
                </a:lnTo>
                <a:close/>
              </a:path>
            </a:pathLst>
          </a:custGeom>
          <a:solidFill>
            <a:schemeClr val="accent1"/>
          </a:solidFill>
        </p:spPr>
        <p:txBody>
          <a:bodyPr wrap="square" rtlCol="0" anchor="ctr" anchorCtr="0">
            <a:noAutofit/>
          </a:bodyPr>
          <a:lstStyle/>
          <a:p>
            <a:pPr marL="1588" indent="-1588" algn="r"/>
            <a:r>
              <a:rPr lang="fr-FR" sz="2000" b="1">
                <a:solidFill>
                  <a:schemeClr val="bg1"/>
                </a:solidFill>
                <a:latin typeface="+mn-lt"/>
                <a:cs typeface="Times New Roman" panose="02020603050405020304" pitchFamily="18" charset="0"/>
              </a:rPr>
              <a:t>Durée</a:t>
            </a:r>
            <a:endParaRPr lang="fr-FR" sz="2400" b="1">
              <a:solidFill>
                <a:schemeClr val="bg1"/>
              </a:solidFill>
              <a:latin typeface="+mn-lt"/>
              <a:cs typeface="Times New Roman" panose="02020603050405020304" pitchFamily="18" charset="0"/>
            </a:endParaRPr>
          </a:p>
        </p:txBody>
      </p:sp>
      <p:grpSp>
        <p:nvGrpSpPr>
          <p:cNvPr id="19" name="Groupe 18">
            <a:extLst>
              <a:ext uri="{FF2B5EF4-FFF2-40B4-BE49-F238E27FC236}">
                <a16:creationId xmlns:a16="http://schemas.microsoft.com/office/drawing/2014/main" xmlns="" id="{57F2FB25-477B-0331-77E4-E7FD9FAAF6D2}"/>
              </a:ext>
            </a:extLst>
          </p:cNvPr>
          <p:cNvGrpSpPr/>
          <p:nvPr/>
        </p:nvGrpSpPr>
        <p:grpSpPr>
          <a:xfrm>
            <a:off x="609046" y="4857987"/>
            <a:ext cx="604506" cy="604288"/>
            <a:chOff x="587376" y="4866732"/>
            <a:chExt cx="604427" cy="604428"/>
          </a:xfrm>
        </p:grpSpPr>
        <p:sp>
          <p:nvSpPr>
            <p:cNvPr id="10" name="Forme libre : forme 9">
              <a:extLst>
                <a:ext uri="{FF2B5EF4-FFF2-40B4-BE49-F238E27FC236}">
                  <a16:creationId xmlns:a16="http://schemas.microsoft.com/office/drawing/2014/main" xmlns="" id="{FC5D2480-B324-2955-7713-A9C4A6887788}"/>
                </a:ext>
              </a:extLst>
            </p:cNvPr>
            <p:cNvSpPr/>
            <p:nvPr/>
          </p:nvSpPr>
          <p:spPr>
            <a:xfrm>
              <a:off x="587376" y="4866732"/>
              <a:ext cx="604427" cy="604428"/>
            </a:xfrm>
            <a:custGeom>
              <a:avLst/>
              <a:gdLst>
                <a:gd name="connsiteX0" fmla="*/ 827590 w 827589"/>
                <a:gd name="connsiteY0" fmla="*/ 413795 h 827589"/>
                <a:gd name="connsiteX1" fmla="*/ 413795 w 827589"/>
                <a:gd name="connsiteY1" fmla="*/ 827589 h 827589"/>
                <a:gd name="connsiteX2" fmla="*/ 0 w 827589"/>
                <a:gd name="connsiteY2" fmla="*/ 413795 h 827589"/>
                <a:gd name="connsiteX3" fmla="*/ 413795 w 827589"/>
                <a:gd name="connsiteY3" fmla="*/ 0 h 827589"/>
                <a:gd name="connsiteX4" fmla="*/ 827590 w 827589"/>
                <a:gd name="connsiteY4" fmla="*/ 413795 h 827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7589" h="827589">
                  <a:moveTo>
                    <a:pt x="827590" y="413795"/>
                  </a:moveTo>
                  <a:cubicBezTo>
                    <a:pt x="827590" y="642327"/>
                    <a:pt x="642327" y="827589"/>
                    <a:pt x="413795" y="827589"/>
                  </a:cubicBezTo>
                  <a:cubicBezTo>
                    <a:pt x="185262" y="827589"/>
                    <a:pt x="0" y="642327"/>
                    <a:pt x="0" y="413795"/>
                  </a:cubicBezTo>
                  <a:cubicBezTo>
                    <a:pt x="0" y="185262"/>
                    <a:pt x="185262" y="0"/>
                    <a:pt x="413795" y="0"/>
                  </a:cubicBezTo>
                  <a:cubicBezTo>
                    <a:pt x="642327" y="0"/>
                    <a:pt x="827590" y="185262"/>
                    <a:pt x="827590" y="413795"/>
                  </a:cubicBezTo>
                  <a:close/>
                </a:path>
              </a:pathLst>
            </a:custGeom>
            <a:noFill/>
            <a:ln w="8534" cap="flat">
              <a:solidFill>
                <a:srgbClr val="FFFFFF"/>
              </a:solidFill>
              <a:prstDash val="solid"/>
              <a:miter/>
            </a:ln>
          </p:spPr>
          <p:txBody>
            <a:bodyPr rtlCol="0" anchor="ctr"/>
            <a:lstStyle/>
            <a:p>
              <a:endParaRPr lang="fr-FR" sz="1800"/>
            </a:p>
          </p:txBody>
        </p:sp>
        <p:sp>
          <p:nvSpPr>
            <p:cNvPr id="13" name="Forme libre : forme 12">
              <a:extLst>
                <a:ext uri="{FF2B5EF4-FFF2-40B4-BE49-F238E27FC236}">
                  <a16:creationId xmlns:a16="http://schemas.microsoft.com/office/drawing/2014/main" xmlns="" id="{FBEDAEB6-2F37-0128-2EC6-61921437329A}"/>
                </a:ext>
              </a:extLst>
            </p:cNvPr>
            <p:cNvSpPr/>
            <p:nvPr/>
          </p:nvSpPr>
          <p:spPr>
            <a:xfrm>
              <a:off x="615675" y="4895031"/>
              <a:ext cx="547829" cy="547829"/>
            </a:xfrm>
            <a:custGeom>
              <a:avLst/>
              <a:gdLst>
                <a:gd name="connsiteX0" fmla="*/ 750094 w 750094"/>
                <a:gd name="connsiteY0" fmla="*/ 375047 h 750093"/>
                <a:gd name="connsiteX1" fmla="*/ 375047 w 750094"/>
                <a:gd name="connsiteY1" fmla="*/ 750094 h 750093"/>
                <a:gd name="connsiteX2" fmla="*/ 0 w 750094"/>
                <a:gd name="connsiteY2" fmla="*/ 375047 h 750093"/>
                <a:gd name="connsiteX3" fmla="*/ 375047 w 750094"/>
                <a:gd name="connsiteY3" fmla="*/ 0 h 750093"/>
                <a:gd name="connsiteX4" fmla="*/ 750094 w 750094"/>
                <a:gd name="connsiteY4" fmla="*/ 375047 h 750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094" h="750093">
                  <a:moveTo>
                    <a:pt x="750094" y="375047"/>
                  </a:moveTo>
                  <a:cubicBezTo>
                    <a:pt x="750094" y="582180"/>
                    <a:pt x="582180" y="750094"/>
                    <a:pt x="375047" y="750094"/>
                  </a:cubicBezTo>
                  <a:cubicBezTo>
                    <a:pt x="167914" y="750094"/>
                    <a:pt x="0" y="582180"/>
                    <a:pt x="0" y="375047"/>
                  </a:cubicBezTo>
                  <a:cubicBezTo>
                    <a:pt x="0" y="167914"/>
                    <a:pt x="167914" y="0"/>
                    <a:pt x="375047" y="0"/>
                  </a:cubicBezTo>
                  <a:cubicBezTo>
                    <a:pt x="582180" y="0"/>
                    <a:pt x="750094" y="167914"/>
                    <a:pt x="750094" y="375047"/>
                  </a:cubicBezTo>
                  <a:close/>
                </a:path>
              </a:pathLst>
            </a:custGeom>
            <a:solidFill>
              <a:schemeClr val="accent1"/>
            </a:solidFill>
            <a:ln w="4267" cap="flat">
              <a:noFill/>
              <a:prstDash val="solid"/>
              <a:miter/>
            </a:ln>
          </p:spPr>
          <p:txBody>
            <a:bodyPr rtlCol="0" anchor="ctr"/>
            <a:lstStyle/>
            <a:p>
              <a:endParaRPr lang="fr-FR" sz="1800"/>
            </a:p>
          </p:txBody>
        </p:sp>
        <p:sp>
          <p:nvSpPr>
            <p:cNvPr id="15" name="Forme libre : forme 14">
              <a:extLst>
                <a:ext uri="{FF2B5EF4-FFF2-40B4-BE49-F238E27FC236}">
                  <a16:creationId xmlns:a16="http://schemas.microsoft.com/office/drawing/2014/main" xmlns="" id="{488B72C0-E9D0-FD41-74BE-4969D1B35C19}"/>
                </a:ext>
              </a:extLst>
            </p:cNvPr>
            <p:cNvSpPr/>
            <p:nvPr/>
          </p:nvSpPr>
          <p:spPr>
            <a:xfrm>
              <a:off x="1167292" y="5164704"/>
              <a:ext cx="3130" cy="203"/>
            </a:xfrm>
            <a:custGeom>
              <a:avLst/>
              <a:gdLst>
                <a:gd name="connsiteX0" fmla="*/ 0 w 4286"/>
                <a:gd name="connsiteY0" fmla="*/ 279 h 278"/>
                <a:gd name="connsiteX1" fmla="*/ 0 w 4286"/>
                <a:gd name="connsiteY1" fmla="*/ 279 h 278"/>
                <a:gd name="connsiteX2" fmla="*/ 0 w 4286"/>
                <a:gd name="connsiteY2" fmla="*/ 279 h 278"/>
              </a:gdLst>
              <a:ahLst/>
              <a:cxnLst>
                <a:cxn ang="0">
                  <a:pos x="connsiteX0" y="connsiteY0"/>
                </a:cxn>
                <a:cxn ang="0">
                  <a:pos x="connsiteX1" y="connsiteY1"/>
                </a:cxn>
                <a:cxn ang="0">
                  <a:pos x="connsiteX2" y="connsiteY2"/>
                </a:cxn>
              </a:cxnLst>
              <a:rect l="l" t="t" r="r" b="b"/>
              <a:pathLst>
                <a:path w="4286" h="278">
                  <a:moveTo>
                    <a:pt x="0" y="279"/>
                  </a:moveTo>
                  <a:cubicBezTo>
                    <a:pt x="0" y="279"/>
                    <a:pt x="0" y="279"/>
                    <a:pt x="0" y="279"/>
                  </a:cubicBezTo>
                  <a:cubicBezTo>
                    <a:pt x="0" y="22"/>
                    <a:pt x="0" y="-193"/>
                    <a:pt x="0" y="279"/>
                  </a:cubicBezTo>
                  <a:close/>
                </a:path>
              </a:pathLst>
            </a:custGeom>
            <a:solidFill>
              <a:srgbClr val="8265A9"/>
            </a:solidFill>
            <a:ln w="4267" cap="flat">
              <a:noFill/>
              <a:prstDash val="solid"/>
              <a:miter/>
            </a:ln>
          </p:spPr>
          <p:txBody>
            <a:bodyPr rtlCol="0" anchor="ctr"/>
            <a:lstStyle/>
            <a:p>
              <a:endParaRPr lang="fr-FR" sz="1800"/>
            </a:p>
          </p:txBody>
        </p:sp>
        <p:sp>
          <p:nvSpPr>
            <p:cNvPr id="16" name="Forme libre : forme 15">
              <a:extLst>
                <a:ext uri="{FF2B5EF4-FFF2-40B4-BE49-F238E27FC236}">
                  <a16:creationId xmlns:a16="http://schemas.microsoft.com/office/drawing/2014/main" xmlns="" id="{D6777188-F142-D086-9DAF-11C6A6762C35}"/>
                </a:ext>
              </a:extLst>
            </p:cNvPr>
            <p:cNvSpPr/>
            <p:nvPr/>
          </p:nvSpPr>
          <p:spPr>
            <a:xfrm>
              <a:off x="1167292" y="5164908"/>
              <a:ext cx="3130" cy="203"/>
            </a:xfrm>
            <a:custGeom>
              <a:avLst/>
              <a:gdLst>
                <a:gd name="connsiteX0" fmla="*/ 0 w 4286"/>
                <a:gd name="connsiteY0" fmla="*/ 0 h 278"/>
                <a:gd name="connsiteX1" fmla="*/ 0 w 4286"/>
                <a:gd name="connsiteY1" fmla="*/ 0 h 278"/>
                <a:gd name="connsiteX2" fmla="*/ 0 w 4286"/>
                <a:gd name="connsiteY2" fmla="*/ 0 h 278"/>
              </a:gdLst>
              <a:ahLst/>
              <a:cxnLst>
                <a:cxn ang="0">
                  <a:pos x="connsiteX0" y="connsiteY0"/>
                </a:cxn>
                <a:cxn ang="0">
                  <a:pos x="connsiteX1" y="connsiteY1"/>
                </a:cxn>
                <a:cxn ang="0">
                  <a:pos x="connsiteX2" y="connsiteY2"/>
                </a:cxn>
              </a:cxnLst>
              <a:rect l="l" t="t" r="r" b="b"/>
              <a:pathLst>
                <a:path w="4286" h="278">
                  <a:moveTo>
                    <a:pt x="0" y="0"/>
                  </a:moveTo>
                  <a:cubicBezTo>
                    <a:pt x="0" y="0"/>
                    <a:pt x="0" y="0"/>
                    <a:pt x="0" y="0"/>
                  </a:cubicBezTo>
                  <a:cubicBezTo>
                    <a:pt x="0" y="471"/>
                    <a:pt x="0" y="257"/>
                    <a:pt x="0" y="0"/>
                  </a:cubicBezTo>
                  <a:close/>
                </a:path>
              </a:pathLst>
            </a:custGeom>
            <a:solidFill>
              <a:srgbClr val="8265A9"/>
            </a:solidFill>
            <a:ln w="4267" cap="flat">
              <a:noFill/>
              <a:prstDash val="solid"/>
              <a:miter/>
            </a:ln>
          </p:spPr>
          <p:txBody>
            <a:bodyPr rtlCol="0" anchor="ctr"/>
            <a:lstStyle/>
            <a:p>
              <a:endParaRPr lang="fr-FR" sz="1800"/>
            </a:p>
          </p:txBody>
        </p:sp>
        <p:sp>
          <p:nvSpPr>
            <p:cNvPr id="18" name="Forme libre : forme 17">
              <a:extLst>
                <a:ext uri="{FF2B5EF4-FFF2-40B4-BE49-F238E27FC236}">
                  <a16:creationId xmlns:a16="http://schemas.microsoft.com/office/drawing/2014/main" xmlns="" id="{9B11620D-2F42-52E4-325C-B14E1BFC42DB}"/>
                </a:ext>
              </a:extLst>
            </p:cNvPr>
            <p:cNvSpPr/>
            <p:nvPr/>
          </p:nvSpPr>
          <p:spPr>
            <a:xfrm>
              <a:off x="813144" y="5096852"/>
              <a:ext cx="156663" cy="160779"/>
            </a:xfrm>
            <a:custGeom>
              <a:avLst/>
              <a:gdLst>
                <a:gd name="connsiteX0" fmla="*/ 114786 w 214505"/>
                <a:gd name="connsiteY0" fmla="*/ 117143 h 220141"/>
                <a:gd name="connsiteX1" fmla="*/ 0 w 214505"/>
                <a:gd name="connsiteY1" fmla="*/ 220142 h 220141"/>
                <a:gd name="connsiteX2" fmla="*/ 102484 w 214505"/>
                <a:gd name="connsiteY2" fmla="*/ 115000 h 220141"/>
                <a:gd name="connsiteX3" fmla="*/ 102484 w 214505"/>
                <a:gd name="connsiteY3" fmla="*/ 0 h 220141"/>
                <a:gd name="connsiteX4" fmla="*/ 118772 w 214505"/>
                <a:gd name="connsiteY4" fmla="*/ 118000 h 220141"/>
                <a:gd name="connsiteX5" fmla="*/ 214355 w 214505"/>
                <a:gd name="connsiteY5" fmla="*/ 218384 h 220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4505" h="220141">
                  <a:moveTo>
                    <a:pt x="114786" y="117143"/>
                  </a:moveTo>
                  <a:cubicBezTo>
                    <a:pt x="772" y="114143"/>
                    <a:pt x="0" y="220142"/>
                    <a:pt x="0" y="220142"/>
                  </a:cubicBezTo>
                  <a:moveTo>
                    <a:pt x="102484" y="115000"/>
                  </a:moveTo>
                  <a:cubicBezTo>
                    <a:pt x="189409" y="115000"/>
                    <a:pt x="177237" y="0"/>
                    <a:pt x="102484" y="0"/>
                  </a:cubicBezTo>
                  <a:cubicBezTo>
                    <a:pt x="40977" y="0"/>
                    <a:pt x="15045" y="104413"/>
                    <a:pt x="118772" y="118000"/>
                  </a:cubicBezTo>
                  <a:cubicBezTo>
                    <a:pt x="222499" y="131631"/>
                    <a:pt x="214355" y="218384"/>
                    <a:pt x="214355" y="218384"/>
                  </a:cubicBezTo>
                </a:path>
              </a:pathLst>
            </a:custGeom>
            <a:noFill/>
            <a:ln w="17069" cap="flat">
              <a:solidFill>
                <a:schemeClr val="tx2">
                  <a:lumMod val="10000"/>
                  <a:lumOff val="90000"/>
                </a:schemeClr>
              </a:solidFill>
              <a:prstDash val="solid"/>
              <a:miter/>
            </a:ln>
          </p:spPr>
          <p:txBody>
            <a:bodyPr rtlCol="0" anchor="ctr"/>
            <a:lstStyle/>
            <a:p>
              <a:endParaRPr lang="fr-FR" sz="1800"/>
            </a:p>
          </p:txBody>
        </p:sp>
      </p:grpSp>
    </p:spTree>
    <p:extLst>
      <p:ext uri="{BB962C8B-B14F-4D97-AF65-F5344CB8AC3E}">
        <p14:creationId xmlns:p14="http://schemas.microsoft.com/office/powerpoint/2010/main" val="3077071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olution">
    <p:spTree>
      <p:nvGrpSpPr>
        <p:cNvPr id="1" name=""/>
        <p:cNvGrpSpPr/>
        <p:nvPr/>
      </p:nvGrpSpPr>
      <p:grpSpPr>
        <a:xfrm>
          <a:off x="0" y="0"/>
          <a:ext cx="0" cy="0"/>
          <a:chOff x="0" y="0"/>
          <a:chExt cx="0" cy="0"/>
        </a:xfrm>
      </p:grpSpPr>
      <p:pic>
        <p:nvPicPr>
          <p:cNvPr id="13" name="Image 12" descr="Une image contenant personne, bâtiment, téléphone mobile, téléphone&#10;&#10;Description générée automatiquement">
            <a:extLst>
              <a:ext uri="{FF2B5EF4-FFF2-40B4-BE49-F238E27FC236}">
                <a16:creationId xmlns:a16="http://schemas.microsoft.com/office/drawing/2014/main" xmlns="" id="{31B2528A-69D5-AA31-CCE7-0706740B277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394" y="390518"/>
            <a:ext cx="4267211" cy="5236562"/>
          </a:xfrm>
          <a:prstGeom prst="rect">
            <a:avLst/>
          </a:prstGeom>
        </p:spPr>
      </p:pic>
      <p:sp>
        <p:nvSpPr>
          <p:cNvPr id="7" name="Rectangle 6">
            <a:extLst>
              <a:ext uri="{FF2B5EF4-FFF2-40B4-BE49-F238E27FC236}">
                <a16:creationId xmlns:a16="http://schemas.microsoft.com/office/drawing/2014/main" xmlns="" id="{68F30427-2E61-1D0F-DF30-F4BF3AFB1136}"/>
              </a:ext>
            </a:extLst>
          </p:cNvPr>
          <p:cNvSpPr/>
          <p:nvPr/>
        </p:nvSpPr>
        <p:spPr>
          <a:xfrm>
            <a:off x="0" y="397035"/>
            <a:ext cx="4268696" cy="5230046"/>
          </a:xfrm>
          <a:prstGeom prst="rect">
            <a:avLst/>
          </a:prstGeom>
          <a:solidFill>
            <a:schemeClr val="accent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2" name="Titre 1"/>
          <p:cNvSpPr>
            <a:spLocks noGrp="1"/>
          </p:cNvSpPr>
          <p:nvPr>
            <p:ph type="title"/>
          </p:nvPr>
        </p:nvSpPr>
        <p:spPr>
          <a:xfrm>
            <a:off x="587451" y="4029730"/>
            <a:ext cx="3383403" cy="1448881"/>
          </a:xfrm>
          <a:noFill/>
        </p:spPr>
        <p:txBody>
          <a:bodyPr/>
          <a:lstStyle>
            <a:lvl1pPr algn="r">
              <a:defRPr sz="3999">
                <a:ln>
                  <a:solidFill>
                    <a:schemeClr val="tx2"/>
                  </a:solidFill>
                </a:ln>
                <a:solidFill>
                  <a:schemeClr val="bg1"/>
                </a:solidFill>
              </a:defRPr>
            </a:lvl1pPr>
          </a:lstStyle>
          <a:p>
            <a:r>
              <a:rPr lang="fr-FR"/>
              <a:t>Modifiez le style du titre</a:t>
            </a:r>
          </a:p>
        </p:txBody>
      </p:sp>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6" name="Espace réservé du texte 5"/>
          <p:cNvSpPr>
            <a:spLocks noGrp="1"/>
          </p:cNvSpPr>
          <p:nvPr>
            <p:ph type="body" sz="quarter" idx="12"/>
          </p:nvPr>
        </p:nvSpPr>
        <p:spPr>
          <a:xfrm>
            <a:off x="4268696" y="801503"/>
            <a:ext cx="7640596" cy="5516226"/>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ZoneTexte 2">
            <a:extLst>
              <a:ext uri="{FF2B5EF4-FFF2-40B4-BE49-F238E27FC236}">
                <a16:creationId xmlns:a16="http://schemas.microsoft.com/office/drawing/2014/main" xmlns="" id="{BC556A0D-52AC-3EE7-9032-1C88A8769CCA}"/>
              </a:ext>
            </a:extLst>
          </p:cNvPr>
          <p:cNvSpPr txBox="1"/>
          <p:nvPr/>
        </p:nvSpPr>
        <p:spPr>
          <a:xfrm>
            <a:off x="0" y="5609894"/>
            <a:ext cx="2044966" cy="698959"/>
          </a:xfrm>
          <a:custGeom>
            <a:avLst/>
            <a:gdLst>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6 h 699125"/>
              <a:gd name="connsiteX1" fmla="*/ 116522 w 1657350"/>
              <a:gd name="connsiteY1" fmla="*/ 4 h 699125"/>
              <a:gd name="connsiteX2" fmla="*/ 1540828 w 1657350"/>
              <a:gd name="connsiteY2" fmla="*/ 4 h 699125"/>
              <a:gd name="connsiteX3" fmla="*/ 1657350 w 1657350"/>
              <a:gd name="connsiteY3" fmla="*/ 116526 h 699125"/>
              <a:gd name="connsiteX4" fmla="*/ 1657350 w 1657350"/>
              <a:gd name="connsiteY4" fmla="*/ 582603 h 699125"/>
              <a:gd name="connsiteX5" fmla="*/ 1540828 w 1657350"/>
              <a:gd name="connsiteY5" fmla="*/ 699125 h 699125"/>
              <a:gd name="connsiteX6" fmla="*/ 116522 w 1657350"/>
              <a:gd name="connsiteY6" fmla="*/ 699125 h 699125"/>
              <a:gd name="connsiteX7" fmla="*/ 0 w 1657350"/>
              <a:gd name="connsiteY7" fmla="*/ 582603 h 699125"/>
              <a:gd name="connsiteX8" fmla="*/ 0 w 1657350"/>
              <a:gd name="connsiteY8" fmla="*/ 116526 h 699125"/>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116522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0 w 1657350"/>
              <a:gd name="connsiteY0" fmla="*/ 116522 h 699121"/>
              <a:gd name="connsiteX1" fmla="*/ 6985 w 1657350"/>
              <a:gd name="connsiteY1" fmla="*/ 0 h 699121"/>
              <a:gd name="connsiteX2" fmla="*/ 1540828 w 1657350"/>
              <a:gd name="connsiteY2" fmla="*/ 0 h 699121"/>
              <a:gd name="connsiteX3" fmla="*/ 1657350 w 1657350"/>
              <a:gd name="connsiteY3" fmla="*/ 116522 h 699121"/>
              <a:gd name="connsiteX4" fmla="*/ 1657350 w 1657350"/>
              <a:gd name="connsiteY4" fmla="*/ 582599 h 699121"/>
              <a:gd name="connsiteX5" fmla="*/ 1540828 w 1657350"/>
              <a:gd name="connsiteY5" fmla="*/ 699121 h 699121"/>
              <a:gd name="connsiteX6" fmla="*/ 116522 w 1657350"/>
              <a:gd name="connsiteY6" fmla="*/ 699121 h 699121"/>
              <a:gd name="connsiteX7" fmla="*/ 0 w 1657350"/>
              <a:gd name="connsiteY7" fmla="*/ 582599 h 699121"/>
              <a:gd name="connsiteX8" fmla="*/ 0 w 1657350"/>
              <a:gd name="connsiteY8" fmla="*/ 116522 h 699121"/>
              <a:gd name="connsiteX0" fmla="*/ 2540 w 1659890"/>
              <a:gd name="connsiteY0" fmla="*/ 116522 h 699121"/>
              <a:gd name="connsiteX1" fmla="*/ 9525 w 1659890"/>
              <a:gd name="connsiteY1" fmla="*/ 0 h 699121"/>
              <a:gd name="connsiteX2" fmla="*/ 1543368 w 1659890"/>
              <a:gd name="connsiteY2" fmla="*/ 0 h 699121"/>
              <a:gd name="connsiteX3" fmla="*/ 1659890 w 1659890"/>
              <a:gd name="connsiteY3" fmla="*/ 116522 h 699121"/>
              <a:gd name="connsiteX4" fmla="*/ 1659890 w 1659890"/>
              <a:gd name="connsiteY4" fmla="*/ 582599 h 699121"/>
              <a:gd name="connsiteX5" fmla="*/ 1543368 w 1659890"/>
              <a:gd name="connsiteY5" fmla="*/ 699121 h 699121"/>
              <a:gd name="connsiteX6" fmla="*/ 0 w 1659890"/>
              <a:gd name="connsiteY6" fmla="*/ 699121 h 699121"/>
              <a:gd name="connsiteX7" fmla="*/ 2540 w 1659890"/>
              <a:gd name="connsiteY7" fmla="*/ 582599 h 699121"/>
              <a:gd name="connsiteX8" fmla="*/ 2540 w 1659890"/>
              <a:gd name="connsiteY8" fmla="*/ 116522 h 699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9890" h="699121">
                <a:moveTo>
                  <a:pt x="2540" y="116522"/>
                </a:moveTo>
                <a:lnTo>
                  <a:pt x="9525" y="0"/>
                </a:lnTo>
                <a:lnTo>
                  <a:pt x="1543368" y="0"/>
                </a:lnTo>
                <a:cubicBezTo>
                  <a:pt x="1607721" y="0"/>
                  <a:pt x="1659890" y="52169"/>
                  <a:pt x="1659890" y="116522"/>
                </a:cubicBezTo>
                <a:lnTo>
                  <a:pt x="1659890" y="582599"/>
                </a:lnTo>
                <a:cubicBezTo>
                  <a:pt x="1659890" y="646952"/>
                  <a:pt x="1607721" y="699121"/>
                  <a:pt x="1543368" y="699121"/>
                </a:cubicBezTo>
                <a:lnTo>
                  <a:pt x="0" y="699121"/>
                </a:lnTo>
                <a:cubicBezTo>
                  <a:pt x="847" y="660280"/>
                  <a:pt x="1693" y="621440"/>
                  <a:pt x="2540" y="582599"/>
                </a:cubicBezTo>
                <a:lnTo>
                  <a:pt x="2540" y="116522"/>
                </a:lnTo>
                <a:close/>
              </a:path>
            </a:pathLst>
          </a:custGeom>
          <a:solidFill>
            <a:schemeClr val="accent1"/>
          </a:solidFill>
        </p:spPr>
        <p:txBody>
          <a:bodyPr wrap="square" rtlCol="0" anchor="ctr" anchorCtr="0">
            <a:noAutofit/>
          </a:bodyPr>
          <a:lstStyle/>
          <a:p>
            <a:pPr marL="1588" indent="-1588" algn="r"/>
            <a:r>
              <a:rPr lang="fr-FR" sz="2000" b="1">
                <a:solidFill>
                  <a:schemeClr val="bg1"/>
                </a:solidFill>
                <a:latin typeface="+mn-lt"/>
                <a:cs typeface="Times New Roman" panose="02020603050405020304" pitchFamily="18" charset="0"/>
              </a:rPr>
              <a:t>Indications de solution</a:t>
            </a:r>
            <a:endParaRPr lang="fr-FR" sz="2400" b="1">
              <a:solidFill>
                <a:schemeClr val="bg1"/>
              </a:solidFill>
              <a:latin typeface="+mn-lt"/>
              <a:cs typeface="Times New Roman" panose="02020603050405020304" pitchFamily="18" charset="0"/>
            </a:endParaRPr>
          </a:p>
        </p:txBody>
      </p:sp>
      <p:sp>
        <p:nvSpPr>
          <p:cNvPr id="5" name="Espace réservé du pied de page 1">
            <a:extLst>
              <a:ext uri="{FF2B5EF4-FFF2-40B4-BE49-F238E27FC236}">
                <a16:creationId xmlns:a16="http://schemas.microsoft.com/office/drawing/2014/main" xmlns="" id="{97E475FA-5570-4A87-D863-6F79E825FCD6}"/>
              </a:ext>
            </a:extLst>
          </p:cNvPr>
          <p:cNvSpPr>
            <a:spLocks noGrp="1"/>
          </p:cNvSpPr>
          <p:nvPr>
            <p:ph type="ftr" sz="quarter" idx="22"/>
          </p:nvPr>
        </p:nvSpPr>
        <p:spPr>
          <a:xfrm>
            <a:off x="4259818" y="6672179"/>
            <a:ext cx="4113748" cy="107975"/>
          </a:xfrm>
        </p:spPr>
        <p:txBody>
          <a:bodyPr/>
          <a:lstStyle/>
          <a:p>
            <a:endParaRPr lang="fr-FR"/>
          </a:p>
        </p:txBody>
      </p:sp>
    </p:spTree>
    <p:extLst>
      <p:ext uri="{BB962C8B-B14F-4D97-AF65-F5344CB8AC3E}">
        <p14:creationId xmlns:p14="http://schemas.microsoft.com/office/powerpoint/2010/main" val="2655487340"/>
      </p:ext>
    </p:extLst>
  </p:cSld>
  <p:clrMapOvr>
    <a:masterClrMapping/>
  </p:clrMapOvr>
  <p:extLst>
    <p:ext uri="{DCECCB84-F9BA-43D5-87BE-67443E8EF086}">
      <p15:sldGuideLst xmlns:p15="http://schemas.microsoft.com/office/powerpoint/2012/main">
        <p15:guide id="1" orient="horz" pos="211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6D0457BA-E4F8-FD2E-5444-E30ABB2A32D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xmlns="" id="{B92A1149-CAED-DCEA-CA8A-5275DA88C9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xmlns="" id="{D3E62B4C-1294-BB4E-FF6E-3FBEA78A76B8}"/>
              </a:ext>
            </a:extLst>
          </p:cNvPr>
          <p:cNvSpPr>
            <a:spLocks noGrp="1"/>
          </p:cNvSpPr>
          <p:nvPr>
            <p:ph type="dt" sz="half" idx="10"/>
          </p:nvPr>
        </p:nvSpPr>
        <p:spPr/>
        <p:txBody>
          <a:bodyPr/>
          <a:lstStyle/>
          <a:p>
            <a:fld id="{3833E2E6-EA20-4F75-8982-A578BE267DB1}" type="datetimeFigureOut">
              <a:rPr lang="fr-FR" smtClean="0"/>
              <a:t>17/11/2025</a:t>
            </a:fld>
            <a:endParaRPr lang="fr-FR" dirty="0"/>
          </a:p>
        </p:txBody>
      </p:sp>
      <p:sp>
        <p:nvSpPr>
          <p:cNvPr id="5" name="Espace réservé du pied de page 4">
            <a:extLst>
              <a:ext uri="{FF2B5EF4-FFF2-40B4-BE49-F238E27FC236}">
                <a16:creationId xmlns:a16="http://schemas.microsoft.com/office/drawing/2014/main" xmlns="" id="{56268890-B346-6E2D-1C3E-DB99D697D66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xmlns="" id="{AD63C3AC-2D02-F5FE-7B6B-A947F592385F}"/>
              </a:ext>
            </a:extLst>
          </p:cNvPr>
          <p:cNvSpPr>
            <a:spLocks noGrp="1"/>
          </p:cNvSpPr>
          <p:nvPr>
            <p:ph type="sldNum" sz="quarter" idx="12"/>
          </p:nvPr>
        </p:nvSpPr>
        <p:spPr/>
        <p:txBody>
          <a:bodyPr/>
          <a:lstStyle/>
          <a:p>
            <a:fld id="{F6D5D2F4-CE74-4FBE-8BDB-95DCB00794D5}" type="slidenum">
              <a:rPr lang="fr-FR" smtClean="0"/>
              <a:t>‹N°›</a:t>
            </a:fld>
            <a:endParaRPr lang="fr-FR"/>
          </a:p>
        </p:txBody>
      </p:sp>
    </p:spTree>
    <p:extLst>
      <p:ext uri="{BB962C8B-B14F-4D97-AF65-F5344CB8AC3E}">
        <p14:creationId xmlns:p14="http://schemas.microsoft.com/office/powerpoint/2010/main" val="35350529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exte simple">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1"/>
          </p:nvPr>
        </p:nvSpPr>
        <p:spPr/>
        <p:txBody>
          <a:bodyPr/>
          <a:lstStyle/>
          <a:p>
            <a:fld id="{F6D5D2F4-CE74-4FBE-8BDB-95DCB00794D5}" type="slidenum">
              <a:rPr lang="fr-FR" smtClean="0"/>
              <a:t>‹N°›</a:t>
            </a:fld>
            <a:endParaRPr lang="fr-FR"/>
          </a:p>
        </p:txBody>
      </p:sp>
      <p:sp>
        <p:nvSpPr>
          <p:cNvPr id="17" name="Espace réservé du texte 16">
            <a:extLst>
              <a:ext uri="{FF2B5EF4-FFF2-40B4-BE49-F238E27FC236}">
                <a16:creationId xmlns:a16="http://schemas.microsoft.com/office/drawing/2014/main" xmlns="" id="{6D1CB738-7215-422E-BB5E-7AFA561F298F}"/>
              </a:ext>
            </a:extLst>
          </p:cNvPr>
          <p:cNvSpPr>
            <a:spLocks noGrp="1"/>
          </p:cNvSpPr>
          <p:nvPr>
            <p:ph type="body" sz="quarter" idx="12"/>
          </p:nvPr>
        </p:nvSpPr>
        <p:spPr>
          <a:xfrm>
            <a:off x="1651000" y="1052568"/>
            <a:ext cx="9702800" cy="4548132"/>
          </a:xfrm>
          <a:prstGeom prst="rect">
            <a:avLst/>
          </a:prstGeom>
        </p:spPr>
        <p:txBody>
          <a:bodyPr/>
          <a:lstStyle>
            <a:lvl1pPr marL="228600" indent="-228600">
              <a:buClr>
                <a:srgbClr val="0EA280"/>
              </a:buClr>
              <a:buFont typeface="Courier New" panose="02070309020205020404" pitchFamily="49" charset="0"/>
              <a:buChar char="o"/>
              <a:defRPr sz="2800">
                <a:solidFill>
                  <a:schemeClr val="tx1">
                    <a:lumMod val="50000"/>
                    <a:lumOff val="50000"/>
                  </a:schemeClr>
                </a:solidFill>
                <a:latin typeface="Arial" panose="020B0604020202020204" pitchFamily="34" charset="0"/>
                <a:cs typeface="Arial" panose="020B0604020202020204" pitchFamily="34" charset="0"/>
              </a:defRPr>
            </a:lvl1pPr>
            <a:lvl2pPr marL="685800" indent="-228600">
              <a:buClr>
                <a:srgbClr val="0EA280"/>
              </a:buClr>
              <a:buFont typeface="Courier New" panose="02070309020205020404" pitchFamily="49" charset="0"/>
              <a:buChar char="o"/>
              <a:defRPr sz="2400">
                <a:solidFill>
                  <a:schemeClr val="tx1">
                    <a:lumMod val="50000"/>
                    <a:lumOff val="50000"/>
                  </a:schemeClr>
                </a:solidFill>
                <a:latin typeface="Arial" panose="020B0604020202020204" pitchFamily="34" charset="0"/>
                <a:cs typeface="Arial" panose="020B0604020202020204" pitchFamily="34" charset="0"/>
              </a:defRPr>
            </a:lvl2pPr>
            <a:lvl3pPr marL="1143000" indent="-228600">
              <a:buClr>
                <a:srgbClr val="0EA280"/>
              </a:buClr>
              <a:buFont typeface="Courier New" panose="02070309020205020404" pitchFamily="49" charset="0"/>
              <a:buChar char="o"/>
              <a:defRPr sz="2000">
                <a:solidFill>
                  <a:schemeClr val="tx1">
                    <a:lumMod val="50000"/>
                    <a:lumOff val="50000"/>
                  </a:schemeClr>
                </a:solidFill>
                <a:latin typeface="Arial" panose="020B0604020202020204" pitchFamily="34" charset="0"/>
                <a:cs typeface="Arial" panose="020B0604020202020204" pitchFamily="34" charset="0"/>
              </a:defRPr>
            </a:lvl3pPr>
            <a:lvl4pPr marL="1600200" indent="-228600">
              <a:buClr>
                <a:srgbClr val="0EA280"/>
              </a:buClr>
              <a:buFont typeface="Courier New" panose="02070309020205020404" pitchFamily="49" charset="0"/>
              <a:buChar char="o"/>
              <a:defRPr sz="1800">
                <a:solidFill>
                  <a:schemeClr val="tx1">
                    <a:lumMod val="50000"/>
                    <a:lumOff val="50000"/>
                  </a:schemeClr>
                </a:solidFill>
                <a:latin typeface="Arial" panose="020B0604020202020204" pitchFamily="34" charset="0"/>
                <a:cs typeface="Arial" panose="020B0604020202020204" pitchFamily="34" charset="0"/>
              </a:defRPr>
            </a:lvl4pPr>
            <a:lvl5pPr marL="2057400" indent="-228600">
              <a:buClr>
                <a:srgbClr val="0EA280"/>
              </a:buClr>
              <a:buFont typeface="Courier New" panose="02070309020205020404" pitchFamily="49" charset="0"/>
              <a:buChar char="o"/>
              <a:defRPr sz="1800">
                <a:solidFill>
                  <a:schemeClr val="tx1">
                    <a:lumMod val="50000"/>
                    <a:lumOff val="50000"/>
                  </a:schemeClr>
                </a:solidFill>
                <a:latin typeface="Arial" panose="020B0604020202020204" pitchFamily="34" charset="0"/>
                <a:cs typeface="Arial" panose="020B0604020202020204" pitchFamily="34"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19" name="Titre 18">
            <a:extLst>
              <a:ext uri="{FF2B5EF4-FFF2-40B4-BE49-F238E27FC236}">
                <a16:creationId xmlns:a16="http://schemas.microsoft.com/office/drawing/2014/main" xmlns="" id="{66224D9A-48B8-4687-AD39-148F199A0D69}"/>
              </a:ext>
            </a:extLst>
          </p:cNvPr>
          <p:cNvSpPr>
            <a:spLocks noGrp="1"/>
          </p:cNvSpPr>
          <p:nvPr>
            <p:ph type="title"/>
          </p:nvPr>
        </p:nvSpPr>
        <p:spPr>
          <a:xfrm>
            <a:off x="301487" y="267591"/>
            <a:ext cx="10515600" cy="368514"/>
          </a:xfrm>
          <a:prstGeom prst="rect">
            <a:avLst/>
          </a:prstGeom>
        </p:spPr>
        <p:txBody>
          <a:bodyPr/>
          <a:lstStyle>
            <a:lvl1pPr>
              <a:defRPr kumimoji="0" lang="fr-FR" sz="2200" b="1" i="0" u="none" strike="noStrike" kern="1200" cap="none" spc="0" normalizeH="0" baseline="0" noProof="0" dirty="0" smtClean="0">
                <a:ln>
                  <a:noFill/>
                </a:ln>
                <a:solidFill>
                  <a:srgbClr val="006C6D"/>
                </a:solidFill>
                <a:effectLst/>
                <a:uLnTx/>
                <a:uFillTx/>
                <a:latin typeface="Arial" panose="020B0604020202020204" pitchFamily="34" charset="0"/>
                <a:ea typeface="Verdana" panose="020B0604030504040204" pitchFamily="34" charset="0"/>
                <a:cs typeface="Arial" panose="020B0604020202020204" pitchFamily="34" charset="0"/>
              </a:defRPr>
            </a:lvl1pPr>
          </a:lstStyle>
          <a:p>
            <a:r>
              <a:rPr lang="fr-FR"/>
              <a:t>Modifiez le style du titre</a:t>
            </a:r>
            <a:endParaRPr lang="fr-FR" dirty="0"/>
          </a:p>
        </p:txBody>
      </p:sp>
      <p:cxnSp>
        <p:nvCxnSpPr>
          <p:cNvPr id="20" name="Connecteur droit 19">
            <a:extLst>
              <a:ext uri="{FF2B5EF4-FFF2-40B4-BE49-F238E27FC236}">
                <a16:creationId xmlns:a16="http://schemas.microsoft.com/office/drawing/2014/main" xmlns="" id="{5E315C6A-4137-4ACE-A57C-4DD6C3EC8D41}"/>
              </a:ext>
            </a:extLst>
          </p:cNvPr>
          <p:cNvCxnSpPr/>
          <p:nvPr/>
        </p:nvCxnSpPr>
        <p:spPr>
          <a:xfrm>
            <a:off x="156000" y="844336"/>
            <a:ext cx="11880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48058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331C9383-8881-0138-35ED-2790ED7A109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xmlns="" id="{46890C5B-1F5B-950E-AE8C-AE2C9506418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37158EC4-56B9-3270-A869-38E9ABF3F9B8}"/>
              </a:ext>
            </a:extLst>
          </p:cNvPr>
          <p:cNvSpPr>
            <a:spLocks noGrp="1"/>
          </p:cNvSpPr>
          <p:nvPr>
            <p:ph type="dt" sz="half" idx="10"/>
          </p:nvPr>
        </p:nvSpPr>
        <p:spPr/>
        <p:txBody>
          <a:bodyPr/>
          <a:lstStyle/>
          <a:p>
            <a:fld id="{3833E2E6-EA20-4F75-8982-A578BE267DB1}" type="datetimeFigureOut">
              <a:rPr lang="fr-FR" smtClean="0"/>
              <a:t>17/11/2025</a:t>
            </a:fld>
            <a:endParaRPr lang="fr-FR"/>
          </a:p>
        </p:txBody>
      </p:sp>
      <p:sp>
        <p:nvSpPr>
          <p:cNvPr id="5" name="Espace réservé du pied de page 4">
            <a:extLst>
              <a:ext uri="{FF2B5EF4-FFF2-40B4-BE49-F238E27FC236}">
                <a16:creationId xmlns:a16="http://schemas.microsoft.com/office/drawing/2014/main" xmlns="" id="{DE5A936D-388E-5F9A-B993-72E2729CA8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xmlns="" id="{C7085685-01FE-7C79-9E90-275B814774AD}"/>
              </a:ext>
            </a:extLst>
          </p:cNvPr>
          <p:cNvSpPr>
            <a:spLocks noGrp="1"/>
          </p:cNvSpPr>
          <p:nvPr>
            <p:ph type="sldNum" sz="quarter" idx="12"/>
          </p:nvPr>
        </p:nvSpPr>
        <p:spPr/>
        <p:txBody>
          <a:bodyPr/>
          <a:lstStyle/>
          <a:p>
            <a:fld id="{F6D5D2F4-CE74-4FBE-8BDB-95DCB00794D5}" type="slidenum">
              <a:rPr lang="fr-FR" smtClean="0"/>
              <a:t>‹N°›</a:t>
            </a:fld>
            <a:endParaRPr lang="fr-FR"/>
          </a:p>
        </p:txBody>
      </p:sp>
    </p:spTree>
    <p:extLst>
      <p:ext uri="{BB962C8B-B14F-4D97-AF65-F5344CB8AC3E}">
        <p14:creationId xmlns:p14="http://schemas.microsoft.com/office/powerpoint/2010/main" val="513385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4.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6.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 Id="rId3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Rectangle 19">
            <a:hlinkClick r:id="" action="ppaction://noaction"/>
            <a:extLst>
              <a:ext uri="{FF2B5EF4-FFF2-40B4-BE49-F238E27FC236}">
                <a16:creationId xmlns:a16="http://schemas.microsoft.com/office/drawing/2014/main" xmlns="" id="{6C67AEF4-0D16-BF00-2DEB-E715C1518BA6}"/>
              </a:ext>
            </a:extLst>
          </p:cNvPr>
          <p:cNvSpPr/>
          <p:nvPr/>
        </p:nvSpPr>
        <p:spPr>
          <a:xfrm>
            <a:off x="1" y="1"/>
            <a:ext cx="587451" cy="3874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2" name="Espace réservé du titre 1"/>
          <p:cNvSpPr>
            <a:spLocks noGrp="1"/>
          </p:cNvSpPr>
          <p:nvPr>
            <p:ph type="title"/>
          </p:nvPr>
        </p:nvSpPr>
        <p:spPr>
          <a:xfrm>
            <a:off x="596978" y="827809"/>
            <a:ext cx="3366438" cy="1325798"/>
          </a:xfrm>
          <a:prstGeom prst="rect">
            <a:avLst/>
          </a:prstGeom>
        </p:spPr>
        <p:txBody>
          <a:bodyPr vert="horz" lIns="0" tIns="108000" rIns="0" bIns="108000" rtlCol="0" anchor="t" anchorCtr="0">
            <a:spAutoFit/>
          </a:bodyPr>
          <a:lstStyle/>
          <a:p>
            <a:r>
              <a:rPr lang="fr-FR"/>
              <a:t>Modifiez le style du titre</a:t>
            </a:r>
          </a:p>
        </p:txBody>
      </p:sp>
      <p:sp>
        <p:nvSpPr>
          <p:cNvPr id="6" name="Espace réservé du numéro de diapositive 5"/>
          <p:cNvSpPr>
            <a:spLocks noGrp="1"/>
          </p:cNvSpPr>
          <p:nvPr>
            <p:ph type="sldNum" sz="quarter" idx="4"/>
          </p:nvPr>
        </p:nvSpPr>
        <p:spPr>
          <a:xfrm>
            <a:off x="11417346" y="6323396"/>
            <a:ext cx="483068" cy="195263"/>
          </a:xfrm>
          <a:prstGeom prst="rect">
            <a:avLst/>
          </a:prstGeom>
        </p:spPr>
        <p:txBody>
          <a:bodyPr vert="horz" lIns="91440" tIns="45720" rIns="91440" bIns="45720" rtlCol="0" anchor="ctr"/>
          <a:lstStyle>
            <a:lvl1pPr algn="r">
              <a:defRPr sz="1200" b="1">
                <a:solidFill>
                  <a:schemeClr val="tx1"/>
                </a:solidFill>
              </a:defRPr>
            </a:lvl1pPr>
          </a:lstStyle>
          <a:p>
            <a:fld id="{F6D5D2F4-CE74-4FBE-8BDB-95DCB00794D5}" type="slidenum">
              <a:rPr lang="fr-FR" smtClean="0"/>
              <a:t>‹N°›</a:t>
            </a:fld>
            <a:endParaRPr lang="fr-FR"/>
          </a:p>
        </p:txBody>
      </p:sp>
      <p:sp>
        <p:nvSpPr>
          <p:cNvPr id="4" name="Triangle isocèle 3">
            <a:hlinkClick r:id="" action="ppaction://hlinkshowjump?jump=nextslide"/>
            <a:extLst>
              <a:ext uri="{FF2B5EF4-FFF2-40B4-BE49-F238E27FC236}">
                <a16:creationId xmlns:a16="http://schemas.microsoft.com/office/drawing/2014/main" xmlns="" id="{0F3E38B9-99D7-A372-E788-2ECA5C503BA6}"/>
              </a:ext>
            </a:extLst>
          </p:cNvPr>
          <p:cNvSpPr/>
          <p:nvPr/>
        </p:nvSpPr>
        <p:spPr>
          <a:xfrm rot="5400000">
            <a:off x="11513133" y="41230"/>
            <a:ext cx="390527" cy="301879"/>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5" name="Triangle isocèle 4">
            <a:hlinkClick r:id="" action="ppaction://hlinkshowjump?jump=previousslide"/>
            <a:extLst>
              <a:ext uri="{FF2B5EF4-FFF2-40B4-BE49-F238E27FC236}">
                <a16:creationId xmlns:a16="http://schemas.microsoft.com/office/drawing/2014/main" xmlns="" id="{3689DD55-2683-1E27-DCF9-8D4EBC429E37}"/>
              </a:ext>
            </a:extLst>
          </p:cNvPr>
          <p:cNvSpPr/>
          <p:nvPr/>
        </p:nvSpPr>
        <p:spPr>
          <a:xfrm rot="16200000" flipH="1">
            <a:off x="895523" y="41230"/>
            <a:ext cx="390527" cy="301879"/>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7" name="Rectangle 6">
            <a:extLst>
              <a:ext uri="{FF2B5EF4-FFF2-40B4-BE49-F238E27FC236}">
                <a16:creationId xmlns:a16="http://schemas.microsoft.com/office/drawing/2014/main" xmlns="" id="{31D66E1D-206B-619E-75B2-D439C69E74BA}"/>
              </a:ext>
            </a:extLst>
          </p:cNvPr>
          <p:cNvSpPr/>
          <p:nvPr/>
        </p:nvSpPr>
        <p:spPr>
          <a:xfrm>
            <a:off x="587452" y="-3093"/>
            <a:ext cx="11614075" cy="39052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pic>
        <p:nvPicPr>
          <p:cNvPr id="10" name="Graphique 9">
            <a:hlinkClick r:id="" action="ppaction://hlinkshowjump?jump=previousslide"/>
            <a:extLst>
              <a:ext uri="{FF2B5EF4-FFF2-40B4-BE49-F238E27FC236}">
                <a16:creationId xmlns:a16="http://schemas.microsoft.com/office/drawing/2014/main" xmlns="" id="{35DC86C1-7E79-CA01-11C4-A0BD998B95DC}"/>
              </a:ext>
            </a:extLst>
          </p:cNvPr>
          <p:cNvPicPr>
            <a:picLocks noChangeAspect="1"/>
          </p:cNvPicPr>
          <p:nvPr/>
        </p:nvPicPr>
        <p:blipFill>
          <a:blip r:embed="rId31" cstate="screen">
            <a:extLst>
              <a:ext uri="{28A0092B-C50C-407E-A947-70E740481C1C}">
                <a14:useLocalDpi xmlns:a14="http://schemas.microsoft.com/office/drawing/2010/main"/>
              </a:ext>
              <a:ext uri="{96DAC541-7B7A-43D3-8B79-37D633B846F1}">
                <asvg:svgBlip xmlns:asvg="http://schemas.microsoft.com/office/drawing/2016/SVG/main" xmlns="" r:embed="rId32"/>
              </a:ext>
            </a:extLst>
          </a:blip>
          <a:stretch>
            <a:fillRect/>
          </a:stretch>
        </p:blipFill>
        <p:spPr>
          <a:xfrm>
            <a:off x="830358" y="30207"/>
            <a:ext cx="185168" cy="323925"/>
          </a:xfrm>
          <a:prstGeom prst="rect">
            <a:avLst/>
          </a:prstGeom>
        </p:spPr>
      </p:pic>
      <p:pic>
        <p:nvPicPr>
          <p:cNvPr id="11" name="Graphique 10">
            <a:hlinkClick r:id="" action="ppaction://hlinkshowjump?jump=nextslide"/>
            <a:extLst>
              <a:ext uri="{FF2B5EF4-FFF2-40B4-BE49-F238E27FC236}">
                <a16:creationId xmlns:a16="http://schemas.microsoft.com/office/drawing/2014/main" xmlns="" id="{5E068C99-C23A-27FB-D21E-BB9856ECC1F7}"/>
              </a:ext>
            </a:extLst>
          </p:cNvPr>
          <p:cNvPicPr>
            <a:picLocks noChangeAspect="1"/>
          </p:cNvPicPr>
          <p:nvPr/>
        </p:nvPicPr>
        <p:blipFill>
          <a:blip r:embed="rId33" cstate="screen">
            <a:extLst>
              <a:ext uri="{28A0092B-C50C-407E-A947-70E740481C1C}">
                <a14:useLocalDpi xmlns:a14="http://schemas.microsoft.com/office/drawing/2010/main"/>
              </a:ext>
              <a:ext uri="{96DAC541-7B7A-43D3-8B79-37D633B846F1}">
                <asvg:svgBlip xmlns:asvg="http://schemas.microsoft.com/office/drawing/2016/SVG/main" xmlns="" r:embed="rId34"/>
              </a:ext>
            </a:extLst>
          </a:blip>
          <a:stretch>
            <a:fillRect/>
          </a:stretch>
        </p:blipFill>
        <p:spPr>
          <a:xfrm>
            <a:off x="11435641" y="30207"/>
            <a:ext cx="185168" cy="323925"/>
          </a:xfrm>
          <a:prstGeom prst="rect">
            <a:avLst/>
          </a:prstGeom>
        </p:spPr>
      </p:pic>
      <p:pic>
        <p:nvPicPr>
          <p:cNvPr id="19" name="Graphique 18">
            <a:extLst>
              <a:ext uri="{FF2B5EF4-FFF2-40B4-BE49-F238E27FC236}">
                <a16:creationId xmlns:a16="http://schemas.microsoft.com/office/drawing/2014/main" xmlns="" id="{A77BF728-10D4-690F-45A6-E98CB9A08B80}"/>
              </a:ext>
            </a:extLst>
          </p:cNvPr>
          <p:cNvPicPr>
            <a:picLocks noChangeAspect="1"/>
          </p:cNvPicPr>
          <p:nvPr/>
        </p:nvPicPr>
        <p:blipFill>
          <a:blip r:embed="rId35" cstate="screen">
            <a:extLst>
              <a:ext uri="{28A0092B-C50C-407E-A947-70E740481C1C}">
                <a14:useLocalDpi xmlns:a14="http://schemas.microsoft.com/office/drawing/2010/main"/>
              </a:ext>
              <a:ext uri="{96DAC541-7B7A-43D3-8B79-37D633B846F1}">
                <asvg:svgBlip xmlns:asvg="http://schemas.microsoft.com/office/drawing/2016/SVG/main" xmlns="" r:embed="rId36"/>
              </a:ext>
            </a:extLst>
          </a:blip>
          <a:stretch>
            <a:fillRect/>
          </a:stretch>
        </p:blipFill>
        <p:spPr>
          <a:xfrm>
            <a:off x="190037" y="30207"/>
            <a:ext cx="224338" cy="323925"/>
          </a:xfrm>
          <a:prstGeom prst="rect">
            <a:avLst/>
          </a:prstGeom>
        </p:spPr>
      </p:pic>
      <p:sp>
        <p:nvSpPr>
          <p:cNvPr id="21" name="Espace réservé du pied de page 20">
            <a:extLst>
              <a:ext uri="{FF2B5EF4-FFF2-40B4-BE49-F238E27FC236}">
                <a16:creationId xmlns:a16="http://schemas.microsoft.com/office/drawing/2014/main" xmlns="" id="{BF193466-09D6-9DBC-DC61-E51C9E89DB41}"/>
              </a:ext>
            </a:extLst>
          </p:cNvPr>
          <p:cNvSpPr>
            <a:spLocks noGrp="1"/>
          </p:cNvSpPr>
          <p:nvPr>
            <p:ph type="ftr" sz="quarter" idx="3"/>
          </p:nvPr>
        </p:nvSpPr>
        <p:spPr>
          <a:xfrm>
            <a:off x="4259818" y="6672179"/>
            <a:ext cx="4113748" cy="107975"/>
          </a:xfrm>
          <a:prstGeom prst="rect">
            <a:avLst/>
          </a:prstGeom>
        </p:spPr>
        <p:txBody>
          <a:bodyPr vert="horz" lIns="91440" tIns="45720" rIns="91440" bIns="45720" rtlCol="0" anchor="ctr"/>
          <a:lstStyle>
            <a:lvl1pPr algn="l">
              <a:defRPr sz="700">
                <a:solidFill>
                  <a:schemeClr val="tx1"/>
                </a:solidFill>
                <a:latin typeface="Arial Narrow" panose="020B0606020202030204" pitchFamily="34" charset="0"/>
              </a:defRPr>
            </a:lvl1pPr>
          </a:lstStyle>
          <a:p>
            <a:endParaRPr lang="fr-FR"/>
          </a:p>
        </p:txBody>
      </p:sp>
      <p:sp>
        <p:nvSpPr>
          <p:cNvPr id="13" name="Espace réservé du texte 12">
            <a:extLst>
              <a:ext uri="{FF2B5EF4-FFF2-40B4-BE49-F238E27FC236}">
                <a16:creationId xmlns:a16="http://schemas.microsoft.com/office/drawing/2014/main" xmlns="" id="{8CB4B6A5-5415-9543-70CB-498B4D6D1EAD}"/>
              </a:ext>
            </a:extLst>
          </p:cNvPr>
          <p:cNvSpPr>
            <a:spLocks noGrp="1"/>
          </p:cNvSpPr>
          <p:nvPr>
            <p:ph type="body" idx="1"/>
          </p:nvPr>
        </p:nvSpPr>
        <p:spPr>
          <a:xfrm>
            <a:off x="4259817" y="827809"/>
            <a:ext cx="7633694" cy="546228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55762369"/>
      </p:ext>
    </p:extLst>
  </p:cSld>
  <p:clrMap bg1="lt1" tx1="dk1" bg2="lt2" tx2="dk2" accent1="accent1" accent2="accent2" accent3="accent3" accent4="accent4" accent5="accent5" accent6="accent6" hlink="hlink" folHlink="folHlink"/>
  <p:sldLayoutIdLst>
    <p:sldLayoutId id="2147483689"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Lst>
  <p:txStyles>
    <p:titleStyle>
      <a:lvl1pPr algn="l" defTabSz="914217" rtl="0" eaLnBrk="1" latinLnBrk="0" hangingPunct="1">
        <a:lnSpc>
          <a:spcPct val="100000"/>
        </a:lnSpc>
        <a:spcBef>
          <a:spcPct val="0"/>
        </a:spcBef>
        <a:buNone/>
        <a:defRPr sz="3599" b="1" kern="1200">
          <a:solidFill>
            <a:schemeClr val="tx1"/>
          </a:solidFill>
          <a:latin typeface="Arial" panose="020B0604020202020204" pitchFamily="34" charset="0"/>
          <a:ea typeface="+mj-ea"/>
          <a:cs typeface="Arial" panose="020B0604020202020204" pitchFamily="34" charset="0"/>
        </a:defRPr>
      </a:lvl1pPr>
    </p:titleStyle>
    <p:bodyStyle>
      <a:lvl1pPr marL="342831" indent="-342831" algn="l" defTabSz="914217" rtl="0" eaLnBrk="1" latinLnBrk="0" hangingPunct="1">
        <a:lnSpc>
          <a:spcPct val="100000"/>
        </a:lnSpc>
        <a:spcBef>
          <a:spcPts val="1200"/>
        </a:spcBef>
        <a:spcAft>
          <a:spcPts val="400"/>
        </a:spcAft>
        <a:buClr>
          <a:schemeClr val="accent1"/>
        </a:buClr>
        <a:buSzPct val="65000"/>
        <a:buFont typeface="Arial" panose="020B0604020202020204" pitchFamily="34" charset="0"/>
        <a:buChar char="▬"/>
        <a:defRPr lang="fr-FR" sz="2599" kern="1200" dirty="0">
          <a:solidFill>
            <a:schemeClr val="tx1"/>
          </a:solidFill>
          <a:latin typeface="Arial" panose="020B0604020202020204" pitchFamily="34" charset="0"/>
          <a:ea typeface="+mn-ea"/>
          <a:cs typeface="Arial" panose="020B0604020202020204" pitchFamily="34" charset="0"/>
        </a:defRPr>
      </a:lvl1pPr>
      <a:lvl2pPr marL="533293" indent="-155544" algn="l" defTabSz="914217" rtl="0" eaLnBrk="1" latinLnBrk="0" hangingPunct="1">
        <a:lnSpc>
          <a:spcPct val="100000"/>
        </a:lnSpc>
        <a:spcBef>
          <a:spcPts val="600"/>
        </a:spcBef>
        <a:spcAft>
          <a:spcPts val="600"/>
        </a:spcAft>
        <a:buClr>
          <a:schemeClr val="accent1"/>
        </a:buClr>
        <a:buSzPct val="70000"/>
        <a:buFont typeface="Arial" panose="020B0604020202020204" pitchFamily="34" charset="0"/>
        <a:buChar char="►"/>
        <a:tabLst>
          <a:tab pos="533293" algn="l"/>
        </a:tabLst>
        <a:defRPr lang="fr-FR" sz="1900" kern="1200" dirty="0">
          <a:solidFill>
            <a:schemeClr val="tx1"/>
          </a:solidFill>
          <a:latin typeface="Arial" panose="020B0604020202020204" pitchFamily="34" charset="0"/>
          <a:ea typeface="+mn-ea"/>
          <a:cs typeface="Arial" panose="020B0604020202020204" pitchFamily="34" charset="0"/>
        </a:defRPr>
      </a:lvl2pPr>
      <a:lvl3pPr marL="711058" indent="-203159" algn="l" defTabSz="914217" rtl="0" eaLnBrk="1" latinLnBrk="0" hangingPunct="1">
        <a:lnSpc>
          <a:spcPct val="100000"/>
        </a:lnSpc>
        <a:spcBef>
          <a:spcPts val="800"/>
        </a:spcBef>
        <a:buClr>
          <a:schemeClr val="accent1"/>
        </a:buClr>
        <a:buSzPct val="95000"/>
        <a:buFont typeface="Wingdings" panose="05000000000000000000" pitchFamily="2" charset="2"/>
        <a:buChar char="§"/>
        <a:tabLst>
          <a:tab pos="723755" algn="l"/>
        </a:tabLst>
        <a:defRPr lang="fr-FR" sz="1600" kern="1200" dirty="0">
          <a:solidFill>
            <a:schemeClr val="tx1"/>
          </a:solidFill>
          <a:latin typeface="Arial" panose="020B0604020202020204" pitchFamily="34" charset="0"/>
          <a:ea typeface="+mn-ea"/>
          <a:cs typeface="Arial" panose="020B0604020202020204" pitchFamily="34" charset="0"/>
        </a:defRPr>
      </a:lvl3pPr>
      <a:lvl4pPr marL="901520" indent="-203159" algn="l" defTabSz="914217" rtl="0" eaLnBrk="1" latinLnBrk="0" hangingPunct="1">
        <a:lnSpc>
          <a:spcPct val="100000"/>
        </a:lnSpc>
        <a:spcBef>
          <a:spcPts val="600"/>
        </a:spcBef>
        <a:buClr>
          <a:schemeClr val="accent1"/>
        </a:buClr>
        <a:buSzPct val="95000"/>
        <a:buFont typeface="Wingdings" panose="05000000000000000000" pitchFamily="2" charset="2"/>
        <a:buChar char="§"/>
        <a:tabLst>
          <a:tab pos="901520" algn="l"/>
        </a:tabLst>
        <a:defRPr lang="fr-FR" sz="1400" kern="1200" dirty="0">
          <a:solidFill>
            <a:schemeClr val="tx1"/>
          </a:solidFill>
          <a:latin typeface="Arial" panose="020B0604020202020204" pitchFamily="34" charset="0"/>
          <a:ea typeface="+mn-ea"/>
          <a:cs typeface="Arial" panose="020B0604020202020204" pitchFamily="34" charset="0"/>
        </a:defRPr>
      </a:lvl4pPr>
      <a:lvl5pPr marL="1089232" indent="-171416" algn="l" defTabSz="914217" rtl="0" eaLnBrk="1" latinLnBrk="0" hangingPunct="1">
        <a:lnSpc>
          <a:spcPct val="100000"/>
        </a:lnSpc>
        <a:spcBef>
          <a:spcPts val="500"/>
        </a:spcBef>
        <a:buClr>
          <a:schemeClr val="accent1"/>
        </a:buClr>
        <a:buSzPct val="95000"/>
        <a:buFont typeface="Wingdings" panose="05000000000000000000" pitchFamily="2" charset="2"/>
        <a:buChar char="§"/>
        <a:defRPr lang="fr-FR" sz="1200" kern="1200" dirty="0">
          <a:solidFill>
            <a:schemeClr val="tx1"/>
          </a:solidFill>
          <a:latin typeface="Arial" panose="020B0604020202020204" pitchFamily="34" charset="0"/>
          <a:ea typeface="+mn-ea"/>
          <a:cs typeface="Arial" panose="020B0604020202020204" pitchFamily="34" charset="0"/>
        </a:defRPr>
      </a:lvl5pPr>
      <a:lvl6pPr marL="2514097"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206"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14"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423" indent="-228554" algn="l" defTabSz="91421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217" rtl="0" eaLnBrk="1" latinLnBrk="0" hangingPunct="1">
        <a:defRPr sz="1800" kern="1200">
          <a:solidFill>
            <a:schemeClr val="tx1"/>
          </a:solidFill>
          <a:latin typeface="+mn-lt"/>
          <a:ea typeface="+mn-ea"/>
          <a:cs typeface="+mn-cs"/>
        </a:defRPr>
      </a:lvl1pPr>
      <a:lvl2pPr marL="457109" algn="l" defTabSz="914217" rtl="0" eaLnBrk="1" latinLnBrk="0" hangingPunct="1">
        <a:defRPr sz="1800" kern="1200">
          <a:solidFill>
            <a:schemeClr val="tx1"/>
          </a:solidFill>
          <a:latin typeface="+mn-lt"/>
          <a:ea typeface="+mn-ea"/>
          <a:cs typeface="+mn-cs"/>
        </a:defRPr>
      </a:lvl2pPr>
      <a:lvl3pPr marL="914217" algn="l" defTabSz="914217" rtl="0" eaLnBrk="1" latinLnBrk="0" hangingPunct="1">
        <a:defRPr sz="1800" kern="1200">
          <a:solidFill>
            <a:schemeClr val="tx1"/>
          </a:solidFill>
          <a:latin typeface="+mn-lt"/>
          <a:ea typeface="+mn-ea"/>
          <a:cs typeface="+mn-cs"/>
        </a:defRPr>
      </a:lvl3pPr>
      <a:lvl4pPr marL="1371326" algn="l" defTabSz="914217" rtl="0" eaLnBrk="1" latinLnBrk="0" hangingPunct="1">
        <a:defRPr sz="1800" kern="1200">
          <a:solidFill>
            <a:schemeClr val="tx1"/>
          </a:solidFill>
          <a:latin typeface="+mn-lt"/>
          <a:ea typeface="+mn-ea"/>
          <a:cs typeface="+mn-cs"/>
        </a:defRPr>
      </a:lvl4pPr>
      <a:lvl5pPr marL="1828434" algn="l" defTabSz="914217" rtl="0" eaLnBrk="1" latinLnBrk="0" hangingPunct="1">
        <a:defRPr sz="1800" kern="1200">
          <a:solidFill>
            <a:schemeClr val="tx1"/>
          </a:solidFill>
          <a:latin typeface="+mn-lt"/>
          <a:ea typeface="+mn-ea"/>
          <a:cs typeface="+mn-cs"/>
        </a:defRPr>
      </a:lvl5pPr>
      <a:lvl6pPr marL="2285543" algn="l" defTabSz="914217" rtl="0" eaLnBrk="1" latinLnBrk="0" hangingPunct="1">
        <a:defRPr sz="1800" kern="1200">
          <a:solidFill>
            <a:schemeClr val="tx1"/>
          </a:solidFill>
          <a:latin typeface="+mn-lt"/>
          <a:ea typeface="+mn-ea"/>
          <a:cs typeface="+mn-cs"/>
        </a:defRPr>
      </a:lvl6pPr>
      <a:lvl7pPr marL="2742651" algn="l" defTabSz="914217" rtl="0" eaLnBrk="1" latinLnBrk="0" hangingPunct="1">
        <a:defRPr sz="1800" kern="1200">
          <a:solidFill>
            <a:schemeClr val="tx1"/>
          </a:solidFill>
          <a:latin typeface="+mn-lt"/>
          <a:ea typeface="+mn-ea"/>
          <a:cs typeface="+mn-cs"/>
        </a:defRPr>
      </a:lvl7pPr>
      <a:lvl8pPr marL="3199760" algn="l" defTabSz="914217" rtl="0" eaLnBrk="1" latinLnBrk="0" hangingPunct="1">
        <a:defRPr sz="1800" kern="1200">
          <a:solidFill>
            <a:schemeClr val="tx1"/>
          </a:solidFill>
          <a:latin typeface="+mn-lt"/>
          <a:ea typeface="+mn-ea"/>
          <a:cs typeface="+mn-cs"/>
        </a:defRPr>
      </a:lvl8pPr>
      <a:lvl9pPr marL="3656868" algn="l" defTabSz="9142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0">
          <p15:clr>
            <a:srgbClr val="F26B43"/>
          </p15:clr>
        </p15:guide>
        <p15:guide id="2" pos="2501">
          <p15:clr>
            <a:srgbClr val="F26B43"/>
          </p15:clr>
        </p15:guide>
        <p15:guide id="3" pos="2683">
          <p15:clr>
            <a:srgbClr val="F26B43"/>
          </p15:clr>
        </p15:guide>
        <p15:guide id="4" pos="7491">
          <p15:clr>
            <a:srgbClr val="F26B43"/>
          </p15:clr>
        </p15:guide>
        <p15:guide id="5" orient="horz" pos="505">
          <p15:clr>
            <a:srgbClr val="F26B43"/>
          </p15:clr>
        </p15:guide>
        <p15:guide id="6" orient="horz" pos="3975">
          <p15:clr>
            <a:srgbClr val="F26B43"/>
          </p15:clr>
        </p15:guide>
        <p15:guide id="7" pos="3862">
          <p15:clr>
            <a:srgbClr val="F26B43"/>
          </p15:clr>
        </p15:guide>
        <p15:guide id="8" orient="horz" pos="216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hyperlink" Target="http://www.msform.com/"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www.labellecarriere.fr/"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image" Target="../media/image46.png"/><Relationship Id="rId5" Type="http://schemas.openxmlformats.org/officeDocument/2006/relationships/image" Target="../media/image41.pn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13.xml"/><Relationship Id="rId5" Type="http://schemas.openxmlformats.org/officeDocument/2006/relationships/image" Target="../media/image49.png"/><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7.xml"/><Relationship Id="rId1" Type="http://schemas.openxmlformats.org/officeDocument/2006/relationships/slideLayout" Target="../slideLayouts/slideLayout13.xml"/><Relationship Id="rId5" Type="http://schemas.openxmlformats.org/officeDocument/2006/relationships/image" Target="../media/image45.png"/><Relationship Id="rId4" Type="http://schemas.openxmlformats.org/officeDocument/2006/relationships/image" Target="../media/image52.png"/></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3.xml"/><Relationship Id="rId1" Type="http://schemas.openxmlformats.org/officeDocument/2006/relationships/slideLayout" Target="../slideLayouts/slideLayout1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1.xml"/><Relationship Id="rId1" Type="http://schemas.openxmlformats.org/officeDocument/2006/relationships/slideLayout" Target="../slideLayouts/slideLayout13.xml"/><Relationship Id="rId6" Type="http://schemas.openxmlformats.org/officeDocument/2006/relationships/image" Target="../media/image59.png"/><Relationship Id="rId5" Type="http://schemas.openxmlformats.org/officeDocument/2006/relationships/image" Target="../media/image52.png"/><Relationship Id="rId4" Type="http://schemas.openxmlformats.org/officeDocument/2006/relationships/image" Target="../media/image45.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5.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0.xml"/><Relationship Id="rId1" Type="http://schemas.openxmlformats.org/officeDocument/2006/relationships/slideLayout" Target="../slideLayouts/slideLayout13.xml"/><Relationship Id="rId4" Type="http://schemas.openxmlformats.org/officeDocument/2006/relationships/image" Target="../media/image60.png"/></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126.xml"/><Relationship Id="rId1" Type="http://schemas.openxmlformats.org/officeDocument/2006/relationships/slideLayout" Target="../slideLayouts/slideLayout1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s>
</file>

<file path=ppt/slides/_rels/slide13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7.xml"/><Relationship Id="rId1" Type="http://schemas.openxmlformats.org/officeDocument/2006/relationships/slideLayout" Target="../slideLayouts/slideLayout13.xml"/><Relationship Id="rId5" Type="http://schemas.openxmlformats.org/officeDocument/2006/relationships/image" Target="../media/image73.png"/><Relationship Id="rId4" Type="http://schemas.openxmlformats.org/officeDocument/2006/relationships/image" Target="../media/image72.pn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5.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0">
            <a:extLst>
              <a:ext uri="{FF2B5EF4-FFF2-40B4-BE49-F238E27FC236}">
                <a16:creationId xmlns:a16="http://schemas.microsoft.com/office/drawing/2014/main" xmlns="" id="{D759BDEC-AC2C-7799-CDE6-E1CF35E503B8}"/>
              </a:ext>
            </a:extLst>
          </p:cNvPr>
          <p:cNvSpPr>
            <a:spLocks noGrp="1"/>
          </p:cNvSpPr>
          <p:nvPr>
            <p:ph type="title"/>
          </p:nvPr>
        </p:nvSpPr>
        <p:spPr>
          <a:xfrm>
            <a:off x="2111415" y="2390368"/>
            <a:ext cx="3962916" cy="2849599"/>
          </a:xfrm>
        </p:spPr>
        <p:txBody>
          <a:bodyPr/>
          <a:lstStyle/>
          <a:p>
            <a:pPr algn="ctr" eaLnBrk="1" hangingPunct="1">
              <a:lnSpc>
                <a:spcPct val="95000"/>
              </a:lnSpc>
              <a:spcBef>
                <a:spcPct val="60000"/>
              </a:spcBef>
            </a:pPr>
            <a:r>
              <a:rPr lang="fr-FR" altLang="fr-FR" sz="3600" dirty="0">
                <a:latin typeface="+mj-lt"/>
              </a:rPr>
              <a:t>MS861</a:t>
            </a:r>
            <a:br>
              <a:rPr lang="fr-FR" altLang="fr-FR" sz="3600" dirty="0">
                <a:latin typeface="+mj-lt"/>
              </a:rPr>
            </a:br>
            <a:r>
              <a:rPr lang="fr-FR" altLang="fr-FR" sz="3600" dirty="0">
                <a:latin typeface="+mj-lt"/>
              </a:rPr>
              <a:t>L’accès aux données en C# sous Microsoft Visual Studio</a:t>
            </a:r>
            <a:endParaRPr lang="fr-FR" dirty="0"/>
          </a:p>
        </p:txBody>
      </p:sp>
    </p:spTree>
    <p:extLst>
      <p:ext uri="{BB962C8B-B14F-4D97-AF65-F5344CB8AC3E}">
        <p14:creationId xmlns:p14="http://schemas.microsoft.com/office/powerpoint/2010/main" val="349271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ubtitle 2">
            <a:extLst>
              <a:ext uri="{FF2B5EF4-FFF2-40B4-BE49-F238E27FC236}">
                <a16:creationId xmlns:a16="http://schemas.microsoft.com/office/drawing/2014/main" xmlns="" id="{401A5F5A-8564-7523-C72C-FB757D6B83D9}"/>
              </a:ext>
            </a:extLst>
          </p:cNvPr>
          <p:cNvSpPr>
            <a:spLocks/>
          </p:cNvSpPr>
          <p:nvPr/>
        </p:nvSpPr>
        <p:spPr bwMode="auto">
          <a:xfrm>
            <a:off x="2138110" y="2346961"/>
            <a:ext cx="4097337"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lnSpc>
                <a:spcPct val="95000"/>
              </a:lnSpc>
              <a:spcBef>
                <a:spcPct val="60000"/>
              </a:spcBef>
              <a:buFontTx/>
              <a:buNone/>
            </a:pPr>
            <a:r>
              <a:rPr lang="fr-FR" altLang="fr-FR" sz="2600" dirty="0">
                <a:solidFill>
                  <a:schemeClr val="bg1"/>
                </a:solidFill>
                <a:latin typeface="Arial" panose="020B0604020202020204" pitchFamily="34" charset="0"/>
              </a:rPr>
              <a:t>MS861</a:t>
            </a:r>
          </a:p>
          <a:p>
            <a:pPr algn="ctr" eaLnBrk="1" hangingPunct="1">
              <a:lnSpc>
                <a:spcPct val="95000"/>
              </a:lnSpc>
              <a:spcBef>
                <a:spcPct val="60000"/>
              </a:spcBef>
              <a:buFontTx/>
              <a:buNone/>
            </a:pPr>
            <a:r>
              <a:rPr lang="fr-FR" altLang="fr-FR" sz="2600" dirty="0">
                <a:solidFill>
                  <a:schemeClr val="bg1"/>
                </a:solidFill>
                <a:latin typeface="Arial" panose="020B0604020202020204" pitchFamily="34" charset="0"/>
              </a:rPr>
              <a:t>L’accès aux données en C# sous Microsoft Visual Studio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a:extLst>
              <a:ext uri="{FF2B5EF4-FFF2-40B4-BE49-F238E27FC236}">
                <a16:creationId xmlns:a16="http://schemas.microsoft.com/office/drawing/2014/main" xmlns="" id="{9FBB307A-3035-2FE2-8B79-6A888BC0F41A}"/>
              </a:ext>
            </a:extLst>
          </p:cNvPr>
          <p:cNvSpPr>
            <a:spLocks noGrp="1" noChangeArrowheads="1"/>
          </p:cNvSpPr>
          <p:nvPr>
            <p:ph type="body" sz="quarter" idx="12"/>
          </p:nvPr>
        </p:nvSpPr>
        <p:spPr/>
        <p:txBody>
          <a:bodyPr>
            <a:normAutofit fontScale="85000" lnSpcReduction="20000"/>
          </a:bodyPr>
          <a:lstStyle/>
          <a:p>
            <a:pPr>
              <a:buFont typeface="Arial" panose="020B0604020202020204" pitchFamily="34" charset="0"/>
              <a:buChar char="•"/>
            </a:pPr>
            <a:r>
              <a:rPr lang="fr-FR" dirty="0" smtClean="0"/>
              <a:t>Licence </a:t>
            </a:r>
            <a:r>
              <a:rPr lang="fr-FR" dirty="0"/>
              <a:t>informatique Appliquées</a:t>
            </a:r>
          </a:p>
          <a:p>
            <a:pPr>
              <a:buFont typeface="Arial" panose="020B0604020202020204" pitchFamily="34" charset="0"/>
              <a:buChar char="•"/>
            </a:pPr>
            <a:r>
              <a:rPr lang="fr-FR" dirty="0"/>
              <a:t>2000	</a:t>
            </a:r>
          </a:p>
          <a:p>
            <a:pPr lvl="1">
              <a:buFont typeface="Arial" panose="020B0604020202020204" pitchFamily="34" charset="0"/>
              <a:buChar char="•"/>
            </a:pPr>
            <a:r>
              <a:rPr lang="fr-FR" dirty="0"/>
              <a:t>MCSE : Microsoft </a:t>
            </a:r>
            <a:r>
              <a:rPr lang="fr-FR" dirty="0" err="1"/>
              <a:t>Certified</a:t>
            </a:r>
            <a:r>
              <a:rPr lang="fr-FR" dirty="0"/>
              <a:t> System </a:t>
            </a:r>
            <a:r>
              <a:rPr lang="fr-FR" dirty="0" err="1"/>
              <a:t>Engineer</a:t>
            </a:r>
            <a:endParaRPr lang="fr-FR" dirty="0"/>
          </a:p>
          <a:p>
            <a:pPr lvl="1">
              <a:buFont typeface="Arial" panose="020B0604020202020204" pitchFamily="34" charset="0"/>
              <a:buChar char="•"/>
            </a:pPr>
            <a:r>
              <a:rPr lang="fr-FR" dirty="0"/>
              <a:t>MCDBA : Microsoft </a:t>
            </a:r>
            <a:r>
              <a:rPr lang="fr-FR" dirty="0" err="1"/>
              <a:t>Certified</a:t>
            </a:r>
            <a:r>
              <a:rPr lang="fr-FR" dirty="0"/>
              <a:t> </a:t>
            </a:r>
            <a:r>
              <a:rPr lang="fr-FR" dirty="0" err="1"/>
              <a:t>Database</a:t>
            </a:r>
            <a:r>
              <a:rPr lang="fr-FR" dirty="0"/>
              <a:t> </a:t>
            </a:r>
            <a:r>
              <a:rPr lang="fr-FR" dirty="0" err="1"/>
              <a:t>Administrator</a:t>
            </a:r>
            <a:endParaRPr lang="fr-FR" dirty="0"/>
          </a:p>
          <a:p>
            <a:pPr lvl="1">
              <a:buFont typeface="Arial" panose="020B0604020202020204" pitchFamily="34" charset="0"/>
              <a:buChar char="•"/>
            </a:pPr>
            <a:r>
              <a:rPr lang="fr-FR" dirty="0"/>
              <a:t>MCAD : Microsoft </a:t>
            </a:r>
            <a:r>
              <a:rPr lang="fr-FR" dirty="0" err="1"/>
              <a:t>Certified</a:t>
            </a:r>
            <a:r>
              <a:rPr lang="fr-FR" dirty="0"/>
              <a:t> Application </a:t>
            </a:r>
            <a:r>
              <a:rPr lang="fr-FR" dirty="0" err="1"/>
              <a:t>Developper</a:t>
            </a:r>
            <a:endParaRPr lang="fr-FR" dirty="0"/>
          </a:p>
          <a:p>
            <a:pPr>
              <a:buFont typeface="Arial" panose="020B0604020202020204" pitchFamily="34" charset="0"/>
              <a:buChar char="•"/>
            </a:pPr>
            <a:r>
              <a:rPr lang="fr-FR" dirty="0"/>
              <a:t>2003 Indépendant </a:t>
            </a:r>
          </a:p>
          <a:p>
            <a:pPr lvl="1">
              <a:buFont typeface="Arial" panose="020B0604020202020204" pitchFamily="34" charset="0"/>
              <a:buChar char="•"/>
            </a:pPr>
            <a:r>
              <a:rPr lang="fr-FR" dirty="0"/>
              <a:t>MCT : Microsoft </a:t>
            </a:r>
            <a:r>
              <a:rPr lang="fr-FR" dirty="0" err="1"/>
              <a:t>Certified</a:t>
            </a:r>
            <a:r>
              <a:rPr lang="fr-FR" dirty="0"/>
              <a:t> Trainer</a:t>
            </a:r>
          </a:p>
          <a:p>
            <a:pPr>
              <a:buFont typeface="Arial" panose="020B0604020202020204" pitchFamily="34" charset="0"/>
              <a:buChar char="•"/>
            </a:pPr>
            <a:r>
              <a:rPr lang="fr-FR" dirty="0"/>
              <a:t>Activité :</a:t>
            </a:r>
          </a:p>
          <a:p>
            <a:pPr lvl="1">
              <a:buFont typeface="Arial" panose="020B0604020202020204" pitchFamily="34" charset="0"/>
              <a:buChar char="•"/>
            </a:pPr>
            <a:r>
              <a:rPr lang="fr-FR" dirty="0"/>
              <a:t>Développement et conseil</a:t>
            </a:r>
          </a:p>
          <a:p>
            <a:pPr lvl="1">
              <a:buFont typeface="Arial" panose="020B0604020202020204" pitchFamily="34" charset="0"/>
              <a:buChar char="•"/>
            </a:pPr>
            <a:r>
              <a:rPr lang="fr-FR" dirty="0"/>
              <a:t>Formation</a:t>
            </a:r>
          </a:p>
          <a:p>
            <a:pPr lvl="1"/>
            <a:endParaRPr lang="fr-FR" dirty="0"/>
          </a:p>
          <a:p>
            <a:pPr marL="0" indent="0">
              <a:buNone/>
            </a:pPr>
            <a:r>
              <a:rPr lang="fr-FR" dirty="0" smtClean="0">
                <a:hlinkClick r:id="rId3"/>
              </a:rPr>
              <a:t>www.msform.com</a:t>
            </a:r>
            <a:r>
              <a:rPr lang="fr-FR" dirty="0" smtClean="0"/>
              <a:t> – </a:t>
            </a:r>
            <a:r>
              <a:rPr lang="fr-FR" dirty="0" smtClean="0">
                <a:hlinkClick r:id="rId4"/>
              </a:rPr>
              <a:t>www.labellecarriere.fr</a:t>
            </a:r>
            <a:endParaRPr lang="fr-FR" dirty="0" smtClean="0"/>
          </a:p>
          <a:p>
            <a:pPr marL="0" indent="0">
              <a:buNone/>
            </a:pPr>
            <a:endParaRPr lang="fr-FR" dirty="0"/>
          </a:p>
        </p:txBody>
      </p:sp>
      <p:sp>
        <p:nvSpPr>
          <p:cNvPr id="4098" name="Rectangle 2">
            <a:extLst>
              <a:ext uri="{FF2B5EF4-FFF2-40B4-BE49-F238E27FC236}">
                <a16:creationId xmlns:a16="http://schemas.microsoft.com/office/drawing/2014/main" xmlns="" id="{65B13C8A-9108-864C-00FD-2932346961D5}"/>
              </a:ext>
            </a:extLst>
          </p:cNvPr>
          <p:cNvSpPr>
            <a:spLocks noGrp="1" noChangeArrowheads="1"/>
          </p:cNvSpPr>
          <p:nvPr>
            <p:ph type="title"/>
          </p:nvPr>
        </p:nvSpPr>
        <p:spPr>
          <a:xfrm>
            <a:off x="1486094" y="598366"/>
            <a:ext cx="10393178" cy="641302"/>
          </a:xfrm>
        </p:spPr>
        <p:txBody>
          <a:bodyPr/>
          <a:lstStyle/>
          <a:p>
            <a:r>
              <a:rPr lang="fr-FR" altLang="fr-FR" dirty="0" smtClean="0"/>
              <a:t>Formateur : Dominique MAURAS</a:t>
            </a:r>
            <a:endParaRPr lang="fr-FR" alt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a:extLst>
              <a:ext uri="{FF2B5EF4-FFF2-40B4-BE49-F238E27FC236}">
                <a16:creationId xmlns:a16="http://schemas.microsoft.com/office/drawing/2014/main" xmlns="" id="{483852FF-1AA0-52CD-2A9F-38A4A53BD53A}"/>
              </a:ext>
            </a:extLst>
          </p:cNvPr>
          <p:cNvSpPr>
            <a:spLocks noChangeArrowheads="1"/>
          </p:cNvSpPr>
          <p:nvPr/>
        </p:nvSpPr>
        <p:spPr bwMode="auto">
          <a:xfrm>
            <a:off x="2171701" y="163514"/>
            <a:ext cx="8189913"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a:lnSpc>
                <a:spcPct val="85000"/>
              </a:lnSpc>
              <a:spcBef>
                <a:spcPct val="0"/>
              </a:spcBef>
              <a:buClr>
                <a:srgbClr val="DC0081"/>
              </a:buClr>
              <a:buSzTx/>
              <a:buFont typeface="Wingdings" panose="05000000000000000000" pitchFamily="2" charset="2"/>
              <a:buNone/>
            </a:pPr>
            <a:endParaRPr lang="en-US" altLang="fr-FR" sz="2400"/>
          </a:p>
        </p:txBody>
      </p:sp>
      <p:sp>
        <p:nvSpPr>
          <p:cNvPr id="5124" name="Rectangle 18">
            <a:extLst>
              <a:ext uri="{FF2B5EF4-FFF2-40B4-BE49-F238E27FC236}">
                <a16:creationId xmlns:a16="http://schemas.microsoft.com/office/drawing/2014/main" xmlns="" id="{11A0C868-04F4-69A9-4B77-3387E2B63B69}"/>
              </a:ext>
            </a:extLst>
          </p:cNvPr>
          <p:cNvSpPr>
            <a:spLocks noGrp="1" noChangeArrowheads="1"/>
          </p:cNvSpPr>
          <p:nvPr>
            <p:ph type="body" sz="quarter" idx="12"/>
          </p:nvPr>
        </p:nvSpPr>
        <p:spPr/>
        <p:txBody>
          <a:bodyPr>
            <a:normAutofit/>
          </a:bodyPr>
          <a:lstStyle/>
          <a:p>
            <a:pPr marL="0" indent="0">
              <a:buNone/>
            </a:pPr>
            <a:r>
              <a:rPr lang="fr-FR" dirty="0">
                <a:solidFill>
                  <a:srgbClr val="002060"/>
                </a:solidFill>
              </a:rPr>
              <a:t>Horaires : </a:t>
            </a:r>
            <a:r>
              <a:rPr lang="fr-FR" dirty="0"/>
              <a:t>9H00-12H00 13H30-17H30</a:t>
            </a:r>
          </a:p>
          <a:p>
            <a:pPr marL="0" indent="0">
              <a:buNone/>
            </a:pPr>
            <a:r>
              <a:rPr lang="fr-FR" dirty="0" smtClean="0">
                <a:solidFill>
                  <a:srgbClr val="002060"/>
                </a:solidFill>
              </a:rPr>
              <a:t>Pauses : </a:t>
            </a:r>
            <a:r>
              <a:rPr lang="fr-FR" dirty="0"/>
              <a:t>5-10 minutes en milieu de matinée et milieu d’après midi</a:t>
            </a:r>
          </a:p>
          <a:p>
            <a:pPr marL="0" indent="0">
              <a:buNone/>
            </a:pPr>
            <a:endParaRPr lang="fr-FR" dirty="0"/>
          </a:p>
          <a:p>
            <a:pPr marL="0" indent="0">
              <a:buNone/>
            </a:pPr>
            <a:r>
              <a:rPr lang="fr-FR" dirty="0">
                <a:solidFill>
                  <a:srgbClr val="002060"/>
                </a:solidFill>
              </a:rPr>
              <a:t>Signature</a:t>
            </a:r>
            <a:r>
              <a:rPr lang="fr-FR" dirty="0"/>
              <a:t> </a:t>
            </a:r>
            <a:r>
              <a:rPr lang="fr-FR" dirty="0" smtClean="0"/>
              <a:t>: via mail ou QR code </a:t>
            </a:r>
            <a:r>
              <a:rPr lang="fr-FR" dirty="0"/>
              <a:t>envoyé matin + soir</a:t>
            </a:r>
          </a:p>
          <a:p>
            <a:pPr marL="0" indent="0">
              <a:buNone/>
            </a:pPr>
            <a:r>
              <a:rPr lang="fr-FR" dirty="0">
                <a:solidFill>
                  <a:srgbClr val="002060"/>
                </a:solidFill>
              </a:rPr>
              <a:t>Evaluation </a:t>
            </a:r>
            <a:r>
              <a:rPr lang="fr-FR" dirty="0" smtClean="0">
                <a:solidFill>
                  <a:srgbClr val="002060"/>
                </a:solidFill>
              </a:rPr>
              <a:t>: </a:t>
            </a:r>
            <a:r>
              <a:rPr lang="fr-FR" dirty="0" smtClean="0"/>
              <a:t>en </a:t>
            </a:r>
            <a:r>
              <a:rPr lang="fr-FR" dirty="0"/>
              <a:t>fin de formation en ligne</a:t>
            </a:r>
            <a:endParaRPr lang="fr-FR" dirty="0"/>
          </a:p>
        </p:txBody>
      </p:sp>
      <p:sp>
        <p:nvSpPr>
          <p:cNvPr id="5123" name="Rectangle 17">
            <a:extLst>
              <a:ext uri="{FF2B5EF4-FFF2-40B4-BE49-F238E27FC236}">
                <a16:creationId xmlns:a16="http://schemas.microsoft.com/office/drawing/2014/main" xmlns="" id="{B6DA16D6-0623-D327-6CDC-67F29E57BA08}"/>
              </a:ext>
            </a:extLst>
          </p:cNvPr>
          <p:cNvSpPr>
            <a:spLocks noGrp="1" noChangeArrowheads="1"/>
          </p:cNvSpPr>
          <p:nvPr>
            <p:ph type="title"/>
          </p:nvPr>
        </p:nvSpPr>
        <p:spPr/>
        <p:txBody>
          <a:bodyPr/>
          <a:lstStyle/>
          <a:p>
            <a:pPr eaLnBrk="1" hangingPunct="1"/>
            <a:r>
              <a:rPr lang="fr-FR" altLang="fr-FR"/>
              <a:t>Logistique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xmlns="" id="{30F1E54E-AEC4-6F76-C026-F3A6E95F4EDD}"/>
              </a:ext>
            </a:extLst>
          </p:cNvPr>
          <p:cNvSpPr>
            <a:spLocks noGrp="1" noChangeArrowheads="1"/>
          </p:cNvSpPr>
          <p:nvPr>
            <p:ph type="body" sz="quarter" idx="12"/>
          </p:nvPr>
        </p:nvSpPr>
        <p:spPr/>
        <p:txBody>
          <a:bodyPr/>
          <a:lstStyle/>
          <a:p>
            <a:pPr eaLnBrk="1" hangingPunct="1"/>
            <a:r>
              <a:rPr lang="fr-FR" altLang="fr-FR"/>
              <a:t>Module 1: Architecture des applications liées aux données</a:t>
            </a:r>
          </a:p>
          <a:p>
            <a:pPr eaLnBrk="1" hangingPunct="1"/>
            <a:r>
              <a:rPr lang="fr-FR" altLang="fr-FR"/>
              <a:t>Module 2: ADO.NET</a:t>
            </a:r>
          </a:p>
          <a:p>
            <a:pPr eaLnBrk="1" hangingPunct="1"/>
            <a:r>
              <a:rPr lang="fr-FR" altLang="fr-FR"/>
              <a:t>Module 3: Entity Framework</a:t>
            </a:r>
          </a:p>
          <a:p>
            <a:pPr eaLnBrk="1" hangingPunct="1"/>
            <a:r>
              <a:rPr lang="fr-FR" altLang="fr-FR"/>
              <a:t>Module 4: LINQ</a:t>
            </a:r>
          </a:p>
          <a:p>
            <a:pPr eaLnBrk="1" hangingPunct="1"/>
            <a:r>
              <a:rPr lang="fr-FR" altLang="fr-FR"/>
              <a:t>Module 5: Mise à jour des données à travers Entity Framework</a:t>
            </a:r>
          </a:p>
          <a:p>
            <a:pPr eaLnBrk="1" hangingPunct="1"/>
            <a:r>
              <a:rPr lang="fr-FR" altLang="fr-FR"/>
              <a:t>Module 6: Architectures Orientée Services</a:t>
            </a:r>
          </a:p>
          <a:p>
            <a:pPr eaLnBrk="1" hangingPunct="1"/>
            <a:r>
              <a:rPr lang="fr-FR" altLang="fr-FR"/>
              <a:t>Module 7: Services REST</a:t>
            </a:r>
          </a:p>
          <a:p>
            <a:pPr eaLnBrk="1" hangingPunct="1">
              <a:buFontTx/>
              <a:buNone/>
            </a:pPr>
            <a:endParaRPr lang="fr-FR" altLang="fr-FR"/>
          </a:p>
        </p:txBody>
      </p:sp>
      <p:sp>
        <p:nvSpPr>
          <p:cNvPr id="7170" name="Rectangle 2">
            <a:extLst>
              <a:ext uri="{FF2B5EF4-FFF2-40B4-BE49-F238E27FC236}">
                <a16:creationId xmlns:a16="http://schemas.microsoft.com/office/drawing/2014/main" xmlns="" id="{080CF778-944E-752F-3E4F-9B25A3FDBB3D}"/>
              </a:ext>
            </a:extLst>
          </p:cNvPr>
          <p:cNvSpPr>
            <a:spLocks noGrp="1" noChangeArrowheads="1"/>
          </p:cNvSpPr>
          <p:nvPr>
            <p:ph type="title"/>
          </p:nvPr>
        </p:nvSpPr>
        <p:spPr/>
        <p:txBody>
          <a:bodyPr/>
          <a:lstStyle/>
          <a:p>
            <a:pPr eaLnBrk="1" hangingPunct="1"/>
            <a:r>
              <a:rPr lang="fr-FR" altLang="fr-FR"/>
              <a:t>Plan de cours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xmlns="" id="{D433F0EB-745A-CFFC-09E1-FB5104241B51}"/>
              </a:ext>
            </a:extLst>
          </p:cNvPr>
          <p:cNvSpPr>
            <a:spLocks/>
          </p:cNvSpPr>
          <p:nvPr/>
        </p:nvSpPr>
        <p:spPr bwMode="auto">
          <a:xfrm>
            <a:off x="1863790" y="2557462"/>
            <a:ext cx="4097337"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lnSpc>
                <a:spcPct val="95000"/>
              </a:lnSpc>
              <a:spcBef>
                <a:spcPct val="60000"/>
              </a:spcBef>
              <a:buClr>
                <a:srgbClr val="006699"/>
              </a:buClr>
              <a:buFontTx/>
              <a:buNone/>
            </a:pPr>
            <a:r>
              <a:rPr lang="en-GB" altLang="fr-FR" sz="2600" b="1" dirty="0" err="1">
                <a:solidFill>
                  <a:schemeClr val="bg1"/>
                </a:solidFill>
                <a:latin typeface="+mj-lt"/>
              </a:rPr>
              <a:t>Chapitre</a:t>
            </a:r>
            <a:r>
              <a:rPr lang="en-GB" altLang="fr-FR" sz="2600" b="1" dirty="0">
                <a:solidFill>
                  <a:schemeClr val="bg1"/>
                </a:solidFill>
                <a:latin typeface="+mj-lt"/>
              </a:rPr>
              <a:t> 1</a:t>
            </a:r>
          </a:p>
          <a:p>
            <a:pPr algn="ctr" eaLnBrk="1" hangingPunct="1">
              <a:lnSpc>
                <a:spcPct val="95000"/>
              </a:lnSpc>
              <a:spcBef>
                <a:spcPct val="60000"/>
              </a:spcBef>
              <a:buClr>
                <a:srgbClr val="006699"/>
              </a:buClr>
              <a:buFontTx/>
              <a:buNone/>
            </a:pPr>
            <a:r>
              <a:rPr lang="en-GB" altLang="fr-FR" sz="2600" b="1" dirty="0">
                <a:solidFill>
                  <a:schemeClr val="bg1"/>
                </a:solidFill>
                <a:latin typeface="+mj-lt"/>
              </a:rPr>
              <a:t>Architecture des applications </a:t>
            </a:r>
            <a:r>
              <a:rPr lang="en-GB" altLang="fr-FR" sz="2600" b="1" dirty="0" err="1">
                <a:solidFill>
                  <a:schemeClr val="bg1"/>
                </a:solidFill>
                <a:latin typeface="+mj-lt"/>
              </a:rPr>
              <a:t>liées</a:t>
            </a:r>
            <a:r>
              <a:rPr lang="en-GB" altLang="fr-FR" sz="2600" b="1" dirty="0">
                <a:solidFill>
                  <a:schemeClr val="bg1"/>
                </a:solidFill>
                <a:latin typeface="+mj-lt"/>
              </a:rPr>
              <a:t> aux données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xmlns="" id="{1158B25B-B6F4-DCB3-7F23-E1FE4D37071F}"/>
              </a:ext>
            </a:extLst>
          </p:cNvPr>
          <p:cNvSpPr>
            <a:spLocks noGrp="1" noChangeArrowheads="1"/>
          </p:cNvSpPr>
          <p:nvPr>
            <p:ph type="body" sz="quarter" idx="12"/>
          </p:nvPr>
        </p:nvSpPr>
        <p:spPr/>
        <p:txBody>
          <a:bodyPr/>
          <a:lstStyle/>
          <a:p>
            <a:pPr eaLnBrk="1" hangingPunct="1"/>
            <a:r>
              <a:rPr lang="fr-FR" altLang="fr-FR"/>
              <a:t>Architecture Client-Serveur</a:t>
            </a:r>
          </a:p>
          <a:p>
            <a:pPr eaLnBrk="1" hangingPunct="1"/>
            <a:r>
              <a:rPr lang="fr-FR" altLang="fr-FR"/>
              <a:t>Architecture n-Tiers</a:t>
            </a:r>
          </a:p>
          <a:p>
            <a:pPr eaLnBrk="1" hangingPunct="1"/>
            <a:r>
              <a:rPr lang="fr-FR" altLang="fr-FR"/>
              <a:t>Architecture orientée services</a:t>
            </a:r>
          </a:p>
          <a:p>
            <a:pPr eaLnBrk="1" hangingPunct="1"/>
            <a:r>
              <a:rPr lang="fr-FR" altLang="fr-FR"/>
              <a:t>Technologies d’accès aux données .NET</a:t>
            </a:r>
          </a:p>
        </p:txBody>
      </p:sp>
      <p:sp>
        <p:nvSpPr>
          <p:cNvPr id="6146" name="Rectangle 2">
            <a:extLst>
              <a:ext uri="{FF2B5EF4-FFF2-40B4-BE49-F238E27FC236}">
                <a16:creationId xmlns:a16="http://schemas.microsoft.com/office/drawing/2014/main" xmlns="" id="{C26C217E-4A8A-A199-DF3F-2CA321EF758D}"/>
              </a:ext>
            </a:extLst>
          </p:cNvPr>
          <p:cNvSpPr>
            <a:spLocks noGrp="1" noChangeArrowheads="1"/>
          </p:cNvSpPr>
          <p:nvPr>
            <p:ph type="title"/>
          </p:nvPr>
        </p:nvSpPr>
        <p:spPr/>
        <p:txBody>
          <a:bodyPr/>
          <a:lstStyle/>
          <a:p>
            <a:pPr eaLnBrk="1" hangingPunct="1"/>
            <a:r>
              <a:rPr lang="fr-FR" altLang="fr-FR"/>
              <a:t>Vue d’ensemble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xmlns="" id="{014E7ACC-1366-8106-DEF0-A3B8F72D9928}"/>
              </a:ext>
            </a:extLst>
          </p:cNvPr>
          <p:cNvSpPr>
            <a:spLocks noGrp="1" noChangeArrowheads="1"/>
          </p:cNvSpPr>
          <p:nvPr>
            <p:ph type="body" sz="quarter" idx="12"/>
          </p:nvPr>
        </p:nvSpPr>
        <p:spPr/>
        <p:txBody>
          <a:bodyPr/>
          <a:lstStyle/>
          <a:p>
            <a:pPr eaLnBrk="1" hangingPunct="1"/>
            <a:r>
              <a:rPr lang="fr-FR" altLang="fr-FR"/>
              <a:t>Présentation</a:t>
            </a:r>
          </a:p>
          <a:p>
            <a:pPr eaLnBrk="1" hangingPunct="1"/>
            <a:r>
              <a:rPr lang="fr-FR" altLang="fr-FR"/>
              <a:t>Avantages</a:t>
            </a:r>
          </a:p>
          <a:p>
            <a:pPr eaLnBrk="1" hangingPunct="1"/>
            <a:r>
              <a:rPr lang="fr-FR" altLang="fr-FR"/>
              <a:t>Inconvénients</a:t>
            </a:r>
          </a:p>
        </p:txBody>
      </p:sp>
      <p:sp>
        <p:nvSpPr>
          <p:cNvPr id="7170" name="Rectangle 2">
            <a:extLst>
              <a:ext uri="{FF2B5EF4-FFF2-40B4-BE49-F238E27FC236}">
                <a16:creationId xmlns:a16="http://schemas.microsoft.com/office/drawing/2014/main" xmlns="" id="{839A2ECB-53EB-04ED-977E-D2795F99B1B9}"/>
              </a:ext>
            </a:extLst>
          </p:cNvPr>
          <p:cNvSpPr>
            <a:spLocks noGrp="1" noChangeArrowheads="1"/>
          </p:cNvSpPr>
          <p:nvPr>
            <p:ph type="title"/>
          </p:nvPr>
        </p:nvSpPr>
        <p:spPr/>
        <p:txBody>
          <a:bodyPr/>
          <a:lstStyle/>
          <a:p>
            <a:pPr eaLnBrk="1" hangingPunct="1"/>
            <a:r>
              <a:rPr lang="fr-FR" altLang="fr-FR"/>
              <a:t>Leçon 1: Architecture Client-Serveur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AutoShape 5">
            <a:extLst>
              <a:ext uri="{FF2B5EF4-FFF2-40B4-BE49-F238E27FC236}">
                <a16:creationId xmlns:a16="http://schemas.microsoft.com/office/drawing/2014/main" xmlns="" id="{B507A48D-03B2-B124-6A3A-E3B3447C24E3}"/>
              </a:ext>
            </a:extLst>
          </p:cNvPr>
          <p:cNvSpPr>
            <a:spLocks noChangeArrowheads="1"/>
          </p:cNvSpPr>
          <p:nvPr/>
        </p:nvSpPr>
        <p:spPr bwMode="auto">
          <a:xfrm>
            <a:off x="2733231" y="1544892"/>
            <a:ext cx="6570662" cy="493395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2400"/>
          </a:p>
        </p:txBody>
      </p:sp>
      <p:sp>
        <p:nvSpPr>
          <p:cNvPr id="8195" name="Rectangle 2">
            <a:extLst>
              <a:ext uri="{FF2B5EF4-FFF2-40B4-BE49-F238E27FC236}">
                <a16:creationId xmlns:a16="http://schemas.microsoft.com/office/drawing/2014/main" xmlns="" id="{55114A3F-E6FD-C3E2-A526-4A52E8D1C657}"/>
              </a:ext>
            </a:extLst>
          </p:cNvPr>
          <p:cNvSpPr>
            <a:spLocks noGrp="1" noChangeArrowheads="1"/>
          </p:cNvSpPr>
          <p:nvPr>
            <p:ph type="title"/>
          </p:nvPr>
        </p:nvSpPr>
        <p:spPr/>
        <p:txBody>
          <a:bodyPr/>
          <a:lstStyle/>
          <a:p>
            <a:pPr eaLnBrk="1" hangingPunct="1"/>
            <a:r>
              <a:rPr lang="fr-FR" altLang="fr-FR"/>
              <a:t>Présentation</a:t>
            </a:r>
          </a:p>
        </p:txBody>
      </p:sp>
      <p:pic>
        <p:nvPicPr>
          <p:cNvPr id="8196" name="Picture 12" descr="C:\Users\chris\AppData\Local\Microsoft\Windows\INetCache\IE\RNF32FZA\Computer_icon[1].png">
            <a:extLst>
              <a:ext uri="{FF2B5EF4-FFF2-40B4-BE49-F238E27FC236}">
                <a16:creationId xmlns:a16="http://schemas.microsoft.com/office/drawing/2014/main" xmlns="" id="{A945A78C-AFA6-A581-2C25-A9039599D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5982" y="1859217"/>
            <a:ext cx="173037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13" descr="C:\Users\chris\AppData\Local\Microsoft\Windows\INetCache\IE\QA2VH28J\database-server[1].png">
            <a:extLst>
              <a:ext uri="{FF2B5EF4-FFF2-40B4-BE49-F238E27FC236}">
                <a16:creationId xmlns:a16="http://schemas.microsoft.com/office/drawing/2014/main" xmlns="" id="{C55C053B-32A6-3743-9532-753B00FF1C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9743" y="1859217"/>
            <a:ext cx="941388"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ZoneTexte 1">
            <a:extLst>
              <a:ext uri="{FF2B5EF4-FFF2-40B4-BE49-F238E27FC236}">
                <a16:creationId xmlns:a16="http://schemas.microsoft.com/office/drawing/2014/main" xmlns="" id="{BB06D2DD-6C11-279D-A590-7CB130500B94}"/>
              </a:ext>
            </a:extLst>
          </p:cNvPr>
          <p:cNvSpPr txBox="1">
            <a:spLocks noChangeArrowheads="1"/>
          </p:cNvSpPr>
          <p:nvPr/>
        </p:nvSpPr>
        <p:spPr bwMode="auto">
          <a:xfrm>
            <a:off x="3215832" y="3365754"/>
            <a:ext cx="168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a:t>Interface</a:t>
            </a:r>
          </a:p>
        </p:txBody>
      </p:sp>
      <p:sp>
        <p:nvSpPr>
          <p:cNvPr id="8199" name="ZoneTexte 15">
            <a:extLst>
              <a:ext uri="{FF2B5EF4-FFF2-40B4-BE49-F238E27FC236}">
                <a16:creationId xmlns:a16="http://schemas.microsoft.com/office/drawing/2014/main" xmlns="" id="{A4788916-1C75-099D-4F67-8F88FF84296D}"/>
              </a:ext>
            </a:extLst>
          </p:cNvPr>
          <p:cNvSpPr txBox="1">
            <a:spLocks noChangeArrowheads="1"/>
          </p:cNvSpPr>
          <p:nvPr/>
        </p:nvSpPr>
        <p:spPr bwMode="auto">
          <a:xfrm>
            <a:off x="7352857" y="3365754"/>
            <a:ext cx="168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fr-FR" altLang="fr-FR"/>
              <a:t>Données</a:t>
            </a:r>
          </a:p>
        </p:txBody>
      </p:sp>
      <p:sp>
        <p:nvSpPr>
          <p:cNvPr id="8200" name="Double flèche horizontale 6">
            <a:extLst>
              <a:ext uri="{FF2B5EF4-FFF2-40B4-BE49-F238E27FC236}">
                <a16:creationId xmlns:a16="http://schemas.microsoft.com/office/drawing/2014/main" xmlns="" id="{D680FBA6-34C0-9B47-FA68-E31E79CB1769}"/>
              </a:ext>
            </a:extLst>
          </p:cNvPr>
          <p:cNvSpPr>
            <a:spLocks noChangeArrowheads="1"/>
          </p:cNvSpPr>
          <p:nvPr/>
        </p:nvSpPr>
        <p:spPr bwMode="auto">
          <a:xfrm>
            <a:off x="5227193" y="2194179"/>
            <a:ext cx="2312988" cy="484188"/>
          </a:xfrm>
          <a:prstGeom prst="leftRightArrow">
            <a:avLst>
              <a:gd name="adj1" fmla="val 50000"/>
              <a:gd name="adj2" fmla="val 50026"/>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endParaRPr lang="fr-FR" altLang="fr-FR"/>
          </a:p>
        </p:txBody>
      </p:sp>
      <p:sp>
        <p:nvSpPr>
          <p:cNvPr id="8201" name="AutoShape 6">
            <a:extLst>
              <a:ext uri="{FF2B5EF4-FFF2-40B4-BE49-F238E27FC236}">
                <a16:creationId xmlns:a16="http://schemas.microsoft.com/office/drawing/2014/main" xmlns="" id="{D7F1CC70-F085-FB9C-1235-A56BC7348110}"/>
              </a:ext>
            </a:extLst>
          </p:cNvPr>
          <p:cNvSpPr>
            <a:spLocks noChangeArrowheads="1"/>
          </p:cNvSpPr>
          <p:nvPr/>
        </p:nvSpPr>
        <p:spPr bwMode="auto">
          <a:xfrm>
            <a:off x="2995169" y="4435729"/>
            <a:ext cx="6022975" cy="7239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Le client se connecte directement au serveur pour lui transmettre ses requêtes</a:t>
            </a:r>
          </a:p>
        </p:txBody>
      </p:sp>
      <p:sp>
        <p:nvSpPr>
          <p:cNvPr id="8202" name="AutoShape 6">
            <a:extLst>
              <a:ext uri="{FF2B5EF4-FFF2-40B4-BE49-F238E27FC236}">
                <a16:creationId xmlns:a16="http://schemas.microsoft.com/office/drawing/2014/main" xmlns="" id="{AFEC0596-52D8-D248-01C0-8CB94B3F6C2F}"/>
              </a:ext>
            </a:extLst>
          </p:cNvPr>
          <p:cNvSpPr>
            <a:spLocks noChangeArrowheads="1"/>
          </p:cNvSpPr>
          <p:nvPr/>
        </p:nvSpPr>
        <p:spPr bwMode="auto">
          <a:xfrm>
            <a:off x="2995169" y="5412042"/>
            <a:ext cx="6022975" cy="7223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Deux scénarios possibles: client intelligent ou serveur intelligent</a:t>
            </a:r>
          </a:p>
        </p:txBody>
      </p:sp>
      <p:sp>
        <p:nvSpPr>
          <p:cNvPr id="8203" name="ZoneTexte 23">
            <a:extLst>
              <a:ext uri="{FF2B5EF4-FFF2-40B4-BE49-F238E27FC236}">
                <a16:creationId xmlns:a16="http://schemas.microsoft.com/office/drawing/2014/main" xmlns="" id="{189F15C4-06BC-9DE9-8B81-3467F741F67A}"/>
              </a:ext>
            </a:extLst>
          </p:cNvPr>
          <p:cNvSpPr txBox="1">
            <a:spLocks noChangeArrowheads="1"/>
          </p:cNvSpPr>
          <p:nvPr/>
        </p:nvSpPr>
        <p:spPr bwMode="auto">
          <a:xfrm>
            <a:off x="5346257" y="3365755"/>
            <a:ext cx="16843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fr-FR" altLang="fr-FR"/>
              <a:t>Règles métiers</a:t>
            </a:r>
          </a:p>
        </p:txBody>
      </p:sp>
      <p:pic>
        <p:nvPicPr>
          <p:cNvPr id="8204" name="Picture 4" descr="E:\Projects\ContentDev\MSL PNG Library\arrow11.png">
            <a:extLst>
              <a:ext uri="{FF2B5EF4-FFF2-40B4-BE49-F238E27FC236}">
                <a16:creationId xmlns:a16="http://schemas.microsoft.com/office/drawing/2014/main" xmlns="" id="{F940B78E-3519-D424-5264-7DA330628C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903343">
            <a:off x="4626325" y="2976024"/>
            <a:ext cx="110172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5" name="Picture 4" descr="E:\Projects\ContentDev\MSL PNG Library\arrow11.png">
            <a:extLst>
              <a:ext uri="{FF2B5EF4-FFF2-40B4-BE49-F238E27FC236}">
                <a16:creationId xmlns:a16="http://schemas.microsoft.com/office/drawing/2014/main" xmlns="" id="{A1109C0A-8AC8-9658-C050-C0987896E3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8303343">
            <a:off x="6716269" y="3008567"/>
            <a:ext cx="1101725"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5">
            <a:extLst>
              <a:ext uri="{FF2B5EF4-FFF2-40B4-BE49-F238E27FC236}">
                <a16:creationId xmlns:a16="http://schemas.microsoft.com/office/drawing/2014/main" xmlns="" id="{DD6CEF85-C4B9-A0D9-CB8E-95D6F7B25FCA}"/>
              </a:ext>
            </a:extLst>
          </p:cNvPr>
          <p:cNvSpPr>
            <a:spLocks noChangeArrowheads="1"/>
          </p:cNvSpPr>
          <p:nvPr/>
        </p:nvSpPr>
        <p:spPr bwMode="auto">
          <a:xfrm>
            <a:off x="2025650" y="1587818"/>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9219" name="Rectangle 2">
            <a:extLst>
              <a:ext uri="{FF2B5EF4-FFF2-40B4-BE49-F238E27FC236}">
                <a16:creationId xmlns:a16="http://schemas.microsoft.com/office/drawing/2014/main" xmlns="" id="{05155C73-23F7-DDC4-D526-6E09BF83174D}"/>
              </a:ext>
            </a:extLst>
          </p:cNvPr>
          <p:cNvSpPr>
            <a:spLocks noGrp="1" noChangeArrowheads="1"/>
          </p:cNvSpPr>
          <p:nvPr>
            <p:ph type="title"/>
          </p:nvPr>
        </p:nvSpPr>
        <p:spPr/>
        <p:txBody>
          <a:bodyPr/>
          <a:lstStyle/>
          <a:p>
            <a:pPr eaLnBrk="1" hangingPunct="1"/>
            <a:r>
              <a:rPr lang="fr-FR" altLang="fr-FR"/>
              <a:t>Avantages</a:t>
            </a:r>
          </a:p>
        </p:txBody>
      </p:sp>
      <p:sp>
        <p:nvSpPr>
          <p:cNvPr id="9220" name="AutoShape 6">
            <a:extLst>
              <a:ext uri="{FF2B5EF4-FFF2-40B4-BE49-F238E27FC236}">
                <a16:creationId xmlns:a16="http://schemas.microsoft.com/office/drawing/2014/main" xmlns="" id="{7C41386D-15F8-BB53-4A65-BCFC056F13AB}"/>
              </a:ext>
            </a:extLst>
          </p:cNvPr>
          <p:cNvSpPr>
            <a:spLocks noChangeArrowheads="1"/>
          </p:cNvSpPr>
          <p:nvPr/>
        </p:nvSpPr>
        <p:spPr bwMode="auto">
          <a:xfrm>
            <a:off x="2254250" y="4873943"/>
            <a:ext cx="7670800" cy="5270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9221" name="Rectangle 19">
            <a:extLst>
              <a:ext uri="{FF2B5EF4-FFF2-40B4-BE49-F238E27FC236}">
                <a16:creationId xmlns:a16="http://schemas.microsoft.com/office/drawing/2014/main" xmlns="" id="{28540840-2574-FE03-543A-DE7EB986ABB7}"/>
              </a:ext>
            </a:extLst>
          </p:cNvPr>
          <p:cNvSpPr>
            <a:spLocks noChangeArrowheads="1"/>
          </p:cNvSpPr>
          <p:nvPr/>
        </p:nvSpPr>
        <p:spPr bwMode="auto">
          <a:xfrm>
            <a:off x="2495551" y="4916805"/>
            <a:ext cx="7204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800"/>
              <a:t>Sécurité des données </a:t>
            </a:r>
            <a:endParaRPr lang="en-GB" altLang="fr-FR" sz="1800"/>
          </a:p>
        </p:txBody>
      </p:sp>
      <p:sp>
        <p:nvSpPr>
          <p:cNvPr id="9222" name="AutoShape 6">
            <a:extLst>
              <a:ext uri="{FF2B5EF4-FFF2-40B4-BE49-F238E27FC236}">
                <a16:creationId xmlns:a16="http://schemas.microsoft.com/office/drawing/2014/main" xmlns="" id="{A7ACA8AF-AE96-2E8A-4C34-746E9BBE960B}"/>
              </a:ext>
            </a:extLst>
          </p:cNvPr>
          <p:cNvSpPr>
            <a:spLocks noChangeArrowheads="1"/>
          </p:cNvSpPr>
          <p:nvPr/>
        </p:nvSpPr>
        <p:spPr bwMode="auto">
          <a:xfrm>
            <a:off x="2266950" y="4038919"/>
            <a:ext cx="7670800" cy="5175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9223" name="Rectangle 18">
            <a:extLst>
              <a:ext uri="{FF2B5EF4-FFF2-40B4-BE49-F238E27FC236}">
                <a16:creationId xmlns:a16="http://schemas.microsoft.com/office/drawing/2014/main" xmlns="" id="{40A11747-F5EF-4D4C-52FB-8C56E35B90F5}"/>
              </a:ext>
            </a:extLst>
          </p:cNvPr>
          <p:cNvSpPr>
            <a:spLocks noChangeArrowheads="1"/>
          </p:cNvSpPr>
          <p:nvPr/>
        </p:nvSpPr>
        <p:spPr bwMode="auto">
          <a:xfrm>
            <a:off x="2470151" y="4088130"/>
            <a:ext cx="7191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800"/>
              <a:t>Fiabilité de la communication </a:t>
            </a:r>
            <a:endParaRPr lang="en-GB" altLang="fr-FR" sz="1800"/>
          </a:p>
        </p:txBody>
      </p:sp>
      <p:sp>
        <p:nvSpPr>
          <p:cNvPr id="9224" name="AutoShape 6">
            <a:extLst>
              <a:ext uri="{FF2B5EF4-FFF2-40B4-BE49-F238E27FC236}">
                <a16:creationId xmlns:a16="http://schemas.microsoft.com/office/drawing/2014/main" xmlns="" id="{FAA65866-76A0-B8E3-E6C0-5AEED969E570}"/>
              </a:ext>
            </a:extLst>
          </p:cNvPr>
          <p:cNvSpPr>
            <a:spLocks noChangeArrowheads="1"/>
          </p:cNvSpPr>
          <p:nvPr/>
        </p:nvSpPr>
        <p:spPr bwMode="auto">
          <a:xfrm>
            <a:off x="2266950" y="2880043"/>
            <a:ext cx="7670800" cy="8445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9225" name="Rectangle 17">
            <a:extLst>
              <a:ext uri="{FF2B5EF4-FFF2-40B4-BE49-F238E27FC236}">
                <a16:creationId xmlns:a16="http://schemas.microsoft.com/office/drawing/2014/main" xmlns="" id="{2D18A1C7-C517-6D20-C08E-C56D1EEEDEC9}"/>
              </a:ext>
            </a:extLst>
          </p:cNvPr>
          <p:cNvSpPr>
            <a:spLocks noChangeArrowheads="1"/>
          </p:cNvSpPr>
          <p:nvPr/>
        </p:nvSpPr>
        <p:spPr bwMode="auto">
          <a:xfrm>
            <a:off x="2482851" y="3032443"/>
            <a:ext cx="7191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Centralisation des données et élimination de potentielles redondances</a:t>
            </a:r>
          </a:p>
        </p:txBody>
      </p:sp>
      <p:sp>
        <p:nvSpPr>
          <p:cNvPr id="9226" name="AutoShape 6">
            <a:extLst>
              <a:ext uri="{FF2B5EF4-FFF2-40B4-BE49-F238E27FC236}">
                <a16:creationId xmlns:a16="http://schemas.microsoft.com/office/drawing/2014/main" xmlns="" id="{BE22A11C-D57A-4B8B-26FF-F8023E893BB1}"/>
              </a:ext>
            </a:extLst>
          </p:cNvPr>
          <p:cNvSpPr>
            <a:spLocks noChangeArrowheads="1"/>
          </p:cNvSpPr>
          <p:nvPr/>
        </p:nvSpPr>
        <p:spPr bwMode="auto">
          <a:xfrm>
            <a:off x="2266950" y="2040255"/>
            <a:ext cx="7670800" cy="52863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9227" name="Rectangle 19">
            <a:extLst>
              <a:ext uri="{FF2B5EF4-FFF2-40B4-BE49-F238E27FC236}">
                <a16:creationId xmlns:a16="http://schemas.microsoft.com/office/drawing/2014/main" xmlns="" id="{BE39B316-2D6E-BE38-021F-855F48FAA196}"/>
              </a:ext>
            </a:extLst>
          </p:cNvPr>
          <p:cNvSpPr>
            <a:spLocks noChangeArrowheads="1"/>
          </p:cNvSpPr>
          <p:nvPr/>
        </p:nvSpPr>
        <p:spPr bwMode="auto">
          <a:xfrm>
            <a:off x="2508251" y="2083119"/>
            <a:ext cx="7204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800"/>
              <a:t>Architecture simple</a:t>
            </a:r>
            <a:endParaRPr lang="en-GB" altLang="fr-F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xmlns="" id="{C4E21D09-66FB-3E60-8137-14E3A3B19597}"/>
              </a:ext>
            </a:extLst>
          </p:cNvPr>
          <p:cNvSpPr>
            <a:spLocks noGrp="1" noChangeArrowheads="1"/>
          </p:cNvSpPr>
          <p:nvPr>
            <p:ph type="title"/>
          </p:nvPr>
        </p:nvSpPr>
        <p:spPr/>
        <p:txBody>
          <a:bodyPr/>
          <a:lstStyle/>
          <a:p>
            <a:pPr eaLnBrk="1" hangingPunct="1"/>
            <a:r>
              <a:rPr lang="fr-FR" altLang="fr-FR"/>
              <a:t>Inconvénients</a:t>
            </a:r>
          </a:p>
        </p:txBody>
      </p:sp>
      <p:sp>
        <p:nvSpPr>
          <p:cNvPr id="10243" name="AutoShape 5">
            <a:extLst>
              <a:ext uri="{FF2B5EF4-FFF2-40B4-BE49-F238E27FC236}">
                <a16:creationId xmlns:a16="http://schemas.microsoft.com/office/drawing/2014/main" xmlns="" id="{3130BA79-8346-B736-203E-23D892EC8AB0}"/>
              </a:ext>
            </a:extLst>
          </p:cNvPr>
          <p:cNvSpPr>
            <a:spLocks noChangeArrowheads="1"/>
          </p:cNvSpPr>
          <p:nvPr/>
        </p:nvSpPr>
        <p:spPr bwMode="auto">
          <a:xfrm>
            <a:off x="2025650" y="1633538"/>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0244" name="AutoShape 6">
            <a:extLst>
              <a:ext uri="{FF2B5EF4-FFF2-40B4-BE49-F238E27FC236}">
                <a16:creationId xmlns:a16="http://schemas.microsoft.com/office/drawing/2014/main" xmlns="" id="{AC90A626-0A6A-5C20-405C-6F11D3EC3F96}"/>
              </a:ext>
            </a:extLst>
          </p:cNvPr>
          <p:cNvSpPr>
            <a:spLocks noChangeArrowheads="1"/>
          </p:cNvSpPr>
          <p:nvPr/>
        </p:nvSpPr>
        <p:spPr bwMode="auto">
          <a:xfrm>
            <a:off x="2254250" y="4938713"/>
            <a:ext cx="7670800" cy="5270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0245" name="Rectangle 19">
            <a:extLst>
              <a:ext uri="{FF2B5EF4-FFF2-40B4-BE49-F238E27FC236}">
                <a16:creationId xmlns:a16="http://schemas.microsoft.com/office/drawing/2014/main" xmlns="" id="{A765B16D-615F-50AC-D1EA-E40D7B8CBB7F}"/>
              </a:ext>
            </a:extLst>
          </p:cNvPr>
          <p:cNvSpPr>
            <a:spLocks noChangeArrowheads="1"/>
          </p:cNvSpPr>
          <p:nvPr/>
        </p:nvSpPr>
        <p:spPr bwMode="auto">
          <a:xfrm>
            <a:off x="2495551" y="4981575"/>
            <a:ext cx="7204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800"/>
              <a:t>Gestion difficile des clients nomades </a:t>
            </a:r>
            <a:endParaRPr lang="en-GB" altLang="fr-FR" sz="1800"/>
          </a:p>
        </p:txBody>
      </p:sp>
      <p:sp>
        <p:nvSpPr>
          <p:cNvPr id="10246" name="AutoShape 6">
            <a:extLst>
              <a:ext uri="{FF2B5EF4-FFF2-40B4-BE49-F238E27FC236}">
                <a16:creationId xmlns:a16="http://schemas.microsoft.com/office/drawing/2014/main" xmlns="" id="{5D970B7F-3E91-065C-2475-B31FEA1CBFCF}"/>
              </a:ext>
            </a:extLst>
          </p:cNvPr>
          <p:cNvSpPr>
            <a:spLocks noChangeArrowheads="1"/>
          </p:cNvSpPr>
          <p:nvPr/>
        </p:nvSpPr>
        <p:spPr bwMode="auto">
          <a:xfrm>
            <a:off x="2266950" y="3914775"/>
            <a:ext cx="7670800" cy="7112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0247" name="Rectangle 18">
            <a:extLst>
              <a:ext uri="{FF2B5EF4-FFF2-40B4-BE49-F238E27FC236}">
                <a16:creationId xmlns:a16="http://schemas.microsoft.com/office/drawing/2014/main" xmlns="" id="{BED22B90-C409-4F89-59B3-AB7603719F76}"/>
              </a:ext>
            </a:extLst>
          </p:cNvPr>
          <p:cNvSpPr>
            <a:spLocks noChangeArrowheads="1"/>
          </p:cNvSpPr>
          <p:nvPr/>
        </p:nvSpPr>
        <p:spPr bwMode="auto">
          <a:xfrm>
            <a:off x="2470151" y="3963988"/>
            <a:ext cx="7191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Problèmes de mise en œuvre et d’évolution des règles métiers</a:t>
            </a:r>
          </a:p>
        </p:txBody>
      </p:sp>
      <p:sp>
        <p:nvSpPr>
          <p:cNvPr id="10248" name="AutoShape 6">
            <a:extLst>
              <a:ext uri="{FF2B5EF4-FFF2-40B4-BE49-F238E27FC236}">
                <a16:creationId xmlns:a16="http://schemas.microsoft.com/office/drawing/2014/main" xmlns="" id="{05D756B0-6764-57C2-2238-BECA531A5E11}"/>
              </a:ext>
            </a:extLst>
          </p:cNvPr>
          <p:cNvSpPr>
            <a:spLocks noChangeArrowheads="1"/>
          </p:cNvSpPr>
          <p:nvPr/>
        </p:nvSpPr>
        <p:spPr bwMode="auto">
          <a:xfrm>
            <a:off x="2266950" y="3095625"/>
            <a:ext cx="7670800" cy="52228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0249" name="Rectangle 17">
            <a:extLst>
              <a:ext uri="{FF2B5EF4-FFF2-40B4-BE49-F238E27FC236}">
                <a16:creationId xmlns:a16="http://schemas.microsoft.com/office/drawing/2014/main" xmlns="" id="{7F59F6F6-87D5-5548-F03F-C76E9DC2FFAC}"/>
              </a:ext>
            </a:extLst>
          </p:cNvPr>
          <p:cNvSpPr>
            <a:spLocks noChangeArrowheads="1"/>
          </p:cNvSpPr>
          <p:nvPr/>
        </p:nvSpPr>
        <p:spPr bwMode="auto">
          <a:xfrm>
            <a:off x="2482851" y="3175000"/>
            <a:ext cx="7191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Architecture difficilement intéropérable</a:t>
            </a:r>
          </a:p>
        </p:txBody>
      </p:sp>
      <p:sp>
        <p:nvSpPr>
          <p:cNvPr id="10250" name="AutoShape 6">
            <a:extLst>
              <a:ext uri="{FF2B5EF4-FFF2-40B4-BE49-F238E27FC236}">
                <a16:creationId xmlns:a16="http://schemas.microsoft.com/office/drawing/2014/main" xmlns="" id="{4CC0FAB8-62A1-356D-6E83-0A39A0AE94AE}"/>
              </a:ext>
            </a:extLst>
          </p:cNvPr>
          <p:cNvSpPr>
            <a:spLocks noChangeArrowheads="1"/>
          </p:cNvSpPr>
          <p:nvPr/>
        </p:nvSpPr>
        <p:spPr bwMode="auto">
          <a:xfrm>
            <a:off x="2266950" y="2085975"/>
            <a:ext cx="7670800" cy="75088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0251" name="Rectangle 19">
            <a:extLst>
              <a:ext uri="{FF2B5EF4-FFF2-40B4-BE49-F238E27FC236}">
                <a16:creationId xmlns:a16="http://schemas.microsoft.com/office/drawing/2014/main" xmlns="" id="{25C45091-31CB-8788-8BB1-AB7398BE5AFA}"/>
              </a:ext>
            </a:extLst>
          </p:cNvPr>
          <p:cNvSpPr>
            <a:spLocks noChangeArrowheads="1"/>
          </p:cNvSpPr>
          <p:nvPr/>
        </p:nvSpPr>
        <p:spPr bwMode="auto">
          <a:xfrm>
            <a:off x="2508251" y="2128838"/>
            <a:ext cx="72040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Il est important d’assurer le bon fonctionnement du serveur de données, car c’est l’élément central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xmlns="" id="{A12C1EBC-291F-B166-69C0-AA4992B454A3}"/>
              </a:ext>
            </a:extLst>
          </p:cNvPr>
          <p:cNvSpPr>
            <a:spLocks noGrp="1" noChangeArrowheads="1"/>
          </p:cNvSpPr>
          <p:nvPr>
            <p:ph type="body" sz="quarter" idx="12"/>
          </p:nvPr>
        </p:nvSpPr>
        <p:spPr/>
        <p:txBody>
          <a:bodyPr/>
          <a:lstStyle/>
          <a:p>
            <a:pPr eaLnBrk="1" hangingPunct="1"/>
            <a:r>
              <a:rPr lang="fr-FR" altLang="fr-FR"/>
              <a:t>Présentation</a:t>
            </a:r>
          </a:p>
          <a:p>
            <a:pPr eaLnBrk="1" hangingPunct="1"/>
            <a:r>
              <a:rPr lang="fr-FR" altLang="fr-FR"/>
              <a:t>Avantages</a:t>
            </a:r>
          </a:p>
          <a:p>
            <a:pPr eaLnBrk="1" hangingPunct="1"/>
            <a:r>
              <a:rPr lang="fr-FR" altLang="fr-FR"/>
              <a:t>Inconvénients</a:t>
            </a:r>
          </a:p>
        </p:txBody>
      </p:sp>
      <p:sp>
        <p:nvSpPr>
          <p:cNvPr id="11266" name="Rectangle 2">
            <a:extLst>
              <a:ext uri="{FF2B5EF4-FFF2-40B4-BE49-F238E27FC236}">
                <a16:creationId xmlns:a16="http://schemas.microsoft.com/office/drawing/2014/main" xmlns="" id="{579DA363-E07E-1F2B-2ABB-FCC103610B9E}"/>
              </a:ext>
            </a:extLst>
          </p:cNvPr>
          <p:cNvSpPr>
            <a:spLocks noGrp="1" noChangeArrowheads="1"/>
          </p:cNvSpPr>
          <p:nvPr>
            <p:ph type="title"/>
          </p:nvPr>
        </p:nvSpPr>
        <p:spPr/>
        <p:txBody>
          <a:bodyPr/>
          <a:lstStyle/>
          <a:p>
            <a:pPr eaLnBrk="1" hangingPunct="1"/>
            <a:r>
              <a:rPr lang="fr-FR" altLang="fr-FR"/>
              <a:t>Leçon 2: Architecture n-Tiers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xmlns="" id="{D8F7E393-4373-2BE4-C8E2-6BF25D76582A}"/>
              </a:ext>
            </a:extLst>
          </p:cNvPr>
          <p:cNvSpPr>
            <a:spLocks noGrp="1" noChangeArrowheads="1"/>
          </p:cNvSpPr>
          <p:nvPr>
            <p:ph type="title"/>
          </p:nvPr>
        </p:nvSpPr>
        <p:spPr/>
        <p:txBody>
          <a:bodyPr/>
          <a:lstStyle/>
          <a:p>
            <a:pPr eaLnBrk="1" hangingPunct="1"/>
            <a:r>
              <a:rPr lang="fr-FR" altLang="fr-FR"/>
              <a:t>Présentation</a:t>
            </a:r>
          </a:p>
        </p:txBody>
      </p:sp>
      <p:sp>
        <p:nvSpPr>
          <p:cNvPr id="12291" name="AutoShape 5">
            <a:extLst>
              <a:ext uri="{FF2B5EF4-FFF2-40B4-BE49-F238E27FC236}">
                <a16:creationId xmlns:a16="http://schemas.microsoft.com/office/drawing/2014/main" xmlns="" id="{06CE99CE-63E0-C86C-A087-ADBAAAFDEA16}"/>
              </a:ext>
            </a:extLst>
          </p:cNvPr>
          <p:cNvSpPr>
            <a:spLocks noChangeArrowheads="1"/>
          </p:cNvSpPr>
          <p:nvPr/>
        </p:nvSpPr>
        <p:spPr bwMode="auto">
          <a:xfrm>
            <a:off x="2760663" y="1169988"/>
            <a:ext cx="6570662" cy="493395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2400"/>
          </a:p>
        </p:txBody>
      </p:sp>
      <p:pic>
        <p:nvPicPr>
          <p:cNvPr id="12292" name="Picture 12" descr="C:\Users\chris\AppData\Local\Microsoft\Windows\INetCache\IE\RNF32FZA\Computer_icon[1].png">
            <a:extLst>
              <a:ext uri="{FF2B5EF4-FFF2-40B4-BE49-F238E27FC236}">
                <a16:creationId xmlns:a16="http://schemas.microsoft.com/office/drawing/2014/main" xmlns="" id="{A86330CE-CE5C-A268-74F7-28612C1429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3414" y="1484313"/>
            <a:ext cx="173037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13" descr="C:\Users\chris\AppData\Local\Microsoft\Windows\INetCache\IE\QA2VH28J\database-server[1].png">
            <a:extLst>
              <a:ext uri="{FF2B5EF4-FFF2-40B4-BE49-F238E27FC236}">
                <a16:creationId xmlns:a16="http://schemas.microsoft.com/office/drawing/2014/main" xmlns="" id="{958D3202-9B71-D011-329A-1855E6B75F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7175" y="1484313"/>
            <a:ext cx="941388"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ZoneTexte 14">
            <a:extLst>
              <a:ext uri="{FF2B5EF4-FFF2-40B4-BE49-F238E27FC236}">
                <a16:creationId xmlns:a16="http://schemas.microsoft.com/office/drawing/2014/main" xmlns="" id="{C3A786F3-04A6-37CD-3728-CA7C79029A5D}"/>
              </a:ext>
            </a:extLst>
          </p:cNvPr>
          <p:cNvSpPr txBox="1">
            <a:spLocks noChangeArrowheads="1"/>
          </p:cNvSpPr>
          <p:nvPr/>
        </p:nvSpPr>
        <p:spPr bwMode="auto">
          <a:xfrm>
            <a:off x="3243264" y="2990850"/>
            <a:ext cx="168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a:t>Interface</a:t>
            </a:r>
          </a:p>
        </p:txBody>
      </p:sp>
      <p:sp>
        <p:nvSpPr>
          <p:cNvPr id="12295" name="ZoneTexte 15">
            <a:extLst>
              <a:ext uri="{FF2B5EF4-FFF2-40B4-BE49-F238E27FC236}">
                <a16:creationId xmlns:a16="http://schemas.microsoft.com/office/drawing/2014/main" xmlns="" id="{DC7E7E55-C252-B3AD-BA13-8BA20B47118C}"/>
              </a:ext>
            </a:extLst>
          </p:cNvPr>
          <p:cNvSpPr txBox="1">
            <a:spLocks noChangeArrowheads="1"/>
          </p:cNvSpPr>
          <p:nvPr/>
        </p:nvSpPr>
        <p:spPr bwMode="auto">
          <a:xfrm>
            <a:off x="7380289" y="2990850"/>
            <a:ext cx="1684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fr-FR" altLang="fr-FR"/>
              <a:t>Données</a:t>
            </a:r>
          </a:p>
        </p:txBody>
      </p:sp>
      <p:sp>
        <p:nvSpPr>
          <p:cNvPr id="12296" name="Double flèche horizontale 16">
            <a:extLst>
              <a:ext uri="{FF2B5EF4-FFF2-40B4-BE49-F238E27FC236}">
                <a16:creationId xmlns:a16="http://schemas.microsoft.com/office/drawing/2014/main" xmlns="" id="{4D1B403D-1CE0-5A36-A3B9-F9A8B781F23C}"/>
              </a:ext>
            </a:extLst>
          </p:cNvPr>
          <p:cNvSpPr>
            <a:spLocks noChangeArrowheads="1"/>
          </p:cNvSpPr>
          <p:nvPr/>
        </p:nvSpPr>
        <p:spPr bwMode="auto">
          <a:xfrm rot="2700000">
            <a:off x="4479926" y="2543176"/>
            <a:ext cx="1154113" cy="360363"/>
          </a:xfrm>
          <a:prstGeom prst="leftRightArrow">
            <a:avLst>
              <a:gd name="adj1" fmla="val 50000"/>
              <a:gd name="adj2" fmla="val 49878"/>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endParaRPr lang="fr-FR" altLang="fr-FR"/>
          </a:p>
        </p:txBody>
      </p:sp>
      <p:sp>
        <p:nvSpPr>
          <p:cNvPr id="12297" name="AutoShape 6">
            <a:extLst>
              <a:ext uri="{FF2B5EF4-FFF2-40B4-BE49-F238E27FC236}">
                <a16:creationId xmlns:a16="http://schemas.microsoft.com/office/drawing/2014/main" xmlns="" id="{E0BAF6BC-B450-4F79-27C9-6AF0A5B7CFCC}"/>
              </a:ext>
            </a:extLst>
          </p:cNvPr>
          <p:cNvSpPr>
            <a:spLocks noChangeArrowheads="1"/>
          </p:cNvSpPr>
          <p:nvPr/>
        </p:nvSpPr>
        <p:spPr bwMode="auto">
          <a:xfrm>
            <a:off x="3022601" y="4060825"/>
            <a:ext cx="6022975" cy="7239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Le client se connecte au serveur par l’intermédiaire d’une couche d’accès aux données (Data Access Layer)</a:t>
            </a:r>
          </a:p>
        </p:txBody>
      </p:sp>
      <p:sp>
        <p:nvSpPr>
          <p:cNvPr id="12298" name="AutoShape 6">
            <a:extLst>
              <a:ext uri="{FF2B5EF4-FFF2-40B4-BE49-F238E27FC236}">
                <a16:creationId xmlns:a16="http://schemas.microsoft.com/office/drawing/2014/main" xmlns="" id="{CDEE8FAF-73EF-ACEE-91C8-CCD90197A3DA}"/>
              </a:ext>
            </a:extLst>
          </p:cNvPr>
          <p:cNvSpPr>
            <a:spLocks noChangeArrowheads="1"/>
          </p:cNvSpPr>
          <p:nvPr/>
        </p:nvSpPr>
        <p:spPr bwMode="auto">
          <a:xfrm>
            <a:off x="3022601" y="5037138"/>
            <a:ext cx="6022975" cy="7223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La DAL assure tous les échanges avec le serveur et peut être utilisée par d’autres applications</a:t>
            </a:r>
          </a:p>
        </p:txBody>
      </p:sp>
      <p:sp>
        <p:nvSpPr>
          <p:cNvPr id="12299" name="Rectangle à coins arrondis 1">
            <a:extLst>
              <a:ext uri="{FF2B5EF4-FFF2-40B4-BE49-F238E27FC236}">
                <a16:creationId xmlns:a16="http://schemas.microsoft.com/office/drawing/2014/main" xmlns="" id="{32CCE2E6-EEEE-5A29-CFFF-77B751B2C5A9}"/>
              </a:ext>
            </a:extLst>
          </p:cNvPr>
          <p:cNvSpPr>
            <a:spLocks noChangeArrowheads="1"/>
          </p:cNvSpPr>
          <p:nvPr/>
        </p:nvSpPr>
        <p:spPr bwMode="auto">
          <a:xfrm>
            <a:off x="5592763" y="2422526"/>
            <a:ext cx="1236662" cy="1331913"/>
          </a:xfrm>
          <a:prstGeom prst="roundRect">
            <a:avLst>
              <a:gd name="adj" fmla="val 16667"/>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r>
              <a:rPr lang="fr-FR" altLang="fr-FR" b="0"/>
              <a:t>DAL</a:t>
            </a:r>
          </a:p>
        </p:txBody>
      </p:sp>
      <p:sp>
        <p:nvSpPr>
          <p:cNvPr id="12300" name="ZoneTexte 19">
            <a:extLst>
              <a:ext uri="{FF2B5EF4-FFF2-40B4-BE49-F238E27FC236}">
                <a16:creationId xmlns:a16="http://schemas.microsoft.com/office/drawing/2014/main" xmlns="" id="{9184A664-20B6-122B-2726-9CFDF3C26002}"/>
              </a:ext>
            </a:extLst>
          </p:cNvPr>
          <p:cNvSpPr txBox="1">
            <a:spLocks noChangeArrowheads="1"/>
          </p:cNvSpPr>
          <p:nvPr/>
        </p:nvSpPr>
        <p:spPr bwMode="auto">
          <a:xfrm>
            <a:off x="5373689" y="2990851"/>
            <a:ext cx="16843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fr-FR" altLang="fr-FR"/>
              <a:t>Règles métiers</a:t>
            </a:r>
          </a:p>
        </p:txBody>
      </p:sp>
      <p:sp>
        <p:nvSpPr>
          <p:cNvPr id="12301" name="Double flèche horizontale 22">
            <a:extLst>
              <a:ext uri="{FF2B5EF4-FFF2-40B4-BE49-F238E27FC236}">
                <a16:creationId xmlns:a16="http://schemas.microsoft.com/office/drawing/2014/main" xmlns="" id="{52D67BD2-D3FB-320F-20CF-5EF9CF126BCC}"/>
              </a:ext>
            </a:extLst>
          </p:cNvPr>
          <p:cNvSpPr>
            <a:spLocks noChangeArrowheads="1"/>
          </p:cNvSpPr>
          <p:nvPr/>
        </p:nvSpPr>
        <p:spPr bwMode="auto">
          <a:xfrm rot="18900000">
            <a:off x="6742113" y="2543176"/>
            <a:ext cx="1155700" cy="360363"/>
          </a:xfrm>
          <a:prstGeom prst="leftRightArrow">
            <a:avLst>
              <a:gd name="adj1" fmla="val 50000"/>
              <a:gd name="adj2" fmla="val 49947"/>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endParaRPr lang="fr-FR" alt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xmlns="" id="{50F1406B-1500-FDAD-64BE-BE7DFBF0E77A}"/>
              </a:ext>
            </a:extLst>
          </p:cNvPr>
          <p:cNvSpPr>
            <a:spLocks noGrp="1" noChangeArrowheads="1"/>
          </p:cNvSpPr>
          <p:nvPr>
            <p:ph type="title"/>
          </p:nvPr>
        </p:nvSpPr>
        <p:spPr/>
        <p:txBody>
          <a:bodyPr/>
          <a:lstStyle/>
          <a:p>
            <a:pPr eaLnBrk="1" hangingPunct="1"/>
            <a:r>
              <a:rPr lang="fr-FR" altLang="fr-FR"/>
              <a:t>Avantages</a:t>
            </a:r>
          </a:p>
        </p:txBody>
      </p:sp>
      <p:sp>
        <p:nvSpPr>
          <p:cNvPr id="13315" name="AutoShape 5">
            <a:extLst>
              <a:ext uri="{FF2B5EF4-FFF2-40B4-BE49-F238E27FC236}">
                <a16:creationId xmlns:a16="http://schemas.microsoft.com/office/drawing/2014/main" xmlns="" id="{653DD0B4-BC43-0678-46DE-6261609BBE49}"/>
              </a:ext>
            </a:extLst>
          </p:cNvPr>
          <p:cNvSpPr>
            <a:spLocks noChangeArrowheads="1"/>
          </p:cNvSpPr>
          <p:nvPr/>
        </p:nvSpPr>
        <p:spPr bwMode="auto">
          <a:xfrm>
            <a:off x="2019300" y="1176338"/>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3316" name="AutoShape 6">
            <a:extLst>
              <a:ext uri="{FF2B5EF4-FFF2-40B4-BE49-F238E27FC236}">
                <a16:creationId xmlns:a16="http://schemas.microsoft.com/office/drawing/2014/main" xmlns="" id="{4361BD85-4F8D-DD2C-F4EB-24E5DE59E52F}"/>
              </a:ext>
            </a:extLst>
          </p:cNvPr>
          <p:cNvSpPr>
            <a:spLocks noChangeArrowheads="1"/>
          </p:cNvSpPr>
          <p:nvPr/>
        </p:nvSpPr>
        <p:spPr bwMode="auto">
          <a:xfrm>
            <a:off x="2260600" y="4021139"/>
            <a:ext cx="7670800" cy="5175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3317" name="Rectangle 18">
            <a:extLst>
              <a:ext uri="{FF2B5EF4-FFF2-40B4-BE49-F238E27FC236}">
                <a16:creationId xmlns:a16="http://schemas.microsoft.com/office/drawing/2014/main" xmlns="" id="{25D75DBE-6F00-7106-11D4-D000603D9A01}"/>
              </a:ext>
            </a:extLst>
          </p:cNvPr>
          <p:cNvSpPr>
            <a:spLocks noChangeArrowheads="1"/>
          </p:cNvSpPr>
          <p:nvPr/>
        </p:nvSpPr>
        <p:spPr bwMode="auto">
          <a:xfrm>
            <a:off x="2463801" y="4070350"/>
            <a:ext cx="7191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Découplage entre le code applicatif et les données</a:t>
            </a:r>
          </a:p>
        </p:txBody>
      </p:sp>
      <p:sp>
        <p:nvSpPr>
          <p:cNvPr id="13318" name="AutoShape 6">
            <a:extLst>
              <a:ext uri="{FF2B5EF4-FFF2-40B4-BE49-F238E27FC236}">
                <a16:creationId xmlns:a16="http://schemas.microsoft.com/office/drawing/2014/main" xmlns="" id="{9B84BC36-721F-33F0-5799-64CAE161A083}"/>
              </a:ext>
            </a:extLst>
          </p:cNvPr>
          <p:cNvSpPr>
            <a:spLocks noChangeArrowheads="1"/>
          </p:cNvSpPr>
          <p:nvPr/>
        </p:nvSpPr>
        <p:spPr bwMode="auto">
          <a:xfrm>
            <a:off x="2260600" y="3057526"/>
            <a:ext cx="7670800" cy="56991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3319" name="Rectangle 17">
            <a:extLst>
              <a:ext uri="{FF2B5EF4-FFF2-40B4-BE49-F238E27FC236}">
                <a16:creationId xmlns:a16="http://schemas.microsoft.com/office/drawing/2014/main" xmlns="" id="{2703E4CA-AEE1-0393-13B3-20364A02F6F8}"/>
              </a:ext>
            </a:extLst>
          </p:cNvPr>
          <p:cNvSpPr>
            <a:spLocks noChangeArrowheads="1"/>
          </p:cNvSpPr>
          <p:nvPr/>
        </p:nvSpPr>
        <p:spPr bwMode="auto">
          <a:xfrm>
            <a:off x="2476501" y="3148014"/>
            <a:ext cx="7191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Réutilisation du code et des données exposées la DAL</a:t>
            </a:r>
          </a:p>
        </p:txBody>
      </p:sp>
      <p:sp>
        <p:nvSpPr>
          <p:cNvPr id="13320" name="AutoShape 6">
            <a:extLst>
              <a:ext uri="{FF2B5EF4-FFF2-40B4-BE49-F238E27FC236}">
                <a16:creationId xmlns:a16="http://schemas.microsoft.com/office/drawing/2014/main" xmlns="" id="{FD4CF32E-BF03-E3F2-5F82-6046F961B582}"/>
              </a:ext>
            </a:extLst>
          </p:cNvPr>
          <p:cNvSpPr>
            <a:spLocks noChangeArrowheads="1"/>
          </p:cNvSpPr>
          <p:nvPr/>
        </p:nvSpPr>
        <p:spPr bwMode="auto">
          <a:xfrm>
            <a:off x="2260600" y="2095500"/>
            <a:ext cx="7670800" cy="5270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3321" name="Rectangle 19">
            <a:extLst>
              <a:ext uri="{FF2B5EF4-FFF2-40B4-BE49-F238E27FC236}">
                <a16:creationId xmlns:a16="http://schemas.microsoft.com/office/drawing/2014/main" xmlns="" id="{D60EA092-BA19-3827-71F5-AFA5E605B0D6}"/>
              </a:ext>
            </a:extLst>
          </p:cNvPr>
          <p:cNvSpPr>
            <a:spLocks noChangeArrowheads="1"/>
          </p:cNvSpPr>
          <p:nvPr/>
        </p:nvSpPr>
        <p:spPr bwMode="auto">
          <a:xfrm>
            <a:off x="2501901" y="2138364"/>
            <a:ext cx="7204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Centralisation des règles métiers facilitant leurs mises à jour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xmlns="" id="{466A42E3-AE14-C4D6-DFF1-7908D7DB090F}"/>
              </a:ext>
            </a:extLst>
          </p:cNvPr>
          <p:cNvSpPr>
            <a:spLocks noGrp="1" noChangeArrowheads="1"/>
          </p:cNvSpPr>
          <p:nvPr>
            <p:ph type="title"/>
          </p:nvPr>
        </p:nvSpPr>
        <p:spPr/>
        <p:txBody>
          <a:bodyPr/>
          <a:lstStyle/>
          <a:p>
            <a:pPr eaLnBrk="1" hangingPunct="1"/>
            <a:r>
              <a:rPr lang="fr-FR" altLang="fr-FR"/>
              <a:t>Inconvénients</a:t>
            </a:r>
          </a:p>
        </p:txBody>
      </p:sp>
      <p:sp>
        <p:nvSpPr>
          <p:cNvPr id="14339" name="AutoShape 5">
            <a:extLst>
              <a:ext uri="{FF2B5EF4-FFF2-40B4-BE49-F238E27FC236}">
                <a16:creationId xmlns:a16="http://schemas.microsoft.com/office/drawing/2014/main" xmlns="" id="{04663BB1-15E7-F46D-8BFF-B0E48E743FCE}"/>
              </a:ext>
            </a:extLst>
          </p:cNvPr>
          <p:cNvSpPr>
            <a:spLocks noChangeArrowheads="1"/>
          </p:cNvSpPr>
          <p:nvPr/>
        </p:nvSpPr>
        <p:spPr bwMode="auto">
          <a:xfrm>
            <a:off x="2019300" y="1176338"/>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4340" name="AutoShape 6">
            <a:extLst>
              <a:ext uri="{FF2B5EF4-FFF2-40B4-BE49-F238E27FC236}">
                <a16:creationId xmlns:a16="http://schemas.microsoft.com/office/drawing/2014/main" xmlns="" id="{216AC517-0E89-4BA9-63B6-317EFC0021A9}"/>
              </a:ext>
            </a:extLst>
          </p:cNvPr>
          <p:cNvSpPr>
            <a:spLocks noChangeArrowheads="1"/>
          </p:cNvSpPr>
          <p:nvPr/>
        </p:nvSpPr>
        <p:spPr bwMode="auto">
          <a:xfrm>
            <a:off x="2260600" y="3795713"/>
            <a:ext cx="7670800" cy="5207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4341" name="Rectangle 17">
            <a:extLst>
              <a:ext uri="{FF2B5EF4-FFF2-40B4-BE49-F238E27FC236}">
                <a16:creationId xmlns:a16="http://schemas.microsoft.com/office/drawing/2014/main" xmlns="" id="{BDAF4A26-4802-D848-7CDD-BEA60691DC47}"/>
              </a:ext>
            </a:extLst>
          </p:cNvPr>
          <p:cNvSpPr>
            <a:spLocks noChangeArrowheads="1"/>
          </p:cNvSpPr>
          <p:nvPr/>
        </p:nvSpPr>
        <p:spPr bwMode="auto">
          <a:xfrm>
            <a:off x="2476501" y="3875088"/>
            <a:ext cx="7191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Architecture souvent propriétaire et non intéropérable</a:t>
            </a:r>
          </a:p>
        </p:txBody>
      </p:sp>
      <p:sp>
        <p:nvSpPr>
          <p:cNvPr id="14342" name="AutoShape 6">
            <a:extLst>
              <a:ext uri="{FF2B5EF4-FFF2-40B4-BE49-F238E27FC236}">
                <a16:creationId xmlns:a16="http://schemas.microsoft.com/office/drawing/2014/main" xmlns="" id="{AF1357DE-A8D4-3A53-4948-0A8019D0001C}"/>
              </a:ext>
            </a:extLst>
          </p:cNvPr>
          <p:cNvSpPr>
            <a:spLocks noChangeArrowheads="1"/>
          </p:cNvSpPr>
          <p:nvPr/>
        </p:nvSpPr>
        <p:spPr bwMode="auto">
          <a:xfrm>
            <a:off x="2260600" y="2071688"/>
            <a:ext cx="7670800" cy="107156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4343" name="Rectangle 19">
            <a:extLst>
              <a:ext uri="{FF2B5EF4-FFF2-40B4-BE49-F238E27FC236}">
                <a16:creationId xmlns:a16="http://schemas.microsoft.com/office/drawing/2014/main" xmlns="" id="{C66608EF-960F-B114-90E9-628626799D5C}"/>
              </a:ext>
            </a:extLst>
          </p:cNvPr>
          <p:cNvSpPr>
            <a:spLocks noChangeArrowheads="1"/>
          </p:cNvSpPr>
          <p:nvPr/>
        </p:nvSpPr>
        <p:spPr bwMode="auto">
          <a:xfrm>
            <a:off x="2501901" y="2114551"/>
            <a:ext cx="72040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L’hébergement du composant est en grande partie responsable de la qualité de la solution (serveur de composant vs composant dupliqué)</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xmlns="" id="{9A87771C-E0B3-BE7D-C99A-2D67C0D41DB8}"/>
              </a:ext>
            </a:extLst>
          </p:cNvPr>
          <p:cNvSpPr>
            <a:spLocks noGrp="1" noChangeArrowheads="1"/>
          </p:cNvSpPr>
          <p:nvPr>
            <p:ph type="body" sz="quarter" idx="12"/>
          </p:nvPr>
        </p:nvSpPr>
        <p:spPr/>
        <p:txBody>
          <a:bodyPr/>
          <a:lstStyle/>
          <a:p>
            <a:pPr eaLnBrk="1" hangingPunct="1"/>
            <a:r>
              <a:rPr lang="fr-FR" altLang="fr-FR"/>
              <a:t>Présentation</a:t>
            </a:r>
          </a:p>
          <a:p>
            <a:pPr eaLnBrk="1" hangingPunct="1"/>
            <a:r>
              <a:rPr lang="fr-FR" altLang="fr-FR"/>
              <a:t>Avantages</a:t>
            </a:r>
          </a:p>
        </p:txBody>
      </p:sp>
      <p:sp>
        <p:nvSpPr>
          <p:cNvPr id="15362" name="Rectangle 2">
            <a:extLst>
              <a:ext uri="{FF2B5EF4-FFF2-40B4-BE49-F238E27FC236}">
                <a16:creationId xmlns:a16="http://schemas.microsoft.com/office/drawing/2014/main" xmlns="" id="{109F59E8-41C2-5221-ABCB-47EC54ED3352}"/>
              </a:ext>
            </a:extLst>
          </p:cNvPr>
          <p:cNvSpPr>
            <a:spLocks noGrp="1" noChangeArrowheads="1"/>
          </p:cNvSpPr>
          <p:nvPr>
            <p:ph type="title"/>
          </p:nvPr>
        </p:nvSpPr>
        <p:spPr/>
        <p:txBody>
          <a:bodyPr>
            <a:normAutofit/>
          </a:bodyPr>
          <a:lstStyle/>
          <a:p>
            <a:pPr eaLnBrk="1" hangingPunct="1"/>
            <a:r>
              <a:rPr lang="fr-FR" altLang="fr-FR"/>
              <a:t>Leçon 3: Architecture Orientée Service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xmlns="" id="{3EA3ED2D-F33D-E771-2619-211B3D3DFE08}"/>
              </a:ext>
            </a:extLst>
          </p:cNvPr>
          <p:cNvSpPr>
            <a:spLocks noGrp="1" noChangeArrowheads="1"/>
          </p:cNvSpPr>
          <p:nvPr>
            <p:ph type="title"/>
          </p:nvPr>
        </p:nvSpPr>
        <p:spPr/>
        <p:txBody>
          <a:bodyPr/>
          <a:lstStyle/>
          <a:p>
            <a:pPr eaLnBrk="1" hangingPunct="1"/>
            <a:r>
              <a:rPr lang="fr-FR" altLang="fr-FR"/>
              <a:t>Présentation</a:t>
            </a:r>
          </a:p>
        </p:txBody>
      </p:sp>
      <p:sp>
        <p:nvSpPr>
          <p:cNvPr id="16387" name="AutoShape 5">
            <a:extLst>
              <a:ext uri="{FF2B5EF4-FFF2-40B4-BE49-F238E27FC236}">
                <a16:creationId xmlns:a16="http://schemas.microsoft.com/office/drawing/2014/main" xmlns="" id="{27AC6A36-B72B-F8B0-7BFC-4E3497E15376}"/>
              </a:ext>
            </a:extLst>
          </p:cNvPr>
          <p:cNvSpPr>
            <a:spLocks noChangeArrowheads="1"/>
          </p:cNvSpPr>
          <p:nvPr/>
        </p:nvSpPr>
        <p:spPr bwMode="auto">
          <a:xfrm>
            <a:off x="2760663" y="1169988"/>
            <a:ext cx="6570662" cy="493395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2400"/>
          </a:p>
        </p:txBody>
      </p:sp>
      <p:pic>
        <p:nvPicPr>
          <p:cNvPr id="16388" name="Picture 12" descr="C:\Users\chris\AppData\Local\Microsoft\Windows\INetCache\IE\RNF32FZA\Computer_icon[1].png">
            <a:extLst>
              <a:ext uri="{FF2B5EF4-FFF2-40B4-BE49-F238E27FC236}">
                <a16:creationId xmlns:a16="http://schemas.microsoft.com/office/drawing/2014/main" xmlns="" id="{34AAD275-C085-77EB-0ED7-D542DEE0CE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5476" y="1801814"/>
            <a:ext cx="1331913"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13" descr="C:\Users\chris\AppData\Local\Microsoft\Windows\INetCache\IE\QA2VH28J\database-server[1].png">
            <a:extLst>
              <a:ext uri="{FF2B5EF4-FFF2-40B4-BE49-F238E27FC236}">
                <a16:creationId xmlns:a16="http://schemas.microsoft.com/office/drawing/2014/main" xmlns="" id="{ECAEFFBA-C5B9-A99B-6CF3-EC2C27EB62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8751" y="1411288"/>
            <a:ext cx="94297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Double flèche horizontale 16">
            <a:extLst>
              <a:ext uri="{FF2B5EF4-FFF2-40B4-BE49-F238E27FC236}">
                <a16:creationId xmlns:a16="http://schemas.microsoft.com/office/drawing/2014/main" xmlns="" id="{07E122D3-CBDA-5B3B-3C44-EBA20C05AF24}"/>
              </a:ext>
            </a:extLst>
          </p:cNvPr>
          <p:cNvSpPr>
            <a:spLocks noChangeArrowheads="1"/>
          </p:cNvSpPr>
          <p:nvPr/>
        </p:nvSpPr>
        <p:spPr bwMode="auto">
          <a:xfrm rot="5400000">
            <a:off x="5890420" y="3061495"/>
            <a:ext cx="962025" cy="360363"/>
          </a:xfrm>
          <a:prstGeom prst="leftRightArrow">
            <a:avLst>
              <a:gd name="adj1" fmla="val 50000"/>
              <a:gd name="adj2" fmla="val 49993"/>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endParaRPr lang="fr-FR" altLang="fr-FR"/>
          </a:p>
        </p:txBody>
      </p:sp>
      <p:sp>
        <p:nvSpPr>
          <p:cNvPr id="16391" name="AutoShape 6">
            <a:extLst>
              <a:ext uri="{FF2B5EF4-FFF2-40B4-BE49-F238E27FC236}">
                <a16:creationId xmlns:a16="http://schemas.microsoft.com/office/drawing/2014/main" xmlns="" id="{A6C95CD9-CFBB-4B60-065A-A66275F3DE41}"/>
              </a:ext>
            </a:extLst>
          </p:cNvPr>
          <p:cNvSpPr>
            <a:spLocks noChangeArrowheads="1"/>
          </p:cNvSpPr>
          <p:nvPr/>
        </p:nvSpPr>
        <p:spPr bwMode="auto">
          <a:xfrm>
            <a:off x="3022601" y="5170488"/>
            <a:ext cx="6022975" cy="7223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La DAL est hébergé par un serveur en tant que service, accessible par tout protocole</a:t>
            </a:r>
          </a:p>
        </p:txBody>
      </p:sp>
      <p:sp>
        <p:nvSpPr>
          <p:cNvPr id="23" name="Trapèze 22">
            <a:extLst>
              <a:ext uri="{FF2B5EF4-FFF2-40B4-BE49-F238E27FC236}">
                <a16:creationId xmlns:a16="http://schemas.microsoft.com/office/drawing/2014/main" xmlns="" id="{B4753C05-DF25-719A-C926-E1B4A7BF0D8E}"/>
              </a:ext>
            </a:extLst>
          </p:cNvPr>
          <p:cNvSpPr/>
          <p:nvPr/>
        </p:nvSpPr>
        <p:spPr bwMode="auto">
          <a:xfrm rot="16200000">
            <a:off x="6503988" y="3752850"/>
            <a:ext cx="1319212" cy="1163638"/>
          </a:xfrm>
          <a:prstGeom prst="trapezoid">
            <a:avLst/>
          </a:prstGeom>
          <a:solidFill>
            <a:schemeClr val="accent2"/>
          </a:solidFill>
          <a:ln w="9525" cap="flat" cmpd="sng" algn="ctr">
            <a:noFill/>
            <a:prstDash val="solid"/>
            <a:round/>
            <a:headEnd type="none" w="med" len="med"/>
            <a:tailEnd type="none" w="med" len="med"/>
          </a:ln>
          <a:effectLst>
            <a:outerShdw dist="35921" dir="2700000" algn="ctr" rotWithShape="0">
              <a:srgbClr val="AFAFAF"/>
            </a:outerShdw>
          </a:effectLst>
        </p:spPr>
        <p:txBody>
          <a:bodyPr lIns="182880" rIns="182880" anchor="ctr"/>
          <a:lstStyle/>
          <a:p>
            <a:pPr algn="ctr" eaLnBrk="0" hangingPunct="0">
              <a:defRPr/>
            </a:pPr>
            <a:endParaRPr lang="fr-FR">
              <a:cs typeface="Arial" charset="0"/>
            </a:endParaRPr>
          </a:p>
        </p:txBody>
      </p:sp>
      <p:sp>
        <p:nvSpPr>
          <p:cNvPr id="16393" name="Rectangle à coins arrondis 19">
            <a:extLst>
              <a:ext uri="{FF2B5EF4-FFF2-40B4-BE49-F238E27FC236}">
                <a16:creationId xmlns:a16="http://schemas.microsoft.com/office/drawing/2014/main" xmlns="" id="{24E8FB83-30F2-1752-2880-DDB35FA272DD}"/>
              </a:ext>
            </a:extLst>
          </p:cNvPr>
          <p:cNvSpPr>
            <a:spLocks noChangeArrowheads="1"/>
          </p:cNvSpPr>
          <p:nvPr/>
        </p:nvSpPr>
        <p:spPr bwMode="auto">
          <a:xfrm>
            <a:off x="7548563" y="3668713"/>
            <a:ext cx="1236662" cy="1331912"/>
          </a:xfrm>
          <a:prstGeom prst="roundRect">
            <a:avLst>
              <a:gd name="adj" fmla="val 16667"/>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r>
              <a:rPr lang="fr-FR" altLang="fr-FR" b="0"/>
              <a:t>DAL</a:t>
            </a:r>
          </a:p>
        </p:txBody>
      </p:sp>
      <p:sp>
        <p:nvSpPr>
          <p:cNvPr id="16394" name="ZoneTexte 20">
            <a:extLst>
              <a:ext uri="{FF2B5EF4-FFF2-40B4-BE49-F238E27FC236}">
                <a16:creationId xmlns:a16="http://schemas.microsoft.com/office/drawing/2014/main" xmlns="" id="{4486C683-91EF-DFD4-4325-0B1779AF004F}"/>
              </a:ext>
            </a:extLst>
          </p:cNvPr>
          <p:cNvSpPr txBox="1">
            <a:spLocks noChangeArrowheads="1"/>
          </p:cNvSpPr>
          <p:nvPr/>
        </p:nvSpPr>
        <p:spPr bwMode="auto">
          <a:xfrm>
            <a:off x="7324725" y="4189413"/>
            <a:ext cx="16843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fr-FR" altLang="fr-FR"/>
              <a:t>Règles métiers</a:t>
            </a:r>
          </a:p>
        </p:txBody>
      </p:sp>
      <p:sp>
        <p:nvSpPr>
          <p:cNvPr id="16395" name="Double flèche horizontale 21">
            <a:extLst>
              <a:ext uri="{FF2B5EF4-FFF2-40B4-BE49-F238E27FC236}">
                <a16:creationId xmlns:a16="http://schemas.microsoft.com/office/drawing/2014/main" xmlns="" id="{646BDCBE-ED22-90FC-A5B1-D7E8B954E80E}"/>
              </a:ext>
            </a:extLst>
          </p:cNvPr>
          <p:cNvSpPr>
            <a:spLocks noChangeArrowheads="1"/>
          </p:cNvSpPr>
          <p:nvPr/>
        </p:nvSpPr>
        <p:spPr bwMode="auto">
          <a:xfrm rot="5400000">
            <a:off x="7647782" y="2937670"/>
            <a:ext cx="1038225" cy="360362"/>
          </a:xfrm>
          <a:prstGeom prst="leftRightArrow">
            <a:avLst>
              <a:gd name="adj1" fmla="val 50000"/>
              <a:gd name="adj2" fmla="val 49925"/>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endParaRPr lang="fr-FR" altLang="fr-FR"/>
          </a:p>
        </p:txBody>
      </p:sp>
      <p:pic>
        <p:nvPicPr>
          <p:cNvPr id="16396" name="Picture 2" descr="C:\Users\chris\AppData\Local\Microsoft\Windows\INetCache\IE\O74THX4E\web-server[1].png">
            <a:extLst>
              <a:ext uri="{FF2B5EF4-FFF2-40B4-BE49-F238E27FC236}">
                <a16:creationId xmlns:a16="http://schemas.microsoft.com/office/drawing/2014/main" xmlns="" id="{448EE817-098D-4EDD-8F39-F99F91872B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6314" y="3770313"/>
            <a:ext cx="942975"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397" name="Connecteur droit 2">
            <a:extLst>
              <a:ext uri="{FF2B5EF4-FFF2-40B4-BE49-F238E27FC236}">
                <a16:creationId xmlns:a16="http://schemas.microsoft.com/office/drawing/2014/main" xmlns="" id="{97220C77-67A4-80E4-A201-EA095C4121D0}"/>
              </a:ext>
            </a:extLst>
          </p:cNvPr>
          <p:cNvCxnSpPr>
            <a:cxnSpLocks noChangeShapeType="1"/>
            <a:stCxn id="16393" idx="0"/>
          </p:cNvCxnSpPr>
          <p:nvPr/>
        </p:nvCxnSpPr>
        <p:spPr bwMode="auto">
          <a:xfrm flipH="1">
            <a:off x="7913688" y="3668714"/>
            <a:ext cx="254000" cy="828675"/>
          </a:xfrm>
          <a:prstGeom prst="line">
            <a:avLst/>
          </a:prstGeom>
          <a:no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cxnSp>
      <p:pic>
        <p:nvPicPr>
          <p:cNvPr id="16398" name="Picture 3" descr="C:\Users\chris\AppData\Local\Microsoft\Windows\INetCache\IE\O74THX4E\jean-victor-balin-cloud[1].png">
            <a:extLst>
              <a:ext uri="{FF2B5EF4-FFF2-40B4-BE49-F238E27FC236}">
                <a16:creationId xmlns:a16="http://schemas.microsoft.com/office/drawing/2014/main" xmlns="" id="{13B9C701-4A4E-5158-CB5B-63EED4ADCE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7738" y="3536951"/>
            <a:ext cx="1651000"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9" name="Double flèche horizontale 35">
            <a:extLst>
              <a:ext uri="{FF2B5EF4-FFF2-40B4-BE49-F238E27FC236}">
                <a16:creationId xmlns:a16="http://schemas.microsoft.com/office/drawing/2014/main" xmlns="" id="{5FF8B92E-4784-725E-E08B-45253528E512}"/>
              </a:ext>
            </a:extLst>
          </p:cNvPr>
          <p:cNvSpPr>
            <a:spLocks noChangeArrowheads="1"/>
          </p:cNvSpPr>
          <p:nvPr/>
        </p:nvSpPr>
        <p:spPr bwMode="auto">
          <a:xfrm>
            <a:off x="5072064" y="4070351"/>
            <a:ext cx="962025" cy="360363"/>
          </a:xfrm>
          <a:prstGeom prst="leftRightArrow">
            <a:avLst>
              <a:gd name="adj1" fmla="val 50000"/>
              <a:gd name="adj2" fmla="val 49993"/>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endParaRPr lang="fr-FR" altLang="fr-FR"/>
          </a:p>
        </p:txBody>
      </p:sp>
      <p:sp>
        <p:nvSpPr>
          <p:cNvPr id="16400" name="ZoneTexte 23">
            <a:extLst>
              <a:ext uri="{FF2B5EF4-FFF2-40B4-BE49-F238E27FC236}">
                <a16:creationId xmlns:a16="http://schemas.microsoft.com/office/drawing/2014/main" xmlns="" id="{18E57A01-1F39-3EDB-39B5-ECE64AE84EF4}"/>
              </a:ext>
            </a:extLst>
          </p:cNvPr>
          <p:cNvSpPr txBox="1">
            <a:spLocks noChangeArrowheads="1"/>
          </p:cNvSpPr>
          <p:nvPr/>
        </p:nvSpPr>
        <p:spPr bwMode="auto">
          <a:xfrm>
            <a:off x="3822701" y="3979864"/>
            <a:ext cx="981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a:t>WWW</a:t>
            </a:r>
          </a:p>
        </p:txBody>
      </p:sp>
      <p:sp>
        <p:nvSpPr>
          <p:cNvPr id="16401" name="Double flèche horizontale 37">
            <a:extLst>
              <a:ext uri="{FF2B5EF4-FFF2-40B4-BE49-F238E27FC236}">
                <a16:creationId xmlns:a16="http://schemas.microsoft.com/office/drawing/2014/main" xmlns="" id="{A6D4F7F8-A742-E926-FC45-D7F0CAE98FC4}"/>
              </a:ext>
            </a:extLst>
          </p:cNvPr>
          <p:cNvSpPr>
            <a:spLocks noChangeArrowheads="1"/>
          </p:cNvSpPr>
          <p:nvPr/>
        </p:nvSpPr>
        <p:spPr bwMode="auto">
          <a:xfrm rot="4800000">
            <a:off x="3390107" y="3017045"/>
            <a:ext cx="962025" cy="360362"/>
          </a:xfrm>
          <a:prstGeom prst="leftRightArrow">
            <a:avLst>
              <a:gd name="adj1" fmla="val 50000"/>
              <a:gd name="adj2" fmla="val 49993"/>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endParaRPr lang="fr-FR" altLang="fr-FR"/>
          </a:p>
        </p:txBody>
      </p:sp>
      <p:pic>
        <p:nvPicPr>
          <p:cNvPr id="16402" name="Picture 8" descr="C:\Users\chris\Downloads\Nouveau dossier\imagebot.png">
            <a:extLst>
              <a:ext uri="{FF2B5EF4-FFF2-40B4-BE49-F238E27FC236}">
                <a16:creationId xmlns:a16="http://schemas.microsoft.com/office/drawing/2014/main" xmlns="" id="{CCC95611-1EB1-01B9-64C6-F874C55CE35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52751" y="1557338"/>
            <a:ext cx="1971675" cy="251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5">
            <a:extLst>
              <a:ext uri="{FF2B5EF4-FFF2-40B4-BE49-F238E27FC236}">
                <a16:creationId xmlns:a16="http://schemas.microsoft.com/office/drawing/2014/main" xmlns="" id="{D554CE0F-28B1-2EE2-C82E-F03CC2B9ED96}"/>
              </a:ext>
            </a:extLst>
          </p:cNvPr>
          <p:cNvSpPr>
            <a:spLocks noChangeArrowheads="1"/>
          </p:cNvSpPr>
          <p:nvPr/>
        </p:nvSpPr>
        <p:spPr bwMode="auto">
          <a:xfrm>
            <a:off x="2025650" y="1606106"/>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7411" name="Rectangle 2">
            <a:extLst>
              <a:ext uri="{FF2B5EF4-FFF2-40B4-BE49-F238E27FC236}">
                <a16:creationId xmlns:a16="http://schemas.microsoft.com/office/drawing/2014/main" xmlns="" id="{932C072D-1576-F604-0759-A0CA608464F8}"/>
              </a:ext>
            </a:extLst>
          </p:cNvPr>
          <p:cNvSpPr>
            <a:spLocks noGrp="1" noChangeArrowheads="1"/>
          </p:cNvSpPr>
          <p:nvPr>
            <p:ph type="title"/>
          </p:nvPr>
        </p:nvSpPr>
        <p:spPr/>
        <p:txBody>
          <a:bodyPr/>
          <a:lstStyle/>
          <a:p>
            <a:pPr eaLnBrk="1" hangingPunct="1"/>
            <a:r>
              <a:rPr lang="fr-FR" altLang="fr-FR"/>
              <a:t>Avantages</a:t>
            </a:r>
          </a:p>
        </p:txBody>
      </p:sp>
      <p:sp>
        <p:nvSpPr>
          <p:cNvPr id="17412" name="AutoShape 6">
            <a:extLst>
              <a:ext uri="{FF2B5EF4-FFF2-40B4-BE49-F238E27FC236}">
                <a16:creationId xmlns:a16="http://schemas.microsoft.com/office/drawing/2014/main" xmlns="" id="{A4E301D5-67DF-4A0B-17E4-94C70744DA8F}"/>
              </a:ext>
            </a:extLst>
          </p:cNvPr>
          <p:cNvSpPr>
            <a:spLocks noChangeArrowheads="1"/>
          </p:cNvSpPr>
          <p:nvPr/>
        </p:nvSpPr>
        <p:spPr bwMode="auto">
          <a:xfrm>
            <a:off x="2254250" y="4450906"/>
            <a:ext cx="7670800" cy="5334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7413" name="Rectangle 19">
            <a:extLst>
              <a:ext uri="{FF2B5EF4-FFF2-40B4-BE49-F238E27FC236}">
                <a16:creationId xmlns:a16="http://schemas.microsoft.com/office/drawing/2014/main" xmlns="" id="{094627A9-6AF6-660C-AE5B-9641B5B0C73F}"/>
              </a:ext>
            </a:extLst>
          </p:cNvPr>
          <p:cNvSpPr>
            <a:spLocks noChangeArrowheads="1"/>
          </p:cNvSpPr>
          <p:nvPr/>
        </p:nvSpPr>
        <p:spPr bwMode="auto">
          <a:xfrm>
            <a:off x="2495551" y="4493768"/>
            <a:ext cx="72040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800"/>
              <a:t>Réutilisabilité</a:t>
            </a:r>
            <a:endParaRPr lang="en-GB" altLang="fr-FR" sz="1800"/>
          </a:p>
        </p:txBody>
      </p:sp>
      <p:sp>
        <p:nvSpPr>
          <p:cNvPr id="17414" name="AutoShape 6">
            <a:extLst>
              <a:ext uri="{FF2B5EF4-FFF2-40B4-BE49-F238E27FC236}">
                <a16:creationId xmlns:a16="http://schemas.microsoft.com/office/drawing/2014/main" xmlns="" id="{1307F964-A271-0768-9370-07CAA1362BB7}"/>
              </a:ext>
            </a:extLst>
          </p:cNvPr>
          <p:cNvSpPr>
            <a:spLocks noChangeArrowheads="1"/>
          </p:cNvSpPr>
          <p:nvPr/>
        </p:nvSpPr>
        <p:spPr bwMode="auto">
          <a:xfrm>
            <a:off x="2266950" y="3469832"/>
            <a:ext cx="7670800" cy="5175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7415" name="Rectangle 18">
            <a:extLst>
              <a:ext uri="{FF2B5EF4-FFF2-40B4-BE49-F238E27FC236}">
                <a16:creationId xmlns:a16="http://schemas.microsoft.com/office/drawing/2014/main" xmlns="" id="{A9EDFA66-8FA0-3D37-5F49-4D79F9C7047C}"/>
              </a:ext>
            </a:extLst>
          </p:cNvPr>
          <p:cNvSpPr>
            <a:spLocks noChangeArrowheads="1"/>
          </p:cNvSpPr>
          <p:nvPr/>
        </p:nvSpPr>
        <p:spPr bwMode="auto">
          <a:xfrm>
            <a:off x="2470151" y="3525393"/>
            <a:ext cx="7191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800"/>
              <a:t>Evolutivité</a:t>
            </a:r>
            <a:endParaRPr lang="en-GB" altLang="fr-FR" sz="1800"/>
          </a:p>
        </p:txBody>
      </p:sp>
      <p:sp>
        <p:nvSpPr>
          <p:cNvPr id="17416" name="AutoShape 6">
            <a:extLst>
              <a:ext uri="{FF2B5EF4-FFF2-40B4-BE49-F238E27FC236}">
                <a16:creationId xmlns:a16="http://schemas.microsoft.com/office/drawing/2014/main" xmlns="" id="{2CA2F421-41A7-42B2-7415-6FDF3382EAA1}"/>
              </a:ext>
            </a:extLst>
          </p:cNvPr>
          <p:cNvSpPr>
            <a:spLocks noChangeArrowheads="1"/>
          </p:cNvSpPr>
          <p:nvPr/>
        </p:nvSpPr>
        <p:spPr bwMode="auto">
          <a:xfrm>
            <a:off x="2266950" y="2464944"/>
            <a:ext cx="7670800" cy="5810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7417" name="Rectangle 17">
            <a:extLst>
              <a:ext uri="{FF2B5EF4-FFF2-40B4-BE49-F238E27FC236}">
                <a16:creationId xmlns:a16="http://schemas.microsoft.com/office/drawing/2014/main" xmlns="" id="{8F2D0153-0A11-CCEB-423E-5C87DB9C8AD8}"/>
              </a:ext>
            </a:extLst>
          </p:cNvPr>
          <p:cNvSpPr>
            <a:spLocks noChangeArrowheads="1"/>
          </p:cNvSpPr>
          <p:nvPr/>
        </p:nvSpPr>
        <p:spPr bwMode="auto">
          <a:xfrm>
            <a:off x="2482851" y="2542731"/>
            <a:ext cx="7191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Interopérabilité</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xmlns="" id="{9B187D09-E035-9BE7-5883-2A241CB012D9}"/>
              </a:ext>
            </a:extLst>
          </p:cNvPr>
          <p:cNvSpPr>
            <a:spLocks noGrp="1" noChangeArrowheads="1"/>
          </p:cNvSpPr>
          <p:nvPr>
            <p:ph type="body" sz="quarter" idx="12"/>
          </p:nvPr>
        </p:nvSpPr>
        <p:spPr/>
        <p:txBody>
          <a:bodyPr/>
          <a:lstStyle/>
          <a:p>
            <a:pPr eaLnBrk="1" hangingPunct="1"/>
            <a:r>
              <a:rPr lang="fr-FR" altLang="fr-FR"/>
              <a:t>ADO.NET</a:t>
            </a:r>
          </a:p>
          <a:p>
            <a:pPr eaLnBrk="1" hangingPunct="1"/>
            <a:r>
              <a:rPr lang="fr-FR" altLang="fr-FR"/>
              <a:t>Entity Framework</a:t>
            </a:r>
          </a:p>
          <a:p>
            <a:pPr eaLnBrk="1" hangingPunct="1"/>
            <a:r>
              <a:rPr lang="fr-FR" altLang="fr-FR"/>
              <a:t>LINQ</a:t>
            </a:r>
          </a:p>
          <a:p>
            <a:pPr eaLnBrk="1" hangingPunct="1"/>
            <a:r>
              <a:rPr lang="fr-FR" altLang="fr-FR"/>
              <a:t>Architecture orientée service</a:t>
            </a:r>
          </a:p>
        </p:txBody>
      </p:sp>
      <p:sp>
        <p:nvSpPr>
          <p:cNvPr id="18434" name="Rectangle 2">
            <a:extLst>
              <a:ext uri="{FF2B5EF4-FFF2-40B4-BE49-F238E27FC236}">
                <a16:creationId xmlns:a16="http://schemas.microsoft.com/office/drawing/2014/main" xmlns="" id="{C91694F1-3B22-4A8A-5690-3291B2F07345}"/>
              </a:ext>
            </a:extLst>
          </p:cNvPr>
          <p:cNvSpPr>
            <a:spLocks noGrp="1" noChangeArrowheads="1"/>
          </p:cNvSpPr>
          <p:nvPr>
            <p:ph type="title"/>
          </p:nvPr>
        </p:nvSpPr>
        <p:spPr/>
        <p:txBody>
          <a:bodyPr>
            <a:normAutofit fontScale="90000"/>
          </a:bodyPr>
          <a:lstStyle/>
          <a:p>
            <a:pPr eaLnBrk="1" hangingPunct="1"/>
            <a:r>
              <a:rPr lang="fr-FR" altLang="fr-FR"/>
              <a:t>Leçon 4: Technologies d’accès aux données .NET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6">
            <a:extLst>
              <a:ext uri="{FF2B5EF4-FFF2-40B4-BE49-F238E27FC236}">
                <a16:creationId xmlns:a16="http://schemas.microsoft.com/office/drawing/2014/main" xmlns="" id="{C15DB427-2082-2B10-815B-C70D0B337831}"/>
              </a:ext>
            </a:extLst>
          </p:cNvPr>
          <p:cNvSpPr>
            <a:spLocks noGrp="1"/>
          </p:cNvSpPr>
          <p:nvPr>
            <p:ph type="title"/>
          </p:nvPr>
        </p:nvSpPr>
        <p:spPr/>
        <p:txBody>
          <a:bodyPr/>
          <a:lstStyle/>
          <a:p>
            <a:pPr eaLnBrk="1" hangingPunct="1"/>
            <a:r>
              <a:rPr lang="fr-FR" altLang="fr-FR"/>
              <a:t>ADO.NET</a:t>
            </a:r>
          </a:p>
        </p:txBody>
      </p:sp>
      <p:sp>
        <p:nvSpPr>
          <p:cNvPr id="19459" name="AutoShape 5">
            <a:extLst>
              <a:ext uri="{FF2B5EF4-FFF2-40B4-BE49-F238E27FC236}">
                <a16:creationId xmlns:a16="http://schemas.microsoft.com/office/drawing/2014/main" xmlns="" id="{A7D1642B-5305-D275-1427-3854B59D1C98}"/>
              </a:ext>
            </a:extLst>
          </p:cNvPr>
          <p:cNvSpPr>
            <a:spLocks noChangeArrowheads="1"/>
          </p:cNvSpPr>
          <p:nvPr/>
        </p:nvSpPr>
        <p:spPr bwMode="auto">
          <a:xfrm>
            <a:off x="2760663" y="1176338"/>
            <a:ext cx="6570662" cy="448151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2400"/>
          </a:p>
        </p:txBody>
      </p:sp>
      <p:sp>
        <p:nvSpPr>
          <p:cNvPr id="19460" name="AutoShape 7">
            <a:extLst>
              <a:ext uri="{FF2B5EF4-FFF2-40B4-BE49-F238E27FC236}">
                <a16:creationId xmlns:a16="http://schemas.microsoft.com/office/drawing/2014/main" xmlns="" id="{757EFEDE-6F51-F0D5-139B-93D5DC635EAB}"/>
              </a:ext>
            </a:extLst>
          </p:cNvPr>
          <p:cNvSpPr>
            <a:spLocks noChangeArrowheads="1"/>
          </p:cNvSpPr>
          <p:nvPr/>
        </p:nvSpPr>
        <p:spPr bwMode="auto">
          <a:xfrm>
            <a:off x="2979739" y="2227263"/>
            <a:ext cx="6103937" cy="46196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600">
                <a:ea typeface="ＭＳ Ｐゴシック" panose="020B0600070205080204" pitchFamily="34" charset="-128"/>
              </a:rPr>
              <a:t>Scénarios connectés ou déconnectés</a:t>
            </a:r>
            <a:endParaRPr lang="en-US" altLang="fr-FR" sz="1600">
              <a:ea typeface="ＭＳ Ｐゴシック" panose="020B0600070205080204" pitchFamily="34" charset="-128"/>
            </a:endParaRPr>
          </a:p>
        </p:txBody>
      </p:sp>
      <p:sp>
        <p:nvSpPr>
          <p:cNvPr id="19461" name="AutoShape 8">
            <a:extLst>
              <a:ext uri="{FF2B5EF4-FFF2-40B4-BE49-F238E27FC236}">
                <a16:creationId xmlns:a16="http://schemas.microsoft.com/office/drawing/2014/main" xmlns="" id="{28DCFE92-A6AA-8766-2F68-4335DC9FAACE}"/>
              </a:ext>
            </a:extLst>
          </p:cNvPr>
          <p:cNvSpPr>
            <a:spLocks noChangeArrowheads="1"/>
          </p:cNvSpPr>
          <p:nvPr/>
        </p:nvSpPr>
        <p:spPr bwMode="auto">
          <a:xfrm>
            <a:off x="2973389" y="1590675"/>
            <a:ext cx="6103937" cy="361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600">
                <a:ea typeface="ＭＳ Ｐゴシック" panose="020B0600070205080204" pitchFamily="34" charset="-128"/>
              </a:rPr>
              <a:t>Présent depuis .NET 1.0</a:t>
            </a:r>
            <a:endParaRPr lang="en-US" altLang="fr-FR" sz="1600">
              <a:ea typeface="ＭＳ Ｐゴシック" panose="020B0600070205080204" pitchFamily="34" charset="-128"/>
            </a:endParaRPr>
          </a:p>
        </p:txBody>
      </p:sp>
      <p:sp>
        <p:nvSpPr>
          <p:cNvPr id="19462" name="AutoShape 9">
            <a:extLst>
              <a:ext uri="{FF2B5EF4-FFF2-40B4-BE49-F238E27FC236}">
                <a16:creationId xmlns:a16="http://schemas.microsoft.com/office/drawing/2014/main" xmlns="" id="{D71BF6BA-69B4-DED6-597A-04D020E7388F}"/>
              </a:ext>
            </a:extLst>
          </p:cNvPr>
          <p:cNvSpPr>
            <a:spLocks noChangeArrowheads="1"/>
          </p:cNvSpPr>
          <p:nvPr/>
        </p:nvSpPr>
        <p:spPr bwMode="auto">
          <a:xfrm>
            <a:off x="2981325" y="2995614"/>
            <a:ext cx="6103938" cy="42227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600">
                <a:ea typeface="ＭＳ Ｐゴシック" panose="020B0600070205080204" pitchFamily="34" charset="-128"/>
              </a:rPr>
              <a:t>Gestion des données dans un format relationnel</a:t>
            </a:r>
            <a:endParaRPr lang="en-US" altLang="fr-FR" sz="1600">
              <a:ea typeface="ＭＳ Ｐゴシック" panose="020B0600070205080204" pitchFamily="34" charset="-128"/>
            </a:endParaRPr>
          </a:p>
        </p:txBody>
      </p:sp>
      <p:sp>
        <p:nvSpPr>
          <p:cNvPr id="19463" name="AutoShape 10">
            <a:extLst>
              <a:ext uri="{FF2B5EF4-FFF2-40B4-BE49-F238E27FC236}">
                <a16:creationId xmlns:a16="http://schemas.microsoft.com/office/drawing/2014/main" xmlns="" id="{0F0DCF76-FC77-A8C9-A4C9-003A217B9812}"/>
              </a:ext>
            </a:extLst>
          </p:cNvPr>
          <p:cNvSpPr>
            <a:spLocks noChangeArrowheads="1"/>
          </p:cNvSpPr>
          <p:nvPr/>
        </p:nvSpPr>
        <p:spPr bwMode="auto">
          <a:xfrm>
            <a:off x="2987675" y="4529138"/>
            <a:ext cx="6103938" cy="6667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600">
                <a:ea typeface="ＭＳ Ｐゴシック" panose="020B0600070205080204" pitchFamily="34" charset="-128"/>
              </a:rPr>
              <a:t>Ne devrait être envisagé que pour des problématiques de maintenance d’existant</a:t>
            </a:r>
            <a:endParaRPr lang="en-US" altLang="fr-FR" sz="1600">
              <a:ea typeface="ＭＳ Ｐゴシック" panose="020B0600070205080204" pitchFamily="34" charset="-128"/>
            </a:endParaRPr>
          </a:p>
        </p:txBody>
      </p:sp>
      <p:sp>
        <p:nvSpPr>
          <p:cNvPr id="19464" name="AutoShape 9">
            <a:extLst>
              <a:ext uri="{FF2B5EF4-FFF2-40B4-BE49-F238E27FC236}">
                <a16:creationId xmlns:a16="http://schemas.microsoft.com/office/drawing/2014/main" xmlns="" id="{786BB95D-3540-2284-77D7-8140D8CDA96E}"/>
              </a:ext>
            </a:extLst>
          </p:cNvPr>
          <p:cNvSpPr>
            <a:spLocks noChangeArrowheads="1"/>
          </p:cNvSpPr>
          <p:nvPr/>
        </p:nvSpPr>
        <p:spPr bwMode="auto">
          <a:xfrm>
            <a:off x="2968625" y="3729038"/>
            <a:ext cx="6103938" cy="4254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600">
                <a:ea typeface="ＭＳ Ｐゴシック" panose="020B0600070205080204" pitchFamily="34" charset="-128"/>
              </a:rPr>
              <a:t>Technologie répandue qui a fait ses preuves</a:t>
            </a:r>
            <a:endParaRPr lang="en-US" altLang="fr-FR" sz="1600">
              <a:ea typeface="ＭＳ Ｐゴシック" panose="020B0600070205080204" pitchFamily="34" charset="-128"/>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xmlns="" id="{753E1DCE-3014-7E84-A49E-5E1FBB7D986A}"/>
              </a:ext>
            </a:extLst>
          </p:cNvPr>
          <p:cNvSpPr>
            <a:spLocks noGrp="1" noChangeArrowheads="1"/>
          </p:cNvSpPr>
          <p:nvPr>
            <p:ph type="title"/>
          </p:nvPr>
        </p:nvSpPr>
        <p:spPr/>
        <p:txBody>
          <a:bodyPr/>
          <a:lstStyle/>
          <a:p>
            <a:pPr eaLnBrk="1" hangingPunct="1"/>
            <a:r>
              <a:rPr lang="fr-FR" altLang="fr-FR"/>
              <a:t>Entity Framework</a:t>
            </a:r>
          </a:p>
        </p:txBody>
      </p:sp>
      <p:sp>
        <p:nvSpPr>
          <p:cNvPr id="20483" name="AutoShape 5">
            <a:extLst>
              <a:ext uri="{FF2B5EF4-FFF2-40B4-BE49-F238E27FC236}">
                <a16:creationId xmlns:a16="http://schemas.microsoft.com/office/drawing/2014/main" xmlns="" id="{7F9C0239-7D96-DBDC-6C2C-01D4D68350CC}"/>
              </a:ext>
            </a:extLst>
          </p:cNvPr>
          <p:cNvSpPr>
            <a:spLocks noChangeArrowheads="1"/>
          </p:cNvSpPr>
          <p:nvPr/>
        </p:nvSpPr>
        <p:spPr bwMode="auto">
          <a:xfrm>
            <a:off x="2760663" y="1176338"/>
            <a:ext cx="6570662" cy="448151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2400"/>
          </a:p>
        </p:txBody>
      </p:sp>
      <p:sp>
        <p:nvSpPr>
          <p:cNvPr id="20484" name="AutoShape 7">
            <a:extLst>
              <a:ext uri="{FF2B5EF4-FFF2-40B4-BE49-F238E27FC236}">
                <a16:creationId xmlns:a16="http://schemas.microsoft.com/office/drawing/2014/main" xmlns="" id="{87C0C84F-C3AD-1050-3755-F10A7C2B6416}"/>
              </a:ext>
            </a:extLst>
          </p:cNvPr>
          <p:cNvSpPr>
            <a:spLocks noChangeArrowheads="1"/>
          </p:cNvSpPr>
          <p:nvPr/>
        </p:nvSpPr>
        <p:spPr bwMode="auto">
          <a:xfrm>
            <a:off x="2979739" y="2227264"/>
            <a:ext cx="6103937" cy="48577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600">
                <a:ea typeface="ＭＳ Ｐゴシック" panose="020B0600070205080204" pitchFamily="34" charset="-128"/>
              </a:rPr>
              <a:t>Découplage fort entre code applicatif et base de données</a:t>
            </a:r>
            <a:endParaRPr lang="en-US" altLang="fr-FR" sz="1600">
              <a:ea typeface="ＭＳ Ｐゴシック" panose="020B0600070205080204" pitchFamily="34" charset="-128"/>
            </a:endParaRPr>
          </a:p>
        </p:txBody>
      </p:sp>
      <p:sp>
        <p:nvSpPr>
          <p:cNvPr id="20485" name="AutoShape 8">
            <a:extLst>
              <a:ext uri="{FF2B5EF4-FFF2-40B4-BE49-F238E27FC236}">
                <a16:creationId xmlns:a16="http://schemas.microsoft.com/office/drawing/2014/main" xmlns="" id="{A6B119AC-7C64-6A38-F143-DB9914EE6E01}"/>
              </a:ext>
            </a:extLst>
          </p:cNvPr>
          <p:cNvSpPr>
            <a:spLocks noChangeArrowheads="1"/>
          </p:cNvSpPr>
          <p:nvPr/>
        </p:nvSpPr>
        <p:spPr bwMode="auto">
          <a:xfrm>
            <a:off x="2973389" y="1590675"/>
            <a:ext cx="6103937" cy="361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600">
                <a:ea typeface="ＭＳ Ｐゴシック" panose="020B0600070205080204" pitchFamily="34" charset="-128"/>
              </a:rPr>
              <a:t>Solution de mappage objet-relationnel</a:t>
            </a:r>
            <a:endParaRPr lang="en-US" altLang="fr-FR" sz="1600">
              <a:ea typeface="ＭＳ Ｐゴシック" panose="020B0600070205080204" pitchFamily="34" charset="-128"/>
            </a:endParaRPr>
          </a:p>
        </p:txBody>
      </p:sp>
      <p:sp>
        <p:nvSpPr>
          <p:cNvPr id="20486" name="AutoShape 9">
            <a:extLst>
              <a:ext uri="{FF2B5EF4-FFF2-40B4-BE49-F238E27FC236}">
                <a16:creationId xmlns:a16="http://schemas.microsoft.com/office/drawing/2014/main" xmlns="" id="{9D3EC8D1-6426-966C-960A-CE76FFF30447}"/>
              </a:ext>
            </a:extLst>
          </p:cNvPr>
          <p:cNvSpPr>
            <a:spLocks noChangeArrowheads="1"/>
          </p:cNvSpPr>
          <p:nvPr/>
        </p:nvSpPr>
        <p:spPr bwMode="auto">
          <a:xfrm>
            <a:off x="2981325" y="3016250"/>
            <a:ext cx="6103938" cy="6413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600">
                <a:ea typeface="ＭＳ Ｐゴシック" panose="020B0600070205080204" pitchFamily="34" charset="-128"/>
              </a:rPr>
              <a:t>S’intégre parfaitement dans des approches MVC, MVVM ou encore SOA</a:t>
            </a:r>
            <a:endParaRPr lang="en-US" altLang="fr-FR" sz="1600">
              <a:ea typeface="ＭＳ Ｐゴシック" panose="020B0600070205080204" pitchFamily="34" charset="-128"/>
            </a:endParaRPr>
          </a:p>
        </p:txBody>
      </p:sp>
      <p:sp>
        <p:nvSpPr>
          <p:cNvPr id="20487" name="AutoShape 10">
            <a:extLst>
              <a:ext uri="{FF2B5EF4-FFF2-40B4-BE49-F238E27FC236}">
                <a16:creationId xmlns:a16="http://schemas.microsoft.com/office/drawing/2014/main" xmlns="" id="{0721EEE2-76E0-737D-E783-7996585C55E2}"/>
              </a:ext>
            </a:extLst>
          </p:cNvPr>
          <p:cNvSpPr>
            <a:spLocks noChangeArrowheads="1"/>
          </p:cNvSpPr>
          <p:nvPr/>
        </p:nvSpPr>
        <p:spPr bwMode="auto">
          <a:xfrm>
            <a:off x="2987675" y="4806950"/>
            <a:ext cx="6103938" cy="36353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600">
                <a:ea typeface="ＭＳ Ｐゴシック" panose="020B0600070205080204" pitchFamily="34" charset="-128"/>
              </a:rPr>
              <a:t>Devrait être considéré pour tout nouveau développement</a:t>
            </a:r>
            <a:endParaRPr lang="en-US" altLang="fr-FR" sz="1600">
              <a:ea typeface="ＭＳ Ｐゴシック" panose="020B0600070205080204" pitchFamily="34" charset="-128"/>
            </a:endParaRPr>
          </a:p>
        </p:txBody>
      </p:sp>
      <p:sp>
        <p:nvSpPr>
          <p:cNvPr id="20488" name="AutoShape 9">
            <a:extLst>
              <a:ext uri="{FF2B5EF4-FFF2-40B4-BE49-F238E27FC236}">
                <a16:creationId xmlns:a16="http://schemas.microsoft.com/office/drawing/2014/main" xmlns="" id="{10B0F229-F465-DFF4-E9AD-CD33A262E5C2}"/>
              </a:ext>
            </a:extLst>
          </p:cNvPr>
          <p:cNvSpPr>
            <a:spLocks noChangeArrowheads="1"/>
          </p:cNvSpPr>
          <p:nvPr/>
        </p:nvSpPr>
        <p:spPr bwMode="auto">
          <a:xfrm>
            <a:off x="2968625" y="3970339"/>
            <a:ext cx="6103938" cy="49847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600">
                <a:ea typeface="ＭＳ Ｐゴシック" panose="020B0600070205080204" pitchFamily="34" charset="-128"/>
              </a:rPr>
              <a:t>Technologie de plus en plus utilisée en entreprise</a:t>
            </a:r>
            <a:endParaRPr lang="en-US" altLang="fr-FR" sz="160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xmlns="" id="{5DA4FD43-B4D1-9EA7-0B62-E3B15DEBBF85}"/>
              </a:ext>
            </a:extLst>
          </p:cNvPr>
          <p:cNvSpPr>
            <a:spLocks noGrp="1" noChangeArrowheads="1"/>
          </p:cNvSpPr>
          <p:nvPr>
            <p:ph type="title"/>
          </p:nvPr>
        </p:nvSpPr>
        <p:spPr/>
        <p:txBody>
          <a:bodyPr/>
          <a:lstStyle/>
          <a:p>
            <a:pPr eaLnBrk="1" hangingPunct="1"/>
            <a:r>
              <a:rPr lang="fr-FR" altLang="fr-FR"/>
              <a:t>LINQ</a:t>
            </a:r>
          </a:p>
        </p:txBody>
      </p:sp>
      <p:sp>
        <p:nvSpPr>
          <p:cNvPr id="21507" name="AutoShape 24">
            <a:extLst>
              <a:ext uri="{FF2B5EF4-FFF2-40B4-BE49-F238E27FC236}">
                <a16:creationId xmlns:a16="http://schemas.microsoft.com/office/drawing/2014/main" xmlns="" id="{55BFA13F-D86A-E566-473B-B762092368E8}"/>
              </a:ext>
            </a:extLst>
          </p:cNvPr>
          <p:cNvSpPr>
            <a:spLocks noChangeArrowheads="1"/>
          </p:cNvSpPr>
          <p:nvPr/>
        </p:nvSpPr>
        <p:spPr bwMode="auto">
          <a:xfrm>
            <a:off x="1933575" y="1208088"/>
            <a:ext cx="8345488" cy="4976812"/>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1800"/>
          </a:p>
        </p:txBody>
      </p:sp>
      <p:sp>
        <p:nvSpPr>
          <p:cNvPr id="21508" name="AutoShape 24">
            <a:extLst>
              <a:ext uri="{FF2B5EF4-FFF2-40B4-BE49-F238E27FC236}">
                <a16:creationId xmlns:a16="http://schemas.microsoft.com/office/drawing/2014/main" xmlns="" id="{A6A3CC4A-0ED5-683E-5BE2-1A31B0DD250F}"/>
              </a:ext>
            </a:extLst>
          </p:cNvPr>
          <p:cNvSpPr>
            <a:spLocks noChangeArrowheads="1"/>
          </p:cNvSpPr>
          <p:nvPr/>
        </p:nvSpPr>
        <p:spPr bwMode="auto">
          <a:xfrm>
            <a:off x="2054225" y="2570164"/>
            <a:ext cx="8077200" cy="566737"/>
          </a:xfrm>
          <a:prstGeom prst="roundRect">
            <a:avLst>
              <a:gd name="adj" fmla="val 4167"/>
            </a:avLst>
          </a:prstGeom>
          <a:solidFill>
            <a:srgbClr val="FFFF00"/>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1800"/>
          </a:p>
        </p:txBody>
      </p:sp>
      <p:sp>
        <p:nvSpPr>
          <p:cNvPr id="21509" name="AutoShape 24">
            <a:extLst>
              <a:ext uri="{FF2B5EF4-FFF2-40B4-BE49-F238E27FC236}">
                <a16:creationId xmlns:a16="http://schemas.microsoft.com/office/drawing/2014/main" xmlns="" id="{22082B3F-A3A0-C25B-D96C-8C6D22358A59}"/>
              </a:ext>
            </a:extLst>
          </p:cNvPr>
          <p:cNvSpPr>
            <a:spLocks noChangeArrowheads="1"/>
          </p:cNvSpPr>
          <p:nvPr/>
        </p:nvSpPr>
        <p:spPr bwMode="auto">
          <a:xfrm>
            <a:off x="4330700" y="1808163"/>
            <a:ext cx="5811838" cy="525462"/>
          </a:xfrm>
          <a:prstGeom prst="roundRect">
            <a:avLst>
              <a:gd name="adj" fmla="val 4167"/>
            </a:avLst>
          </a:prstGeom>
          <a:solidFill>
            <a:srgbClr val="00B0F0"/>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1800"/>
          </a:p>
        </p:txBody>
      </p:sp>
      <p:sp>
        <p:nvSpPr>
          <p:cNvPr id="21510" name="AutoShape 24">
            <a:extLst>
              <a:ext uri="{FF2B5EF4-FFF2-40B4-BE49-F238E27FC236}">
                <a16:creationId xmlns:a16="http://schemas.microsoft.com/office/drawing/2014/main" xmlns="" id="{17DA5FB0-5FFA-8AF2-0797-8DE5B7DAFB8E}"/>
              </a:ext>
            </a:extLst>
          </p:cNvPr>
          <p:cNvSpPr>
            <a:spLocks noChangeArrowheads="1"/>
          </p:cNvSpPr>
          <p:nvPr/>
        </p:nvSpPr>
        <p:spPr bwMode="auto">
          <a:xfrm>
            <a:off x="2038351" y="1817688"/>
            <a:ext cx="2212975" cy="525462"/>
          </a:xfrm>
          <a:prstGeom prst="roundRect">
            <a:avLst>
              <a:gd name="adj" fmla="val 4167"/>
            </a:avLst>
          </a:prstGeom>
          <a:solidFill>
            <a:srgbClr val="92D050"/>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1800"/>
          </a:p>
        </p:txBody>
      </p:sp>
      <p:sp>
        <p:nvSpPr>
          <p:cNvPr id="21511" name="Rectangle 18">
            <a:extLst>
              <a:ext uri="{FF2B5EF4-FFF2-40B4-BE49-F238E27FC236}">
                <a16:creationId xmlns:a16="http://schemas.microsoft.com/office/drawing/2014/main" xmlns="" id="{1A5BD961-6ACB-9D06-3A62-E37E88AAFBE1}"/>
              </a:ext>
            </a:extLst>
          </p:cNvPr>
          <p:cNvSpPr>
            <a:spLocks noChangeArrowheads="1"/>
          </p:cNvSpPr>
          <p:nvPr/>
        </p:nvSpPr>
        <p:spPr bwMode="auto">
          <a:xfrm>
            <a:off x="2789238" y="1898650"/>
            <a:ext cx="552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GB" altLang="fr-FR" sz="1800"/>
              <a:t>C#</a:t>
            </a:r>
          </a:p>
        </p:txBody>
      </p:sp>
      <p:sp>
        <p:nvSpPr>
          <p:cNvPr id="21512" name="Rectangle 19">
            <a:extLst>
              <a:ext uri="{FF2B5EF4-FFF2-40B4-BE49-F238E27FC236}">
                <a16:creationId xmlns:a16="http://schemas.microsoft.com/office/drawing/2014/main" xmlns="" id="{9E4A0A6F-6D75-7DC3-EA1F-687A20430410}"/>
              </a:ext>
            </a:extLst>
          </p:cNvPr>
          <p:cNvSpPr>
            <a:spLocks noChangeArrowheads="1"/>
          </p:cNvSpPr>
          <p:nvPr/>
        </p:nvSpPr>
        <p:spPr bwMode="auto">
          <a:xfrm>
            <a:off x="5427663" y="1898650"/>
            <a:ext cx="34119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GB" altLang="fr-FR" sz="1800"/>
              <a:t>Autres langages .NET (CLS)</a:t>
            </a:r>
          </a:p>
        </p:txBody>
      </p:sp>
      <p:sp>
        <p:nvSpPr>
          <p:cNvPr id="21513" name="AutoShape 24">
            <a:extLst>
              <a:ext uri="{FF2B5EF4-FFF2-40B4-BE49-F238E27FC236}">
                <a16:creationId xmlns:a16="http://schemas.microsoft.com/office/drawing/2014/main" xmlns="" id="{A9F861E4-0D09-C2F3-0BC0-3B4B1DE537FA}"/>
              </a:ext>
            </a:extLst>
          </p:cNvPr>
          <p:cNvSpPr>
            <a:spLocks noChangeArrowheads="1"/>
          </p:cNvSpPr>
          <p:nvPr/>
        </p:nvSpPr>
        <p:spPr bwMode="auto">
          <a:xfrm>
            <a:off x="2065338" y="3384551"/>
            <a:ext cx="8077200" cy="2290763"/>
          </a:xfrm>
          <a:prstGeom prst="roundRect">
            <a:avLst>
              <a:gd name="adj" fmla="val 4167"/>
            </a:avLst>
          </a:prstGeom>
          <a:solidFill>
            <a:srgbClr val="EEEFD7"/>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1800"/>
          </a:p>
        </p:txBody>
      </p:sp>
      <p:sp>
        <p:nvSpPr>
          <p:cNvPr id="21514" name="Rectangle 21">
            <a:extLst>
              <a:ext uri="{FF2B5EF4-FFF2-40B4-BE49-F238E27FC236}">
                <a16:creationId xmlns:a16="http://schemas.microsoft.com/office/drawing/2014/main" xmlns="" id="{8E38DC6E-AB2B-0530-605E-D8D744DF361C}"/>
              </a:ext>
            </a:extLst>
          </p:cNvPr>
          <p:cNvSpPr>
            <a:spLocks noChangeArrowheads="1"/>
          </p:cNvSpPr>
          <p:nvPr/>
        </p:nvSpPr>
        <p:spPr bwMode="auto">
          <a:xfrm>
            <a:off x="5630864" y="2681288"/>
            <a:ext cx="7649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GB" altLang="fr-FR" sz="1800"/>
              <a:t>LINQ</a:t>
            </a:r>
          </a:p>
        </p:txBody>
      </p:sp>
      <p:sp>
        <p:nvSpPr>
          <p:cNvPr id="21515" name="Rectangle 22">
            <a:extLst>
              <a:ext uri="{FF2B5EF4-FFF2-40B4-BE49-F238E27FC236}">
                <a16:creationId xmlns:a16="http://schemas.microsoft.com/office/drawing/2014/main" xmlns="" id="{84FA1CE7-8D6F-B1A2-B315-B7749D505148}"/>
              </a:ext>
            </a:extLst>
          </p:cNvPr>
          <p:cNvSpPr>
            <a:spLocks noChangeArrowheads="1"/>
          </p:cNvSpPr>
          <p:nvPr/>
        </p:nvSpPr>
        <p:spPr bwMode="auto">
          <a:xfrm>
            <a:off x="4260851" y="3497263"/>
            <a:ext cx="31822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GB" altLang="fr-FR" sz="1800"/>
              <a:t>Sources de données LINQ</a:t>
            </a:r>
          </a:p>
        </p:txBody>
      </p:sp>
      <p:sp>
        <p:nvSpPr>
          <p:cNvPr id="31" name="AutoShape 24">
            <a:extLst>
              <a:ext uri="{FF2B5EF4-FFF2-40B4-BE49-F238E27FC236}">
                <a16:creationId xmlns:a16="http://schemas.microsoft.com/office/drawing/2014/main" xmlns="" id="{921448E2-6B63-1FA9-8117-46952D20FF69}"/>
              </a:ext>
            </a:extLst>
          </p:cNvPr>
          <p:cNvSpPr>
            <a:spLocks noChangeArrowheads="1"/>
          </p:cNvSpPr>
          <p:nvPr/>
        </p:nvSpPr>
        <p:spPr bwMode="auto">
          <a:xfrm>
            <a:off x="2254251" y="4383088"/>
            <a:ext cx="1414463" cy="950912"/>
          </a:xfrm>
          <a:prstGeom prst="roundRect">
            <a:avLst>
              <a:gd name="adj" fmla="val 4167"/>
            </a:avLst>
          </a:prstGeom>
          <a:solidFill>
            <a:schemeClr val="accent3">
              <a:lumMod val="75000"/>
            </a:schemeClr>
          </a:solidFill>
          <a:ln w="9525">
            <a:solidFill>
              <a:srgbClr val="4D4D4D"/>
            </a:solidFill>
            <a:round/>
            <a:headEnd/>
            <a:tailEnd/>
          </a:ln>
          <a:effectLst>
            <a:outerShdw dist="35921" dir="2700000" algn="ctr" rotWithShape="0">
              <a:srgbClr val="5F5F5F">
                <a:alpha val="50000"/>
              </a:srgbClr>
            </a:outerShdw>
          </a:effectLst>
        </p:spPr>
        <p:txBody>
          <a:bodyPr/>
          <a:lstStyle/>
          <a:p>
            <a:pPr marL="61913" algn="ctr">
              <a:defRPr/>
            </a:pPr>
            <a:endParaRPr lang="en-US">
              <a:cs typeface="Arial" charset="0"/>
            </a:endParaRPr>
          </a:p>
        </p:txBody>
      </p:sp>
      <p:sp>
        <p:nvSpPr>
          <p:cNvPr id="32" name="AutoShape 24">
            <a:extLst>
              <a:ext uri="{FF2B5EF4-FFF2-40B4-BE49-F238E27FC236}">
                <a16:creationId xmlns:a16="http://schemas.microsoft.com/office/drawing/2014/main" xmlns="" id="{D82B2F0F-2928-8785-4454-92A842581964}"/>
              </a:ext>
            </a:extLst>
          </p:cNvPr>
          <p:cNvSpPr>
            <a:spLocks noChangeArrowheads="1"/>
          </p:cNvSpPr>
          <p:nvPr/>
        </p:nvSpPr>
        <p:spPr bwMode="auto">
          <a:xfrm>
            <a:off x="8513764" y="4414838"/>
            <a:ext cx="1412875" cy="950912"/>
          </a:xfrm>
          <a:prstGeom prst="roundRect">
            <a:avLst>
              <a:gd name="adj" fmla="val 4167"/>
            </a:avLst>
          </a:prstGeom>
          <a:solidFill>
            <a:schemeClr val="accent3">
              <a:lumMod val="75000"/>
            </a:schemeClr>
          </a:solidFill>
          <a:ln w="9525">
            <a:solidFill>
              <a:srgbClr val="4D4D4D"/>
            </a:solidFill>
            <a:round/>
            <a:headEnd/>
            <a:tailEnd/>
          </a:ln>
          <a:effectLst>
            <a:outerShdw dist="35921" dir="2700000" algn="ctr" rotWithShape="0">
              <a:srgbClr val="5F5F5F">
                <a:alpha val="50000"/>
              </a:srgbClr>
            </a:outerShdw>
          </a:effectLst>
        </p:spPr>
        <p:txBody>
          <a:bodyPr/>
          <a:lstStyle/>
          <a:p>
            <a:pPr marL="61913" algn="ctr">
              <a:defRPr/>
            </a:pPr>
            <a:endParaRPr lang="en-US">
              <a:cs typeface="Arial" charset="0"/>
            </a:endParaRPr>
          </a:p>
        </p:txBody>
      </p:sp>
      <p:sp>
        <p:nvSpPr>
          <p:cNvPr id="33" name="Rectangle 32">
            <a:extLst>
              <a:ext uri="{FF2B5EF4-FFF2-40B4-BE49-F238E27FC236}">
                <a16:creationId xmlns:a16="http://schemas.microsoft.com/office/drawing/2014/main" xmlns="" id="{6843C589-5980-06A2-81FA-601B74B476E7}"/>
              </a:ext>
            </a:extLst>
          </p:cNvPr>
          <p:cNvSpPr/>
          <p:nvPr/>
        </p:nvSpPr>
        <p:spPr>
          <a:xfrm>
            <a:off x="2422526" y="4524376"/>
            <a:ext cx="1166813" cy="646113"/>
          </a:xfrm>
          <a:prstGeom prst="rect">
            <a:avLst/>
          </a:prstGeom>
          <a:solidFill>
            <a:schemeClr val="accent3">
              <a:lumMod val="75000"/>
            </a:schemeClr>
          </a:solidFill>
        </p:spPr>
        <p:txBody>
          <a:bodyPr>
            <a:spAutoFit/>
          </a:bodyPr>
          <a:lstStyle/>
          <a:p>
            <a:pPr algn="ctr">
              <a:defRPr/>
            </a:pPr>
            <a:r>
              <a:rPr lang="en-GB" dirty="0">
                <a:cs typeface="Arial" charset="0"/>
              </a:rPr>
              <a:t>LINQ to </a:t>
            </a:r>
          </a:p>
          <a:p>
            <a:pPr algn="ctr">
              <a:defRPr/>
            </a:pPr>
            <a:r>
              <a:rPr lang="en-GB" dirty="0">
                <a:cs typeface="Arial" charset="0"/>
              </a:rPr>
              <a:t>Objects</a:t>
            </a:r>
          </a:p>
        </p:txBody>
      </p:sp>
      <p:sp>
        <p:nvSpPr>
          <p:cNvPr id="34" name="Rectangle 33">
            <a:extLst>
              <a:ext uri="{FF2B5EF4-FFF2-40B4-BE49-F238E27FC236}">
                <a16:creationId xmlns:a16="http://schemas.microsoft.com/office/drawing/2014/main" xmlns="" id="{A4A5BAA1-C956-87DA-0376-CCAC5FB60CF5}"/>
              </a:ext>
            </a:extLst>
          </p:cNvPr>
          <p:cNvSpPr/>
          <p:nvPr/>
        </p:nvSpPr>
        <p:spPr>
          <a:xfrm>
            <a:off x="8607426" y="4545013"/>
            <a:ext cx="1166813" cy="647700"/>
          </a:xfrm>
          <a:prstGeom prst="rect">
            <a:avLst/>
          </a:prstGeom>
          <a:solidFill>
            <a:schemeClr val="accent3">
              <a:lumMod val="75000"/>
            </a:schemeClr>
          </a:solidFill>
        </p:spPr>
        <p:txBody>
          <a:bodyPr>
            <a:spAutoFit/>
          </a:bodyPr>
          <a:lstStyle/>
          <a:p>
            <a:pPr algn="ctr">
              <a:defRPr/>
            </a:pPr>
            <a:r>
              <a:rPr lang="en-GB" dirty="0">
                <a:cs typeface="Arial" charset="0"/>
              </a:rPr>
              <a:t>LINQ to </a:t>
            </a:r>
          </a:p>
          <a:p>
            <a:pPr algn="ctr">
              <a:defRPr/>
            </a:pPr>
            <a:r>
              <a:rPr lang="en-GB" dirty="0">
                <a:cs typeface="Arial" charset="0"/>
              </a:rPr>
              <a:t>XML</a:t>
            </a:r>
          </a:p>
        </p:txBody>
      </p:sp>
      <p:sp>
        <p:nvSpPr>
          <p:cNvPr id="21520" name="AutoShape 24">
            <a:extLst>
              <a:ext uri="{FF2B5EF4-FFF2-40B4-BE49-F238E27FC236}">
                <a16:creationId xmlns:a16="http://schemas.microsoft.com/office/drawing/2014/main" xmlns="" id="{BFCDAFAB-0033-AA90-06ED-3EF4CC9F8ADA}"/>
              </a:ext>
            </a:extLst>
          </p:cNvPr>
          <p:cNvSpPr>
            <a:spLocks noChangeArrowheads="1"/>
          </p:cNvSpPr>
          <p:nvPr/>
        </p:nvSpPr>
        <p:spPr bwMode="auto">
          <a:xfrm>
            <a:off x="3767139" y="3925889"/>
            <a:ext cx="4662487" cy="1608137"/>
          </a:xfrm>
          <a:prstGeom prst="roundRect">
            <a:avLst>
              <a:gd name="adj" fmla="val 4167"/>
            </a:avLst>
          </a:prstGeom>
          <a:noFill/>
          <a:ln w="9525">
            <a:solidFill>
              <a:srgbClr val="4D4D4D"/>
            </a:solidFill>
            <a:round/>
            <a:headEnd/>
            <a:tailEnd/>
          </a:ln>
          <a:effectLst>
            <a:outerShdw dist="35921" dir="2700000" algn="ctr" rotWithShape="0">
              <a:srgbClr val="5F5F5F">
                <a:alpha val="50000"/>
              </a:srgbClr>
            </a:outerShdw>
          </a:effectLst>
          <a:extLst>
            <a:ext uri="{909E8E84-426E-40DD-AFC4-6F175D3DCCD1}">
              <a14:hiddenFill xmlns:a14="http://schemas.microsoft.com/office/drawing/2010/main">
                <a:solidFill>
                  <a:srgbClr val="FFFFFF"/>
                </a:solidFill>
              </a14:hiddenFill>
            </a:ext>
          </a:ex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1800"/>
          </a:p>
        </p:txBody>
      </p:sp>
      <p:sp>
        <p:nvSpPr>
          <p:cNvPr id="36" name="AutoShape 24">
            <a:extLst>
              <a:ext uri="{FF2B5EF4-FFF2-40B4-BE49-F238E27FC236}">
                <a16:creationId xmlns:a16="http://schemas.microsoft.com/office/drawing/2014/main" xmlns="" id="{52B521DF-4D8E-39BB-DF35-A388FE32A189}"/>
              </a:ext>
            </a:extLst>
          </p:cNvPr>
          <p:cNvSpPr>
            <a:spLocks noChangeArrowheads="1"/>
          </p:cNvSpPr>
          <p:nvPr/>
        </p:nvSpPr>
        <p:spPr bwMode="auto">
          <a:xfrm>
            <a:off x="3825876" y="4392613"/>
            <a:ext cx="1412875" cy="952500"/>
          </a:xfrm>
          <a:prstGeom prst="roundRect">
            <a:avLst>
              <a:gd name="adj" fmla="val 4167"/>
            </a:avLst>
          </a:prstGeom>
          <a:solidFill>
            <a:schemeClr val="accent3">
              <a:lumMod val="75000"/>
            </a:schemeClr>
          </a:solidFill>
          <a:ln w="9525">
            <a:solidFill>
              <a:srgbClr val="4D4D4D"/>
            </a:solidFill>
            <a:round/>
            <a:headEnd/>
            <a:tailEnd/>
          </a:ln>
          <a:effectLst>
            <a:outerShdw dist="35921" dir="2700000" algn="ctr" rotWithShape="0">
              <a:srgbClr val="5F5F5F">
                <a:alpha val="50000"/>
              </a:srgbClr>
            </a:outerShdw>
          </a:effectLst>
        </p:spPr>
        <p:txBody>
          <a:bodyPr/>
          <a:lstStyle/>
          <a:p>
            <a:pPr marL="61913" algn="ctr">
              <a:defRPr/>
            </a:pPr>
            <a:endParaRPr lang="en-US">
              <a:cs typeface="Arial" charset="0"/>
            </a:endParaRPr>
          </a:p>
        </p:txBody>
      </p:sp>
      <p:sp>
        <p:nvSpPr>
          <p:cNvPr id="37" name="AutoShape 24">
            <a:extLst>
              <a:ext uri="{FF2B5EF4-FFF2-40B4-BE49-F238E27FC236}">
                <a16:creationId xmlns:a16="http://schemas.microsoft.com/office/drawing/2014/main" xmlns="" id="{4141DA0F-0062-0379-0DE2-2C687D49456D}"/>
              </a:ext>
            </a:extLst>
          </p:cNvPr>
          <p:cNvSpPr>
            <a:spLocks noChangeArrowheads="1"/>
          </p:cNvSpPr>
          <p:nvPr/>
        </p:nvSpPr>
        <p:spPr bwMode="auto">
          <a:xfrm>
            <a:off x="5370513" y="4392613"/>
            <a:ext cx="1414462" cy="952500"/>
          </a:xfrm>
          <a:prstGeom prst="roundRect">
            <a:avLst>
              <a:gd name="adj" fmla="val 4167"/>
            </a:avLst>
          </a:prstGeom>
          <a:solidFill>
            <a:schemeClr val="accent3">
              <a:lumMod val="75000"/>
            </a:schemeClr>
          </a:solidFill>
          <a:ln w="9525">
            <a:solidFill>
              <a:srgbClr val="4D4D4D"/>
            </a:solidFill>
            <a:round/>
            <a:headEnd/>
            <a:tailEnd/>
          </a:ln>
          <a:effectLst>
            <a:outerShdw dist="35921" dir="2700000" algn="ctr" rotWithShape="0">
              <a:srgbClr val="5F5F5F">
                <a:alpha val="50000"/>
              </a:srgbClr>
            </a:outerShdw>
          </a:effectLst>
        </p:spPr>
        <p:txBody>
          <a:bodyPr/>
          <a:lstStyle/>
          <a:p>
            <a:pPr marL="61913" algn="ctr">
              <a:defRPr/>
            </a:pPr>
            <a:endParaRPr lang="en-US">
              <a:cs typeface="Arial" charset="0"/>
            </a:endParaRPr>
          </a:p>
        </p:txBody>
      </p:sp>
      <p:sp>
        <p:nvSpPr>
          <p:cNvPr id="38" name="AutoShape 24">
            <a:extLst>
              <a:ext uri="{FF2B5EF4-FFF2-40B4-BE49-F238E27FC236}">
                <a16:creationId xmlns:a16="http://schemas.microsoft.com/office/drawing/2014/main" xmlns="" id="{9593BB4A-79EE-02B5-18C3-32E98194474E}"/>
              </a:ext>
            </a:extLst>
          </p:cNvPr>
          <p:cNvSpPr>
            <a:spLocks noChangeArrowheads="1"/>
          </p:cNvSpPr>
          <p:nvPr/>
        </p:nvSpPr>
        <p:spPr bwMode="auto">
          <a:xfrm>
            <a:off x="6942138" y="4403726"/>
            <a:ext cx="1414462" cy="950913"/>
          </a:xfrm>
          <a:prstGeom prst="roundRect">
            <a:avLst>
              <a:gd name="adj" fmla="val 4167"/>
            </a:avLst>
          </a:prstGeom>
          <a:solidFill>
            <a:schemeClr val="accent3">
              <a:lumMod val="75000"/>
            </a:schemeClr>
          </a:solidFill>
          <a:ln w="9525">
            <a:solidFill>
              <a:srgbClr val="4D4D4D"/>
            </a:solidFill>
            <a:round/>
            <a:headEnd/>
            <a:tailEnd/>
          </a:ln>
          <a:effectLst>
            <a:outerShdw dist="35921" dir="2700000" algn="ctr" rotWithShape="0">
              <a:srgbClr val="5F5F5F">
                <a:alpha val="50000"/>
              </a:srgbClr>
            </a:outerShdw>
          </a:effectLst>
        </p:spPr>
        <p:txBody>
          <a:bodyPr/>
          <a:lstStyle/>
          <a:p>
            <a:pPr marL="61913" algn="ctr">
              <a:defRPr/>
            </a:pPr>
            <a:endParaRPr lang="en-US">
              <a:cs typeface="Arial" charset="0"/>
            </a:endParaRPr>
          </a:p>
        </p:txBody>
      </p:sp>
      <p:sp>
        <p:nvSpPr>
          <p:cNvPr id="39" name="Rectangle 38">
            <a:extLst>
              <a:ext uri="{FF2B5EF4-FFF2-40B4-BE49-F238E27FC236}">
                <a16:creationId xmlns:a16="http://schemas.microsoft.com/office/drawing/2014/main" xmlns="" id="{A0DE8A6F-519E-2D1A-E5BC-456B4555A8BE}"/>
              </a:ext>
            </a:extLst>
          </p:cNvPr>
          <p:cNvSpPr/>
          <p:nvPr/>
        </p:nvSpPr>
        <p:spPr>
          <a:xfrm>
            <a:off x="3914775" y="4535488"/>
            <a:ext cx="1314450" cy="646112"/>
          </a:xfrm>
          <a:prstGeom prst="rect">
            <a:avLst/>
          </a:prstGeom>
          <a:solidFill>
            <a:schemeClr val="accent3">
              <a:lumMod val="75000"/>
            </a:schemeClr>
          </a:solidFill>
        </p:spPr>
        <p:txBody>
          <a:bodyPr>
            <a:spAutoFit/>
          </a:bodyPr>
          <a:lstStyle/>
          <a:p>
            <a:pPr algn="ctr">
              <a:defRPr/>
            </a:pPr>
            <a:r>
              <a:rPr lang="en-GB" dirty="0">
                <a:cs typeface="Arial" charset="0"/>
              </a:rPr>
              <a:t>LINQ to </a:t>
            </a:r>
          </a:p>
          <a:p>
            <a:pPr algn="ctr">
              <a:defRPr/>
            </a:pPr>
            <a:r>
              <a:rPr lang="en-GB" dirty="0" err="1">
                <a:cs typeface="Arial" charset="0"/>
              </a:rPr>
              <a:t>DataSets</a:t>
            </a:r>
            <a:endParaRPr lang="en-GB" dirty="0">
              <a:cs typeface="Arial" charset="0"/>
            </a:endParaRPr>
          </a:p>
        </p:txBody>
      </p:sp>
      <p:sp>
        <p:nvSpPr>
          <p:cNvPr id="40" name="Rectangle 39">
            <a:extLst>
              <a:ext uri="{FF2B5EF4-FFF2-40B4-BE49-F238E27FC236}">
                <a16:creationId xmlns:a16="http://schemas.microsoft.com/office/drawing/2014/main" xmlns="" id="{994D4F02-8758-2F94-9E9D-354B110C25F2}"/>
              </a:ext>
            </a:extLst>
          </p:cNvPr>
          <p:cNvSpPr/>
          <p:nvPr/>
        </p:nvSpPr>
        <p:spPr>
          <a:xfrm>
            <a:off x="5497513" y="4524376"/>
            <a:ext cx="1166812" cy="646113"/>
          </a:xfrm>
          <a:prstGeom prst="rect">
            <a:avLst/>
          </a:prstGeom>
          <a:solidFill>
            <a:schemeClr val="accent3">
              <a:lumMod val="75000"/>
            </a:schemeClr>
          </a:solidFill>
        </p:spPr>
        <p:txBody>
          <a:bodyPr>
            <a:spAutoFit/>
          </a:bodyPr>
          <a:lstStyle/>
          <a:p>
            <a:pPr algn="ctr">
              <a:defRPr/>
            </a:pPr>
            <a:r>
              <a:rPr lang="en-GB" dirty="0">
                <a:cs typeface="Arial" charset="0"/>
              </a:rPr>
              <a:t>LINQ to </a:t>
            </a:r>
          </a:p>
          <a:p>
            <a:pPr algn="ctr">
              <a:defRPr/>
            </a:pPr>
            <a:r>
              <a:rPr lang="en-GB" dirty="0">
                <a:cs typeface="Arial" charset="0"/>
              </a:rPr>
              <a:t>SQL</a:t>
            </a:r>
          </a:p>
        </p:txBody>
      </p:sp>
      <p:sp>
        <p:nvSpPr>
          <p:cNvPr id="41" name="Rectangle 40">
            <a:extLst>
              <a:ext uri="{FF2B5EF4-FFF2-40B4-BE49-F238E27FC236}">
                <a16:creationId xmlns:a16="http://schemas.microsoft.com/office/drawing/2014/main" xmlns="" id="{4B664AE6-61D7-329A-20B6-1EF48D00EB21}"/>
              </a:ext>
            </a:extLst>
          </p:cNvPr>
          <p:cNvSpPr/>
          <p:nvPr/>
        </p:nvSpPr>
        <p:spPr>
          <a:xfrm>
            <a:off x="7069139" y="4551363"/>
            <a:ext cx="1165225" cy="646112"/>
          </a:xfrm>
          <a:prstGeom prst="rect">
            <a:avLst/>
          </a:prstGeom>
          <a:solidFill>
            <a:schemeClr val="accent3">
              <a:lumMod val="75000"/>
            </a:schemeClr>
          </a:solidFill>
        </p:spPr>
        <p:txBody>
          <a:bodyPr>
            <a:spAutoFit/>
          </a:bodyPr>
          <a:lstStyle/>
          <a:p>
            <a:pPr algn="ctr">
              <a:defRPr/>
            </a:pPr>
            <a:r>
              <a:rPr lang="en-GB" dirty="0">
                <a:cs typeface="Arial" charset="0"/>
              </a:rPr>
              <a:t>LINQ to </a:t>
            </a:r>
          </a:p>
          <a:p>
            <a:pPr algn="ctr">
              <a:defRPr/>
            </a:pPr>
            <a:r>
              <a:rPr lang="en-GB" dirty="0">
                <a:cs typeface="Arial" charset="0"/>
              </a:rPr>
              <a:t>Entities</a:t>
            </a:r>
          </a:p>
        </p:txBody>
      </p:sp>
      <p:sp>
        <p:nvSpPr>
          <p:cNvPr id="21527" name="Rectangle 34">
            <a:extLst>
              <a:ext uri="{FF2B5EF4-FFF2-40B4-BE49-F238E27FC236}">
                <a16:creationId xmlns:a16="http://schemas.microsoft.com/office/drawing/2014/main" xmlns="" id="{C3DC420C-EFE9-CAF9-A59B-D090732557CD}"/>
              </a:ext>
            </a:extLst>
          </p:cNvPr>
          <p:cNvSpPr>
            <a:spLocks noChangeArrowheads="1"/>
          </p:cNvSpPr>
          <p:nvPr/>
        </p:nvSpPr>
        <p:spPr bwMode="auto">
          <a:xfrm>
            <a:off x="4387850" y="3963989"/>
            <a:ext cx="36591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GB" altLang="fr-FR" sz="1800"/>
              <a:t>Sources de données ADO.NET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6">
            <a:extLst>
              <a:ext uri="{FF2B5EF4-FFF2-40B4-BE49-F238E27FC236}">
                <a16:creationId xmlns:a16="http://schemas.microsoft.com/office/drawing/2014/main" xmlns="" id="{55C275F9-CFCA-88EE-4394-0F46E4009B83}"/>
              </a:ext>
            </a:extLst>
          </p:cNvPr>
          <p:cNvSpPr>
            <a:spLocks noGrp="1"/>
          </p:cNvSpPr>
          <p:nvPr>
            <p:ph type="title"/>
          </p:nvPr>
        </p:nvSpPr>
        <p:spPr/>
        <p:txBody>
          <a:bodyPr/>
          <a:lstStyle/>
          <a:p>
            <a:pPr eaLnBrk="1" hangingPunct="1"/>
            <a:r>
              <a:rPr lang="fr-FR" altLang="fr-FR"/>
              <a:t>Architecture orientée service</a:t>
            </a:r>
          </a:p>
        </p:txBody>
      </p:sp>
      <p:sp>
        <p:nvSpPr>
          <p:cNvPr id="22531" name="AutoShape 5">
            <a:extLst>
              <a:ext uri="{FF2B5EF4-FFF2-40B4-BE49-F238E27FC236}">
                <a16:creationId xmlns:a16="http://schemas.microsoft.com/office/drawing/2014/main" xmlns="" id="{7FC34FF7-A2A1-AF4C-CFAB-5CA1E79253B3}"/>
              </a:ext>
            </a:extLst>
          </p:cNvPr>
          <p:cNvSpPr>
            <a:spLocks noChangeArrowheads="1"/>
          </p:cNvSpPr>
          <p:nvPr/>
        </p:nvSpPr>
        <p:spPr bwMode="auto">
          <a:xfrm>
            <a:off x="2019300" y="1176339"/>
            <a:ext cx="8140700" cy="458787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22532" name="AutoShape 6">
            <a:extLst>
              <a:ext uri="{FF2B5EF4-FFF2-40B4-BE49-F238E27FC236}">
                <a16:creationId xmlns:a16="http://schemas.microsoft.com/office/drawing/2014/main" xmlns="" id="{7C4F0958-17B7-F857-E8DD-08DF9FDA9966}"/>
              </a:ext>
            </a:extLst>
          </p:cNvPr>
          <p:cNvSpPr>
            <a:spLocks noChangeArrowheads="1"/>
          </p:cNvSpPr>
          <p:nvPr/>
        </p:nvSpPr>
        <p:spPr bwMode="auto">
          <a:xfrm>
            <a:off x="2260600" y="3724276"/>
            <a:ext cx="7670800" cy="5175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22533" name="Rectangle 18">
            <a:extLst>
              <a:ext uri="{FF2B5EF4-FFF2-40B4-BE49-F238E27FC236}">
                <a16:creationId xmlns:a16="http://schemas.microsoft.com/office/drawing/2014/main" xmlns="" id="{18C1AC05-5C33-D1D7-7540-314006F1D39B}"/>
              </a:ext>
            </a:extLst>
          </p:cNvPr>
          <p:cNvSpPr>
            <a:spLocks noChangeArrowheads="1"/>
          </p:cNvSpPr>
          <p:nvPr/>
        </p:nvSpPr>
        <p:spPr bwMode="auto">
          <a:xfrm>
            <a:off x="2463801" y="3773489"/>
            <a:ext cx="7191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Services de données WCF</a:t>
            </a:r>
          </a:p>
        </p:txBody>
      </p:sp>
      <p:sp>
        <p:nvSpPr>
          <p:cNvPr id="22534" name="AutoShape 6">
            <a:extLst>
              <a:ext uri="{FF2B5EF4-FFF2-40B4-BE49-F238E27FC236}">
                <a16:creationId xmlns:a16="http://schemas.microsoft.com/office/drawing/2014/main" xmlns="" id="{E8D938FC-B10B-2A53-2E06-94163AEBB234}"/>
              </a:ext>
            </a:extLst>
          </p:cNvPr>
          <p:cNvSpPr>
            <a:spLocks noChangeArrowheads="1"/>
          </p:cNvSpPr>
          <p:nvPr/>
        </p:nvSpPr>
        <p:spPr bwMode="auto">
          <a:xfrm>
            <a:off x="2260600" y="2760663"/>
            <a:ext cx="7670800" cy="5699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22535" name="Rectangle 17">
            <a:extLst>
              <a:ext uri="{FF2B5EF4-FFF2-40B4-BE49-F238E27FC236}">
                <a16:creationId xmlns:a16="http://schemas.microsoft.com/office/drawing/2014/main" xmlns="" id="{FC9CFE45-5616-34E9-62E3-5C756C6E88BB}"/>
              </a:ext>
            </a:extLst>
          </p:cNvPr>
          <p:cNvSpPr>
            <a:spLocks noChangeArrowheads="1"/>
          </p:cNvSpPr>
          <p:nvPr/>
        </p:nvSpPr>
        <p:spPr bwMode="auto">
          <a:xfrm>
            <a:off x="2476501" y="2851150"/>
            <a:ext cx="7191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Services WCF</a:t>
            </a:r>
          </a:p>
        </p:txBody>
      </p:sp>
      <p:sp>
        <p:nvSpPr>
          <p:cNvPr id="22536" name="AutoShape 6">
            <a:extLst>
              <a:ext uri="{FF2B5EF4-FFF2-40B4-BE49-F238E27FC236}">
                <a16:creationId xmlns:a16="http://schemas.microsoft.com/office/drawing/2014/main" xmlns="" id="{5367CE39-8816-350C-B6BA-1E6A5A4AFAE7}"/>
              </a:ext>
            </a:extLst>
          </p:cNvPr>
          <p:cNvSpPr>
            <a:spLocks noChangeArrowheads="1"/>
          </p:cNvSpPr>
          <p:nvPr/>
        </p:nvSpPr>
        <p:spPr bwMode="auto">
          <a:xfrm>
            <a:off x="2260600" y="1798638"/>
            <a:ext cx="7670800" cy="5270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22537" name="Rectangle 19">
            <a:extLst>
              <a:ext uri="{FF2B5EF4-FFF2-40B4-BE49-F238E27FC236}">
                <a16:creationId xmlns:a16="http://schemas.microsoft.com/office/drawing/2014/main" xmlns="" id="{04509637-0706-10DD-667C-A8514A0F57BA}"/>
              </a:ext>
            </a:extLst>
          </p:cNvPr>
          <p:cNvSpPr>
            <a:spLocks noChangeArrowheads="1"/>
          </p:cNvSpPr>
          <p:nvPr/>
        </p:nvSpPr>
        <p:spPr bwMode="auto">
          <a:xfrm>
            <a:off x="2501901" y="1841500"/>
            <a:ext cx="7204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Services Web XML (ASMX)</a:t>
            </a:r>
          </a:p>
        </p:txBody>
      </p:sp>
      <p:sp>
        <p:nvSpPr>
          <p:cNvPr id="22538" name="AutoShape 6">
            <a:extLst>
              <a:ext uri="{FF2B5EF4-FFF2-40B4-BE49-F238E27FC236}">
                <a16:creationId xmlns:a16="http://schemas.microsoft.com/office/drawing/2014/main" xmlns="" id="{A4ABE680-A296-1531-A7D9-07FD60D85F43}"/>
              </a:ext>
            </a:extLst>
          </p:cNvPr>
          <p:cNvSpPr>
            <a:spLocks noChangeArrowheads="1"/>
          </p:cNvSpPr>
          <p:nvPr/>
        </p:nvSpPr>
        <p:spPr bwMode="auto">
          <a:xfrm>
            <a:off x="2268538" y="4691063"/>
            <a:ext cx="7670800" cy="5191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22539" name="Rectangle 24">
            <a:extLst>
              <a:ext uri="{FF2B5EF4-FFF2-40B4-BE49-F238E27FC236}">
                <a16:creationId xmlns:a16="http://schemas.microsoft.com/office/drawing/2014/main" xmlns="" id="{6178EC07-9E9E-63E9-1099-83C1A9D31D44}"/>
              </a:ext>
            </a:extLst>
          </p:cNvPr>
          <p:cNvSpPr>
            <a:spLocks noChangeArrowheads="1"/>
          </p:cNvSpPr>
          <p:nvPr/>
        </p:nvSpPr>
        <p:spPr bwMode="auto">
          <a:xfrm>
            <a:off x="2471739" y="4740275"/>
            <a:ext cx="7191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Services Web API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5">
            <a:extLst>
              <a:ext uri="{FF2B5EF4-FFF2-40B4-BE49-F238E27FC236}">
                <a16:creationId xmlns:a16="http://schemas.microsoft.com/office/drawing/2014/main" xmlns="" id="{14E6C1D5-0353-76E1-3A0F-0525733F2662}"/>
              </a:ext>
            </a:extLst>
          </p:cNvPr>
          <p:cNvSpPr txBox="1">
            <a:spLocks noChangeArrowheads="1"/>
          </p:cNvSpPr>
          <p:nvPr/>
        </p:nvSpPr>
        <p:spPr bwMode="auto">
          <a:xfrm>
            <a:off x="4365268" y="917973"/>
            <a:ext cx="7751762" cy="4386262"/>
          </a:xfrm>
          <a:prstGeom prst="rect">
            <a:avLst/>
          </a:prstGeom>
          <a:noFill/>
          <a:ln w="9525">
            <a:noFill/>
            <a:miter lim="800000"/>
            <a:headEnd/>
            <a:tailEnd/>
          </a:ln>
        </p:spPr>
        <p:txBody>
          <a:bodyPr lIns="0" tIns="0" rIns="0" bIns="0"/>
          <a:lstStyle/>
          <a:p>
            <a:pPr marL="174625" indent="-174625">
              <a:lnSpc>
                <a:spcPct val="90000"/>
              </a:lnSpc>
              <a:spcBef>
                <a:spcPct val="70000"/>
              </a:spcBef>
              <a:buClr>
                <a:schemeClr val="hlink"/>
              </a:buClr>
              <a:buSzPct val="90000"/>
              <a:buFontTx/>
              <a:buChar char="•"/>
              <a:defRPr/>
            </a:pPr>
            <a:r>
              <a:rPr lang="fr-FR" sz="2000" kern="0" dirty="0"/>
              <a:t>Exercice 1: </a:t>
            </a:r>
            <a:r>
              <a:rPr lang="fr-FR" sz="2000" dirty="0">
                <a:cs typeface="Arial" charset="0"/>
              </a:rPr>
              <a:t>Etude de cas</a:t>
            </a:r>
            <a:endParaRPr lang="fr-FR" sz="2000" kern="0" dirty="0"/>
          </a:p>
        </p:txBody>
      </p:sp>
      <p:sp>
        <p:nvSpPr>
          <p:cNvPr id="23555" name="Rectangle 64">
            <a:extLst>
              <a:ext uri="{FF2B5EF4-FFF2-40B4-BE49-F238E27FC236}">
                <a16:creationId xmlns:a16="http://schemas.microsoft.com/office/drawing/2014/main" xmlns="" id="{A82F3DD8-A7DA-9613-B440-2B40AB8F137A}"/>
              </a:ext>
            </a:extLst>
          </p:cNvPr>
          <p:cNvSpPr>
            <a:spLocks noGrp="1" noChangeArrowheads="1"/>
          </p:cNvSpPr>
          <p:nvPr>
            <p:ph type="title"/>
          </p:nvPr>
        </p:nvSpPr>
        <p:spPr/>
        <p:txBody>
          <a:bodyPr/>
          <a:lstStyle/>
          <a:p>
            <a:pPr eaLnBrk="1" hangingPunct="1"/>
            <a:r>
              <a:rPr lang="fr-FR" altLang="fr-FR"/>
              <a:t>Atelier </a:t>
            </a:r>
          </a:p>
        </p:txBody>
      </p:sp>
      <p:sp>
        <p:nvSpPr>
          <p:cNvPr id="4" name="Espace réservé du texte 3">
            <a:extLst>
              <a:ext uri="{FF2B5EF4-FFF2-40B4-BE49-F238E27FC236}">
                <a16:creationId xmlns:a16="http://schemas.microsoft.com/office/drawing/2014/main" xmlns="" id="{71F9AB3E-C8E4-0BF3-1A9D-D8AF30D641C8}"/>
              </a:ext>
            </a:extLst>
          </p:cNvPr>
          <p:cNvSpPr>
            <a:spLocks noGrp="1"/>
          </p:cNvSpPr>
          <p:nvPr>
            <p:ph type="body" sz="quarter" idx="20"/>
          </p:nvPr>
        </p:nvSpPr>
        <p:spPr/>
        <p:txBody>
          <a:bodyPr/>
          <a:lstStyle/>
          <a:p>
            <a:endParaRPr lang="fr-FR"/>
          </a:p>
        </p:txBody>
      </p:sp>
      <p:sp>
        <p:nvSpPr>
          <p:cNvPr id="5" name="Espace réservé du texte 4">
            <a:extLst>
              <a:ext uri="{FF2B5EF4-FFF2-40B4-BE49-F238E27FC236}">
                <a16:creationId xmlns:a16="http://schemas.microsoft.com/office/drawing/2014/main" xmlns="" id="{B0778B4B-457D-0BD6-C5C6-8EBB0F53DACA}"/>
              </a:ext>
            </a:extLst>
          </p:cNvPr>
          <p:cNvSpPr>
            <a:spLocks noGrp="1"/>
          </p:cNvSpPr>
          <p:nvPr>
            <p:ph type="body" sz="quarter" idx="21"/>
          </p:nvPr>
        </p:nvSpPr>
        <p:spPr/>
        <p:txBody>
          <a:bodyPr/>
          <a:lstStyle/>
          <a:p>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a:extLst>
              <a:ext uri="{FF2B5EF4-FFF2-40B4-BE49-F238E27FC236}">
                <a16:creationId xmlns:a16="http://schemas.microsoft.com/office/drawing/2014/main" xmlns="" id="{958B60A7-0148-BA0D-0A74-06A37B4279D1}"/>
              </a:ext>
            </a:extLst>
          </p:cNvPr>
          <p:cNvSpPr>
            <a:spLocks/>
          </p:cNvSpPr>
          <p:nvPr/>
        </p:nvSpPr>
        <p:spPr bwMode="auto">
          <a:xfrm>
            <a:off x="2595310" y="2837688"/>
            <a:ext cx="4097337" cy="1182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5000"/>
              </a:lnSpc>
              <a:spcBef>
                <a:spcPct val="60000"/>
              </a:spcBef>
              <a:buClr>
                <a:srgbClr val="006699"/>
              </a:buClr>
              <a:buSzPct val="90000"/>
            </a:pPr>
            <a:r>
              <a:rPr lang="en-GB" altLang="fr-FR" sz="2600" dirty="0" err="1">
                <a:solidFill>
                  <a:schemeClr val="bg1"/>
                </a:solidFill>
                <a:latin typeface="+mj-lt"/>
              </a:rPr>
              <a:t>Chapitre</a:t>
            </a:r>
            <a:r>
              <a:rPr lang="en-GB" altLang="fr-FR" sz="2600" dirty="0">
                <a:solidFill>
                  <a:schemeClr val="bg1"/>
                </a:solidFill>
                <a:latin typeface="+mj-lt"/>
              </a:rPr>
              <a:t> 2</a:t>
            </a:r>
          </a:p>
          <a:p>
            <a:pPr algn="ctr" eaLnBrk="1" hangingPunct="1">
              <a:lnSpc>
                <a:spcPct val="95000"/>
              </a:lnSpc>
              <a:spcBef>
                <a:spcPct val="60000"/>
              </a:spcBef>
              <a:buClr>
                <a:srgbClr val="006699"/>
              </a:buClr>
              <a:buSzPct val="90000"/>
            </a:pPr>
            <a:r>
              <a:rPr lang="en-GB" altLang="fr-FR" sz="2600" b="0" dirty="0">
                <a:solidFill>
                  <a:schemeClr val="bg1"/>
                </a:solidFill>
                <a:latin typeface="+mj-lt"/>
              </a:rPr>
              <a:t>ADO.NET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a:extLst>
              <a:ext uri="{FF2B5EF4-FFF2-40B4-BE49-F238E27FC236}">
                <a16:creationId xmlns:a16="http://schemas.microsoft.com/office/drawing/2014/main" xmlns="" id="{E7FE7444-C536-4060-C525-9FC9F6F0BE75}"/>
              </a:ext>
            </a:extLst>
          </p:cNvPr>
          <p:cNvSpPr>
            <a:spLocks noGrp="1" noChangeArrowheads="1"/>
          </p:cNvSpPr>
          <p:nvPr>
            <p:ph type="body" sz="quarter" idx="12"/>
          </p:nvPr>
        </p:nvSpPr>
        <p:spPr/>
        <p:txBody>
          <a:bodyPr/>
          <a:lstStyle/>
          <a:p>
            <a:pPr eaLnBrk="1" hangingPunct="1"/>
            <a:r>
              <a:rPr lang="fr-FR" altLang="fr-FR"/>
              <a:t>System.Data et fournisseurs d’accès aux données</a:t>
            </a:r>
          </a:p>
          <a:p>
            <a:pPr eaLnBrk="1" hangingPunct="1"/>
            <a:r>
              <a:rPr lang="fr-FR" altLang="fr-FR"/>
              <a:t>Architecture connectée et DbDataReader</a:t>
            </a:r>
          </a:p>
          <a:p>
            <a:pPr eaLnBrk="1" hangingPunct="1"/>
            <a:r>
              <a:rPr lang="fr-FR" altLang="fr-FR"/>
              <a:t>Architecture déconnectée et DbDataAdapter</a:t>
            </a:r>
          </a:p>
          <a:p>
            <a:pPr eaLnBrk="1" hangingPunct="1"/>
            <a:r>
              <a:rPr lang="fr-FR" altLang="fr-FR"/>
              <a:t>DataSet: typage, sérialisation</a:t>
            </a:r>
          </a:p>
        </p:txBody>
      </p:sp>
      <p:sp>
        <p:nvSpPr>
          <p:cNvPr id="8194" name="Rectangle 2">
            <a:extLst>
              <a:ext uri="{FF2B5EF4-FFF2-40B4-BE49-F238E27FC236}">
                <a16:creationId xmlns:a16="http://schemas.microsoft.com/office/drawing/2014/main" xmlns="" id="{73ADFBD4-56F9-FE54-7E45-9C4307215BD5}"/>
              </a:ext>
            </a:extLst>
          </p:cNvPr>
          <p:cNvSpPr>
            <a:spLocks noGrp="1" noChangeArrowheads="1"/>
          </p:cNvSpPr>
          <p:nvPr>
            <p:ph type="title"/>
          </p:nvPr>
        </p:nvSpPr>
        <p:spPr/>
        <p:txBody>
          <a:bodyPr/>
          <a:lstStyle/>
          <a:p>
            <a:pPr eaLnBrk="1" hangingPunct="1"/>
            <a:r>
              <a:rPr lang="fr-FR" altLang="fr-FR"/>
              <a:t>Vue d’ensemble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a:extLst>
              <a:ext uri="{FF2B5EF4-FFF2-40B4-BE49-F238E27FC236}">
                <a16:creationId xmlns:a16="http://schemas.microsoft.com/office/drawing/2014/main" xmlns="" id="{D1FDC998-10A9-D9C8-0DBB-229D9F7D8097}"/>
              </a:ext>
            </a:extLst>
          </p:cNvPr>
          <p:cNvSpPr>
            <a:spLocks noGrp="1" noChangeArrowheads="1"/>
          </p:cNvSpPr>
          <p:nvPr>
            <p:ph type="body" sz="quarter" idx="12"/>
          </p:nvPr>
        </p:nvSpPr>
        <p:spPr/>
        <p:txBody>
          <a:bodyPr/>
          <a:lstStyle/>
          <a:p>
            <a:pPr eaLnBrk="1" hangingPunct="1"/>
            <a:r>
              <a:rPr lang="fr-FR" altLang="fr-FR"/>
              <a:t>Fournisseurs d’accès aux données</a:t>
            </a:r>
          </a:p>
          <a:p>
            <a:pPr eaLnBrk="1" hangingPunct="1"/>
            <a:r>
              <a:rPr lang="fr-FR" altLang="fr-FR"/>
              <a:t>L’espace de noms System.Data</a:t>
            </a:r>
          </a:p>
          <a:p>
            <a:pPr eaLnBrk="1" hangingPunct="1"/>
            <a:r>
              <a:rPr lang="fr-FR" altLang="fr-FR"/>
              <a:t>Scénarios connectés</a:t>
            </a:r>
          </a:p>
          <a:p>
            <a:pPr eaLnBrk="1" hangingPunct="1"/>
            <a:r>
              <a:rPr lang="fr-FR" altLang="fr-FR"/>
              <a:t>Scénarios déconnectés</a:t>
            </a:r>
          </a:p>
        </p:txBody>
      </p:sp>
      <p:sp>
        <p:nvSpPr>
          <p:cNvPr id="9218" name="Rectangle 2">
            <a:extLst>
              <a:ext uri="{FF2B5EF4-FFF2-40B4-BE49-F238E27FC236}">
                <a16:creationId xmlns:a16="http://schemas.microsoft.com/office/drawing/2014/main" xmlns="" id="{31FA003E-5082-0649-5F27-AA11D7CFE817}"/>
              </a:ext>
            </a:extLst>
          </p:cNvPr>
          <p:cNvSpPr>
            <a:spLocks noGrp="1" noChangeArrowheads="1"/>
          </p:cNvSpPr>
          <p:nvPr>
            <p:ph type="title"/>
          </p:nvPr>
        </p:nvSpPr>
        <p:spPr/>
        <p:txBody>
          <a:bodyPr>
            <a:normAutofit fontScale="90000"/>
          </a:bodyPr>
          <a:lstStyle/>
          <a:p>
            <a:pPr eaLnBrk="1" hangingPunct="1"/>
            <a:r>
              <a:rPr lang="fr-FR" altLang="fr-FR"/>
              <a:t>Leçon 1: System.Data et fournisseurs d’accès aux données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5">
            <a:extLst>
              <a:ext uri="{FF2B5EF4-FFF2-40B4-BE49-F238E27FC236}">
                <a16:creationId xmlns:a16="http://schemas.microsoft.com/office/drawing/2014/main" xmlns="" id="{8FABB4D9-9352-2C30-927F-CD772133F99D}"/>
              </a:ext>
            </a:extLst>
          </p:cNvPr>
          <p:cNvSpPr>
            <a:spLocks noChangeArrowheads="1"/>
          </p:cNvSpPr>
          <p:nvPr/>
        </p:nvSpPr>
        <p:spPr bwMode="auto">
          <a:xfrm>
            <a:off x="2714943" y="1480884"/>
            <a:ext cx="6570662" cy="493395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sz="2400" b="0"/>
          </a:p>
        </p:txBody>
      </p:sp>
      <p:sp>
        <p:nvSpPr>
          <p:cNvPr id="10243" name="Rectangle 2">
            <a:extLst>
              <a:ext uri="{FF2B5EF4-FFF2-40B4-BE49-F238E27FC236}">
                <a16:creationId xmlns:a16="http://schemas.microsoft.com/office/drawing/2014/main" xmlns="" id="{77D398A3-7F70-5203-B0F7-3DA3A26E2197}"/>
              </a:ext>
            </a:extLst>
          </p:cNvPr>
          <p:cNvSpPr>
            <a:spLocks noGrp="1" noChangeArrowheads="1"/>
          </p:cNvSpPr>
          <p:nvPr>
            <p:ph type="title"/>
          </p:nvPr>
        </p:nvSpPr>
        <p:spPr/>
        <p:txBody>
          <a:bodyPr/>
          <a:lstStyle/>
          <a:p>
            <a:pPr eaLnBrk="1" hangingPunct="1"/>
            <a:r>
              <a:rPr lang="fr-FR" altLang="fr-FR"/>
              <a:t>Fournisseurs d’accès aux données</a:t>
            </a:r>
          </a:p>
        </p:txBody>
      </p:sp>
      <p:sp>
        <p:nvSpPr>
          <p:cNvPr id="10244" name="AutoShape 6">
            <a:extLst>
              <a:ext uri="{FF2B5EF4-FFF2-40B4-BE49-F238E27FC236}">
                <a16:creationId xmlns:a16="http://schemas.microsoft.com/office/drawing/2014/main" xmlns="" id="{54823AAB-F409-337D-756A-07A0E3452196}"/>
              </a:ext>
            </a:extLst>
          </p:cNvPr>
          <p:cNvSpPr>
            <a:spLocks noChangeArrowheads="1"/>
          </p:cNvSpPr>
          <p:nvPr/>
        </p:nvSpPr>
        <p:spPr bwMode="auto">
          <a:xfrm>
            <a:off x="2935605" y="1674559"/>
            <a:ext cx="6103938" cy="80486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ja-JP" b="0">
                <a:ea typeface="ＭＳ Ｐゴシック" panose="020B0600070205080204" pitchFamily="34" charset="-128"/>
              </a:rPr>
              <a:t>Un fournisseur d’accès aux données sert d’intermédiaire entre .NET et la base de données</a:t>
            </a:r>
            <a:endParaRPr lang="fr-FR" altLang="fr-FR" b="0">
              <a:latin typeface="Arial" panose="020B0604020202020204" pitchFamily="34" charset="0"/>
              <a:ea typeface="ＭＳ Ｐゴシック" panose="020B0600070205080204" pitchFamily="34" charset="-128"/>
            </a:endParaRPr>
          </a:p>
        </p:txBody>
      </p:sp>
      <p:sp>
        <p:nvSpPr>
          <p:cNvPr id="8198" name="AutoShape 6">
            <a:extLst>
              <a:ext uri="{FF2B5EF4-FFF2-40B4-BE49-F238E27FC236}">
                <a16:creationId xmlns:a16="http://schemas.microsoft.com/office/drawing/2014/main" xmlns="" id="{18F61938-6960-C414-0FB7-43FB737F3EE6}"/>
              </a:ext>
            </a:extLst>
          </p:cNvPr>
          <p:cNvSpPr>
            <a:spLocks noChangeArrowheads="1"/>
          </p:cNvSpPr>
          <p:nvPr/>
        </p:nvSpPr>
        <p:spPr bwMode="auto">
          <a:xfrm>
            <a:off x="2937194" y="2709609"/>
            <a:ext cx="6103937" cy="34274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spcBef>
                <a:spcPct val="40000"/>
              </a:spcBef>
              <a:buClrTx/>
              <a:buSzTx/>
              <a:buFontTx/>
              <a:buNone/>
              <a:defRPr/>
            </a:pPr>
            <a:r>
              <a:rPr lang="fr-FR" altLang="fr-FR" sz="1800" dirty="0">
                <a:ea typeface="ＭＳ Ｐゴシック" pitchFamily="34" charset="-128"/>
                <a:cs typeface="Arial" charset="0"/>
              </a:rPr>
              <a:t>Les différents types de fournisseurs:</a:t>
            </a:r>
          </a:p>
          <a:p>
            <a:pPr marL="231775" indent="-231775">
              <a:spcBef>
                <a:spcPct val="40000"/>
              </a:spcBef>
              <a:buSzPct val="80000"/>
              <a:buBlip>
                <a:blip r:embed="rId3"/>
              </a:buBlip>
              <a:defRPr/>
            </a:pPr>
            <a:r>
              <a:rPr lang="en-US" sz="1800" dirty="0">
                <a:cs typeface="Arial" charset="0"/>
              </a:rPr>
              <a:t>ODBC</a:t>
            </a:r>
          </a:p>
          <a:p>
            <a:pPr marL="231775" indent="-231775">
              <a:spcBef>
                <a:spcPct val="40000"/>
              </a:spcBef>
              <a:buSzPct val="80000"/>
              <a:buBlip>
                <a:blip r:embed="rId3"/>
              </a:buBlip>
              <a:defRPr/>
            </a:pPr>
            <a:r>
              <a:rPr lang="en-US" sz="1800" dirty="0">
                <a:cs typeface="Arial" charset="0"/>
              </a:rPr>
              <a:t>OLEDB</a:t>
            </a:r>
          </a:p>
          <a:p>
            <a:pPr marL="231775" indent="-231775">
              <a:spcBef>
                <a:spcPct val="40000"/>
              </a:spcBef>
              <a:buSzPct val="80000"/>
              <a:buBlip>
                <a:blip r:embed="rId3"/>
              </a:buBlip>
              <a:defRPr/>
            </a:pPr>
            <a:r>
              <a:rPr lang="en-US" sz="1800" dirty="0">
                <a:cs typeface="Arial" charset="0"/>
              </a:rPr>
              <a:t>.NET Providers</a:t>
            </a:r>
          </a:p>
          <a:p>
            <a:pPr marL="974725" lvl="1" indent="-231775">
              <a:spcBef>
                <a:spcPct val="40000"/>
              </a:spcBef>
              <a:buBlip>
                <a:blip r:embed="rId3"/>
              </a:buBlip>
              <a:defRPr/>
            </a:pPr>
            <a:r>
              <a:rPr lang="en-US" sz="1600" dirty="0">
                <a:cs typeface="Arial" charset="0"/>
              </a:rPr>
              <a:t>.NET Framework Data Provider for SQL Server</a:t>
            </a:r>
          </a:p>
          <a:p>
            <a:pPr marL="974725" lvl="1" indent="-231775">
              <a:spcBef>
                <a:spcPct val="40000"/>
              </a:spcBef>
              <a:buBlip>
                <a:blip r:embed="rId3"/>
              </a:buBlip>
              <a:defRPr/>
            </a:pPr>
            <a:r>
              <a:rPr lang="en-US" sz="1600" dirty="0">
                <a:cs typeface="Arial" charset="0"/>
              </a:rPr>
              <a:t>.NET Framework Data Provider for OLE DB</a:t>
            </a:r>
          </a:p>
          <a:p>
            <a:pPr marL="974725" lvl="1" indent="-231775">
              <a:spcBef>
                <a:spcPct val="40000"/>
              </a:spcBef>
              <a:buBlip>
                <a:blip r:embed="rId3"/>
              </a:buBlip>
              <a:defRPr/>
            </a:pPr>
            <a:r>
              <a:rPr lang="en-US" sz="1600" dirty="0">
                <a:cs typeface="Arial" charset="0"/>
              </a:rPr>
              <a:t>.NET Framework Data Provider for ODBC</a:t>
            </a:r>
          </a:p>
          <a:p>
            <a:pPr marL="974725" lvl="1" indent="-231775">
              <a:spcBef>
                <a:spcPct val="40000"/>
              </a:spcBef>
              <a:buBlip>
                <a:blip r:embed="rId3"/>
              </a:buBlip>
              <a:defRPr/>
            </a:pPr>
            <a:r>
              <a:rPr lang="en-US" sz="1600" dirty="0">
                <a:cs typeface="Arial" charset="0"/>
              </a:rPr>
              <a:t>.NET Framework Data Provider for Oracle</a:t>
            </a:r>
          </a:p>
          <a:p>
            <a:pPr marL="974725" lvl="1" indent="-231775">
              <a:spcBef>
                <a:spcPct val="40000"/>
              </a:spcBef>
              <a:buBlip>
                <a:blip r:embed="rId3"/>
              </a:buBlip>
              <a:defRPr/>
            </a:pPr>
            <a:r>
              <a:rPr lang="en-US" sz="1600" dirty="0">
                <a:cs typeface="Arial" charset="0"/>
              </a:rPr>
              <a:t>Entity Client Provider</a:t>
            </a:r>
          </a:p>
          <a:p>
            <a:pPr marL="974725" lvl="1" indent="-231775">
              <a:spcBef>
                <a:spcPct val="40000"/>
              </a:spcBef>
              <a:buBlip>
                <a:blip r:embed="rId3"/>
              </a:buBlip>
              <a:defRPr/>
            </a:pPr>
            <a:r>
              <a:rPr lang="en-US" sz="1600" dirty="0">
                <a:cs typeface="Arial" charset="0"/>
              </a:rPr>
              <a:t>…</a:t>
            </a:r>
          </a:p>
          <a:p>
            <a:pPr eaLnBrk="1" hangingPunct="1">
              <a:spcBef>
                <a:spcPct val="40000"/>
              </a:spcBef>
              <a:buClrTx/>
              <a:buSzTx/>
              <a:buFontTx/>
              <a:buNone/>
              <a:defRPr/>
            </a:pPr>
            <a:endParaRPr lang="en-GB" altLang="fr-FR" sz="1800" dirty="0">
              <a:ea typeface="ＭＳ Ｐゴシック" pitchFamily="34" charset="-128"/>
              <a:cs typeface="Arial"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5">
            <a:extLst>
              <a:ext uri="{FF2B5EF4-FFF2-40B4-BE49-F238E27FC236}">
                <a16:creationId xmlns:a16="http://schemas.microsoft.com/office/drawing/2014/main" xmlns="" id="{DC503D0C-68CD-28DB-154C-BDD7F1AC01D4}"/>
              </a:ext>
            </a:extLst>
          </p:cNvPr>
          <p:cNvSpPr>
            <a:spLocks noChangeArrowheads="1"/>
          </p:cNvSpPr>
          <p:nvPr/>
        </p:nvSpPr>
        <p:spPr bwMode="auto">
          <a:xfrm>
            <a:off x="2025650" y="1514666"/>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b="0"/>
          </a:p>
        </p:txBody>
      </p:sp>
      <p:sp>
        <p:nvSpPr>
          <p:cNvPr id="11267" name="Rectangle 2">
            <a:extLst>
              <a:ext uri="{FF2B5EF4-FFF2-40B4-BE49-F238E27FC236}">
                <a16:creationId xmlns:a16="http://schemas.microsoft.com/office/drawing/2014/main" xmlns="" id="{155F1BC0-1C03-169D-EA87-C0F87539E712}"/>
              </a:ext>
            </a:extLst>
          </p:cNvPr>
          <p:cNvSpPr>
            <a:spLocks noGrp="1" noChangeArrowheads="1"/>
          </p:cNvSpPr>
          <p:nvPr>
            <p:ph type="title"/>
          </p:nvPr>
        </p:nvSpPr>
        <p:spPr/>
        <p:txBody>
          <a:bodyPr/>
          <a:lstStyle/>
          <a:p>
            <a:pPr eaLnBrk="1" hangingPunct="1"/>
            <a:r>
              <a:rPr lang="fr-FR" altLang="fr-FR"/>
              <a:t>L’espace de noms System.Data</a:t>
            </a:r>
          </a:p>
        </p:txBody>
      </p:sp>
      <p:sp>
        <p:nvSpPr>
          <p:cNvPr id="11268" name="AutoShape 6">
            <a:extLst>
              <a:ext uri="{FF2B5EF4-FFF2-40B4-BE49-F238E27FC236}">
                <a16:creationId xmlns:a16="http://schemas.microsoft.com/office/drawing/2014/main" xmlns="" id="{BB03499B-D23C-08FC-BD8A-13B2FA11801D}"/>
              </a:ext>
            </a:extLst>
          </p:cNvPr>
          <p:cNvSpPr>
            <a:spLocks noChangeArrowheads="1"/>
          </p:cNvSpPr>
          <p:nvPr/>
        </p:nvSpPr>
        <p:spPr bwMode="auto">
          <a:xfrm>
            <a:off x="2254250" y="4297554"/>
            <a:ext cx="7670800" cy="111601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0000"/>
              </a:lnSpc>
              <a:spcBef>
                <a:spcPct val="40000"/>
              </a:spcBef>
            </a:pPr>
            <a:endParaRPr lang="fr-FR" altLang="fr-FR">
              <a:latin typeface="Arial" panose="020B0604020202020204" pitchFamily="34" charset="0"/>
            </a:endParaRPr>
          </a:p>
        </p:txBody>
      </p:sp>
      <p:sp>
        <p:nvSpPr>
          <p:cNvPr id="11269" name="Rectangle 19">
            <a:extLst>
              <a:ext uri="{FF2B5EF4-FFF2-40B4-BE49-F238E27FC236}">
                <a16:creationId xmlns:a16="http://schemas.microsoft.com/office/drawing/2014/main" xmlns="" id="{3900151E-7D22-9B6F-40D9-3FA39EA229E8}"/>
              </a:ext>
            </a:extLst>
          </p:cNvPr>
          <p:cNvSpPr>
            <a:spLocks noChangeArrowheads="1"/>
          </p:cNvSpPr>
          <p:nvPr/>
        </p:nvSpPr>
        <p:spPr bwMode="auto">
          <a:xfrm>
            <a:off x="2495551" y="4340417"/>
            <a:ext cx="72040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b="0"/>
              <a:t>Contient les classes de gestion de données indépendantes des fournisseurs, ainsi que des classes abstraites reprises dans chaque sous-espaces</a:t>
            </a:r>
            <a:endParaRPr lang="en-GB" altLang="fr-FR" b="0"/>
          </a:p>
        </p:txBody>
      </p:sp>
      <p:sp>
        <p:nvSpPr>
          <p:cNvPr id="11270" name="AutoShape 6">
            <a:extLst>
              <a:ext uri="{FF2B5EF4-FFF2-40B4-BE49-F238E27FC236}">
                <a16:creationId xmlns:a16="http://schemas.microsoft.com/office/drawing/2014/main" xmlns="" id="{CB3F7EDE-C5B0-7639-E0CE-A6DAA80F3106}"/>
              </a:ext>
            </a:extLst>
          </p:cNvPr>
          <p:cNvSpPr>
            <a:spLocks noChangeArrowheads="1"/>
          </p:cNvSpPr>
          <p:nvPr/>
        </p:nvSpPr>
        <p:spPr bwMode="auto">
          <a:xfrm>
            <a:off x="2266950" y="3240279"/>
            <a:ext cx="7670800" cy="58737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0000"/>
              </a:lnSpc>
              <a:spcBef>
                <a:spcPct val="40000"/>
              </a:spcBef>
            </a:pPr>
            <a:endParaRPr lang="fr-FR" altLang="fr-FR">
              <a:latin typeface="Arial" panose="020B0604020202020204" pitchFamily="34" charset="0"/>
            </a:endParaRPr>
          </a:p>
        </p:txBody>
      </p:sp>
      <p:sp>
        <p:nvSpPr>
          <p:cNvPr id="11271" name="Rectangle 18">
            <a:extLst>
              <a:ext uri="{FF2B5EF4-FFF2-40B4-BE49-F238E27FC236}">
                <a16:creationId xmlns:a16="http://schemas.microsoft.com/office/drawing/2014/main" xmlns="" id="{567498C4-06B9-CF42-5BF6-56AE4C824812}"/>
              </a:ext>
            </a:extLst>
          </p:cNvPr>
          <p:cNvSpPr>
            <a:spLocks noChangeArrowheads="1"/>
          </p:cNvSpPr>
          <p:nvPr/>
        </p:nvSpPr>
        <p:spPr bwMode="auto">
          <a:xfrm>
            <a:off x="2470151" y="3337117"/>
            <a:ext cx="7191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b="0"/>
              <a:t>Contient les sous-espaces spéficiques à chaque fournisseurs</a:t>
            </a:r>
            <a:endParaRPr lang="en-GB" altLang="fr-FR" b="0"/>
          </a:p>
        </p:txBody>
      </p:sp>
      <p:sp>
        <p:nvSpPr>
          <p:cNvPr id="11272" name="AutoShape 6">
            <a:extLst>
              <a:ext uri="{FF2B5EF4-FFF2-40B4-BE49-F238E27FC236}">
                <a16:creationId xmlns:a16="http://schemas.microsoft.com/office/drawing/2014/main" xmlns="" id="{E270D84C-3A8E-E4F4-7C7D-C2BD2C1D9C81}"/>
              </a:ext>
            </a:extLst>
          </p:cNvPr>
          <p:cNvSpPr>
            <a:spLocks noChangeArrowheads="1"/>
          </p:cNvSpPr>
          <p:nvPr/>
        </p:nvSpPr>
        <p:spPr bwMode="auto">
          <a:xfrm>
            <a:off x="2266950" y="2062353"/>
            <a:ext cx="7670800" cy="6858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0000"/>
              </a:lnSpc>
              <a:spcBef>
                <a:spcPct val="40000"/>
              </a:spcBef>
            </a:pPr>
            <a:endParaRPr lang="fr-FR" altLang="fr-FR" b="0">
              <a:latin typeface="Arial" panose="020B0604020202020204" pitchFamily="34" charset="0"/>
            </a:endParaRPr>
          </a:p>
        </p:txBody>
      </p:sp>
      <p:sp>
        <p:nvSpPr>
          <p:cNvPr id="11273" name="Rectangle 17">
            <a:extLst>
              <a:ext uri="{FF2B5EF4-FFF2-40B4-BE49-F238E27FC236}">
                <a16:creationId xmlns:a16="http://schemas.microsoft.com/office/drawing/2014/main" xmlns="" id="{701829EF-F405-66F8-2084-18BB68CA1811}"/>
              </a:ext>
            </a:extLst>
          </p:cNvPr>
          <p:cNvSpPr>
            <a:spLocks noChangeArrowheads="1"/>
          </p:cNvSpPr>
          <p:nvPr/>
        </p:nvSpPr>
        <p:spPr bwMode="auto">
          <a:xfrm>
            <a:off x="2482851" y="2214753"/>
            <a:ext cx="7191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b="0"/>
              <a:t>System.Data est le point d’entrée à l’API ADO.NET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xmlns="" id="{22838EA1-159F-329E-CACC-76DCC76349AA}"/>
              </a:ext>
            </a:extLst>
          </p:cNvPr>
          <p:cNvSpPr>
            <a:spLocks noGrp="1" noChangeArrowheads="1"/>
          </p:cNvSpPr>
          <p:nvPr>
            <p:ph type="title"/>
          </p:nvPr>
        </p:nvSpPr>
        <p:spPr/>
        <p:txBody>
          <a:bodyPr/>
          <a:lstStyle/>
          <a:p>
            <a:pPr eaLnBrk="1" hangingPunct="1"/>
            <a:r>
              <a:rPr lang="fr-FR" altLang="fr-FR"/>
              <a:t>Scénarios connectés</a:t>
            </a:r>
          </a:p>
        </p:txBody>
      </p:sp>
      <p:sp>
        <p:nvSpPr>
          <p:cNvPr id="12291" name="AutoShape 5">
            <a:extLst>
              <a:ext uri="{FF2B5EF4-FFF2-40B4-BE49-F238E27FC236}">
                <a16:creationId xmlns:a16="http://schemas.microsoft.com/office/drawing/2014/main" xmlns="" id="{FCDEF068-0890-D03E-1A5D-133BEBDE533A}"/>
              </a:ext>
            </a:extLst>
          </p:cNvPr>
          <p:cNvSpPr>
            <a:spLocks noChangeArrowheads="1"/>
          </p:cNvSpPr>
          <p:nvPr/>
        </p:nvSpPr>
        <p:spPr bwMode="auto">
          <a:xfrm>
            <a:off x="2760663" y="1169988"/>
            <a:ext cx="6570662" cy="493395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sz="2400" b="0"/>
          </a:p>
        </p:txBody>
      </p:sp>
      <p:sp>
        <p:nvSpPr>
          <p:cNvPr id="12292" name="AutoShape 6">
            <a:extLst>
              <a:ext uri="{FF2B5EF4-FFF2-40B4-BE49-F238E27FC236}">
                <a16:creationId xmlns:a16="http://schemas.microsoft.com/office/drawing/2014/main" xmlns="" id="{ACE25F04-3062-DCF1-AE9C-D65B51FB5146}"/>
              </a:ext>
            </a:extLst>
          </p:cNvPr>
          <p:cNvSpPr>
            <a:spLocks noChangeArrowheads="1"/>
          </p:cNvSpPr>
          <p:nvPr/>
        </p:nvSpPr>
        <p:spPr bwMode="auto">
          <a:xfrm>
            <a:off x="2981325" y="1363663"/>
            <a:ext cx="6103938" cy="9255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ja-JP" b="0">
                <a:ea typeface="ＭＳ Ｐゴシック" panose="020B0600070205080204" pitchFamily="34" charset="-128"/>
              </a:rPr>
              <a:t>L’application reste connectée au serveur de base de données pour la durée des traitements nécessaires</a:t>
            </a:r>
            <a:endParaRPr lang="fr-FR" altLang="fr-FR" b="0">
              <a:latin typeface="Arial" panose="020B0604020202020204" pitchFamily="34" charset="0"/>
              <a:ea typeface="ＭＳ Ｐゴシック" panose="020B0600070205080204" pitchFamily="34" charset="-128"/>
            </a:endParaRPr>
          </a:p>
        </p:txBody>
      </p:sp>
      <p:sp>
        <p:nvSpPr>
          <p:cNvPr id="23" name="AutoShape 6">
            <a:extLst>
              <a:ext uri="{FF2B5EF4-FFF2-40B4-BE49-F238E27FC236}">
                <a16:creationId xmlns:a16="http://schemas.microsoft.com/office/drawing/2014/main" xmlns="" id="{2CDC98A0-9914-4241-E259-0BBE259A53EE}"/>
              </a:ext>
            </a:extLst>
          </p:cNvPr>
          <p:cNvSpPr>
            <a:spLocks noChangeArrowheads="1"/>
          </p:cNvSpPr>
          <p:nvPr/>
        </p:nvSpPr>
        <p:spPr bwMode="auto">
          <a:xfrm>
            <a:off x="2982914" y="2446338"/>
            <a:ext cx="6103937" cy="17145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spcBef>
                <a:spcPct val="40000"/>
              </a:spcBef>
              <a:buClrTx/>
              <a:buSzTx/>
              <a:buFontTx/>
              <a:buNone/>
              <a:defRPr/>
            </a:pPr>
            <a:r>
              <a:rPr lang="fr-FR" altLang="fr-FR" sz="1800" dirty="0">
                <a:ea typeface="ＭＳ Ｐゴシック" pitchFamily="34" charset="-128"/>
                <a:cs typeface="Arial" charset="0"/>
              </a:rPr>
              <a:t>Les classes impliquées:</a:t>
            </a:r>
          </a:p>
          <a:p>
            <a:pPr marL="231775" indent="-231775">
              <a:spcBef>
                <a:spcPct val="40000"/>
              </a:spcBef>
              <a:buSzPct val="80000"/>
              <a:buBlip>
                <a:blip r:embed="rId3"/>
              </a:buBlip>
              <a:defRPr/>
            </a:pPr>
            <a:r>
              <a:rPr lang="en-US" sz="1800" dirty="0" err="1">
                <a:cs typeface="Arial" charset="0"/>
              </a:rPr>
              <a:t>DbConnection</a:t>
            </a:r>
            <a:endParaRPr lang="en-US" sz="1800" dirty="0">
              <a:cs typeface="Arial" charset="0"/>
            </a:endParaRPr>
          </a:p>
          <a:p>
            <a:pPr marL="231775" indent="-231775">
              <a:spcBef>
                <a:spcPct val="40000"/>
              </a:spcBef>
              <a:buSzPct val="80000"/>
              <a:buBlip>
                <a:blip r:embed="rId3"/>
              </a:buBlip>
              <a:defRPr/>
            </a:pPr>
            <a:r>
              <a:rPr lang="en-US" sz="1800" dirty="0" err="1">
                <a:cs typeface="Arial" charset="0"/>
              </a:rPr>
              <a:t>DbCommand</a:t>
            </a:r>
            <a:endParaRPr lang="en-US" sz="1800" dirty="0">
              <a:cs typeface="Arial" charset="0"/>
            </a:endParaRPr>
          </a:p>
          <a:p>
            <a:pPr marL="231775" indent="-231775">
              <a:spcBef>
                <a:spcPct val="40000"/>
              </a:spcBef>
              <a:buSzPct val="80000"/>
              <a:buBlip>
                <a:blip r:embed="rId3"/>
              </a:buBlip>
              <a:defRPr/>
            </a:pPr>
            <a:r>
              <a:rPr lang="en-US" sz="1800" dirty="0" err="1">
                <a:cs typeface="Arial" charset="0"/>
              </a:rPr>
              <a:t>DbDataReader</a:t>
            </a:r>
            <a:endParaRPr lang="en-US" sz="1600" dirty="0">
              <a:cs typeface="Arial" charset="0"/>
            </a:endParaRPr>
          </a:p>
          <a:p>
            <a:pPr eaLnBrk="1" hangingPunct="1">
              <a:spcBef>
                <a:spcPct val="40000"/>
              </a:spcBef>
              <a:buClrTx/>
              <a:buSzTx/>
              <a:buFontTx/>
              <a:buNone/>
              <a:defRPr/>
            </a:pPr>
            <a:endParaRPr lang="en-GB" altLang="fr-FR" sz="1800" dirty="0">
              <a:ea typeface="ＭＳ Ｐゴシック" pitchFamily="34" charset="-128"/>
              <a:cs typeface="Arial" charset="0"/>
            </a:endParaRPr>
          </a:p>
        </p:txBody>
      </p:sp>
      <p:sp>
        <p:nvSpPr>
          <p:cNvPr id="12294" name="AutoShape 6">
            <a:extLst>
              <a:ext uri="{FF2B5EF4-FFF2-40B4-BE49-F238E27FC236}">
                <a16:creationId xmlns:a16="http://schemas.microsoft.com/office/drawing/2014/main" xmlns="" id="{6E1525A8-D413-EC5A-8E79-7733288AEF9A}"/>
              </a:ext>
            </a:extLst>
          </p:cNvPr>
          <p:cNvSpPr>
            <a:spLocks noChangeArrowheads="1"/>
          </p:cNvSpPr>
          <p:nvPr/>
        </p:nvSpPr>
        <p:spPr bwMode="auto">
          <a:xfrm>
            <a:off x="2981325" y="4313239"/>
            <a:ext cx="6103938" cy="5429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ja-JP" b="0">
                <a:ea typeface="ＭＳ Ｐゴシック" panose="020B0600070205080204" pitchFamily="34" charset="-128"/>
              </a:rPr>
              <a:t>Similaire aux approches traditionnelles</a:t>
            </a:r>
          </a:p>
        </p:txBody>
      </p:sp>
      <p:sp>
        <p:nvSpPr>
          <p:cNvPr id="12295" name="AutoShape 6">
            <a:extLst>
              <a:ext uri="{FF2B5EF4-FFF2-40B4-BE49-F238E27FC236}">
                <a16:creationId xmlns:a16="http://schemas.microsoft.com/office/drawing/2014/main" xmlns="" id="{CF09011E-0929-D0CC-AFF1-4E77954FC93D}"/>
              </a:ext>
            </a:extLst>
          </p:cNvPr>
          <p:cNvSpPr>
            <a:spLocks noChangeArrowheads="1"/>
          </p:cNvSpPr>
          <p:nvPr/>
        </p:nvSpPr>
        <p:spPr bwMode="auto">
          <a:xfrm>
            <a:off x="2981325" y="5072063"/>
            <a:ext cx="6103938" cy="74136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ja-JP" b="0">
                <a:ea typeface="ＭＳ Ｐゴシック" panose="020B0600070205080204" pitchFamily="34" charset="-128"/>
              </a:rPr>
              <a:t>Efficace pour la lecture de données peu volumineuses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xmlns="" id="{501FDE7F-D002-B9F9-434F-1F0E99BBE14E}"/>
              </a:ext>
            </a:extLst>
          </p:cNvPr>
          <p:cNvSpPr>
            <a:spLocks noGrp="1" noChangeArrowheads="1"/>
          </p:cNvSpPr>
          <p:nvPr>
            <p:ph type="title"/>
          </p:nvPr>
        </p:nvSpPr>
        <p:spPr/>
        <p:txBody>
          <a:bodyPr/>
          <a:lstStyle/>
          <a:p>
            <a:pPr eaLnBrk="1" hangingPunct="1"/>
            <a:r>
              <a:rPr lang="fr-FR" altLang="fr-FR"/>
              <a:t>Scénarios déconnectés</a:t>
            </a:r>
          </a:p>
        </p:txBody>
      </p:sp>
      <p:sp>
        <p:nvSpPr>
          <p:cNvPr id="13315" name="AutoShape 5">
            <a:extLst>
              <a:ext uri="{FF2B5EF4-FFF2-40B4-BE49-F238E27FC236}">
                <a16:creationId xmlns:a16="http://schemas.microsoft.com/office/drawing/2014/main" xmlns="" id="{14C0C275-D8DA-A3B5-14E4-C58803B187B0}"/>
              </a:ext>
            </a:extLst>
          </p:cNvPr>
          <p:cNvSpPr>
            <a:spLocks noChangeArrowheads="1"/>
          </p:cNvSpPr>
          <p:nvPr/>
        </p:nvSpPr>
        <p:spPr bwMode="auto">
          <a:xfrm>
            <a:off x="2760663" y="1169988"/>
            <a:ext cx="6570662" cy="493395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sz="2400" b="0"/>
          </a:p>
        </p:txBody>
      </p:sp>
      <p:sp>
        <p:nvSpPr>
          <p:cNvPr id="13316" name="AutoShape 6">
            <a:extLst>
              <a:ext uri="{FF2B5EF4-FFF2-40B4-BE49-F238E27FC236}">
                <a16:creationId xmlns:a16="http://schemas.microsoft.com/office/drawing/2014/main" xmlns="" id="{5372CDEB-6B76-52AE-EA83-781325DF6AEE}"/>
              </a:ext>
            </a:extLst>
          </p:cNvPr>
          <p:cNvSpPr>
            <a:spLocks noChangeArrowheads="1"/>
          </p:cNvSpPr>
          <p:nvPr/>
        </p:nvSpPr>
        <p:spPr bwMode="auto">
          <a:xfrm>
            <a:off x="2981325" y="1417639"/>
            <a:ext cx="6103938" cy="75088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ja-JP" b="0">
                <a:ea typeface="ＭＳ Ｐゴシック" panose="020B0600070205080204" pitchFamily="34" charset="-128"/>
              </a:rPr>
              <a:t>L’application ne se connecte que pour lire les données ou renvoyer ses modifications</a:t>
            </a:r>
            <a:endParaRPr lang="fr-FR" altLang="fr-FR" b="0">
              <a:latin typeface="Arial" panose="020B0604020202020204" pitchFamily="34" charset="0"/>
              <a:ea typeface="ＭＳ Ｐゴシック" panose="020B0600070205080204" pitchFamily="34" charset="-128"/>
            </a:endParaRPr>
          </a:p>
        </p:txBody>
      </p:sp>
      <p:sp>
        <p:nvSpPr>
          <p:cNvPr id="21" name="AutoShape 6">
            <a:extLst>
              <a:ext uri="{FF2B5EF4-FFF2-40B4-BE49-F238E27FC236}">
                <a16:creationId xmlns:a16="http://schemas.microsoft.com/office/drawing/2014/main" xmlns="" id="{C0D1A9C6-07C2-4D2E-5976-49492F2BA733}"/>
              </a:ext>
            </a:extLst>
          </p:cNvPr>
          <p:cNvSpPr>
            <a:spLocks noChangeArrowheads="1"/>
          </p:cNvSpPr>
          <p:nvPr/>
        </p:nvSpPr>
        <p:spPr bwMode="auto">
          <a:xfrm>
            <a:off x="2982914" y="2336801"/>
            <a:ext cx="6103937" cy="189071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spcBef>
                <a:spcPct val="40000"/>
              </a:spcBef>
              <a:buClrTx/>
              <a:buSzTx/>
              <a:buFontTx/>
              <a:buNone/>
              <a:defRPr/>
            </a:pPr>
            <a:r>
              <a:rPr lang="fr-FR" altLang="fr-FR" sz="1800" dirty="0">
                <a:ea typeface="ＭＳ Ｐゴシック" pitchFamily="34" charset="-128"/>
                <a:cs typeface="Arial" charset="0"/>
              </a:rPr>
              <a:t>Les classes impliquées:</a:t>
            </a:r>
          </a:p>
          <a:p>
            <a:pPr marL="231775" indent="-231775">
              <a:spcBef>
                <a:spcPct val="40000"/>
              </a:spcBef>
              <a:buSzPct val="80000"/>
              <a:buBlip>
                <a:blip r:embed="rId3"/>
              </a:buBlip>
              <a:defRPr/>
            </a:pPr>
            <a:r>
              <a:rPr lang="en-US" sz="1800" dirty="0" err="1">
                <a:cs typeface="Arial" charset="0"/>
              </a:rPr>
              <a:t>DbConnection</a:t>
            </a:r>
            <a:endParaRPr lang="en-US" sz="1800" dirty="0">
              <a:cs typeface="Arial" charset="0"/>
            </a:endParaRPr>
          </a:p>
          <a:p>
            <a:pPr marL="231775" indent="-231775">
              <a:spcBef>
                <a:spcPct val="40000"/>
              </a:spcBef>
              <a:buSzPct val="80000"/>
              <a:buBlip>
                <a:blip r:embed="rId3"/>
              </a:buBlip>
              <a:defRPr/>
            </a:pPr>
            <a:r>
              <a:rPr lang="en-US" sz="1800" dirty="0" err="1">
                <a:cs typeface="Arial" charset="0"/>
              </a:rPr>
              <a:t>DbCommand</a:t>
            </a:r>
            <a:endParaRPr lang="en-US" sz="1800" dirty="0">
              <a:cs typeface="Arial" charset="0"/>
            </a:endParaRPr>
          </a:p>
          <a:p>
            <a:pPr marL="231775" indent="-231775">
              <a:spcBef>
                <a:spcPct val="40000"/>
              </a:spcBef>
              <a:buSzPct val="80000"/>
              <a:buBlip>
                <a:blip r:embed="rId3"/>
              </a:buBlip>
              <a:defRPr/>
            </a:pPr>
            <a:r>
              <a:rPr lang="en-US" sz="1800" dirty="0" err="1">
                <a:cs typeface="Arial" charset="0"/>
              </a:rPr>
              <a:t>DbDataAdapter</a:t>
            </a:r>
            <a:endParaRPr lang="en-US" sz="1800" dirty="0">
              <a:cs typeface="Arial" charset="0"/>
            </a:endParaRPr>
          </a:p>
          <a:p>
            <a:pPr marL="231775" indent="-231775">
              <a:spcBef>
                <a:spcPct val="40000"/>
              </a:spcBef>
              <a:buSzPct val="80000"/>
              <a:buBlip>
                <a:blip r:embed="rId3"/>
              </a:buBlip>
              <a:defRPr/>
            </a:pPr>
            <a:r>
              <a:rPr lang="en-US" sz="1800" dirty="0" err="1">
                <a:cs typeface="Arial" charset="0"/>
              </a:rPr>
              <a:t>DataSet</a:t>
            </a:r>
            <a:endParaRPr lang="en-US" sz="1600" dirty="0">
              <a:cs typeface="Arial" charset="0"/>
            </a:endParaRPr>
          </a:p>
          <a:p>
            <a:pPr eaLnBrk="1" hangingPunct="1">
              <a:spcBef>
                <a:spcPct val="40000"/>
              </a:spcBef>
              <a:buClrTx/>
              <a:buSzTx/>
              <a:buFontTx/>
              <a:buNone/>
              <a:defRPr/>
            </a:pPr>
            <a:endParaRPr lang="en-GB" altLang="fr-FR" sz="1800" dirty="0">
              <a:ea typeface="ＭＳ Ｐゴシック" pitchFamily="34" charset="-128"/>
              <a:cs typeface="Arial" charset="0"/>
            </a:endParaRPr>
          </a:p>
        </p:txBody>
      </p:sp>
      <p:sp>
        <p:nvSpPr>
          <p:cNvPr id="13318" name="AutoShape 6">
            <a:extLst>
              <a:ext uri="{FF2B5EF4-FFF2-40B4-BE49-F238E27FC236}">
                <a16:creationId xmlns:a16="http://schemas.microsoft.com/office/drawing/2014/main" xmlns="" id="{394E1F69-4E8A-8DFE-A469-DCD9E2CADE23}"/>
              </a:ext>
            </a:extLst>
          </p:cNvPr>
          <p:cNvSpPr>
            <a:spLocks noChangeArrowheads="1"/>
          </p:cNvSpPr>
          <p:nvPr/>
        </p:nvSpPr>
        <p:spPr bwMode="auto">
          <a:xfrm>
            <a:off x="2981325" y="4384676"/>
            <a:ext cx="6103938" cy="69056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ja-JP" b="0">
                <a:ea typeface="ＭＳ Ｐゴシック" panose="020B0600070205080204" pitchFamily="34" charset="-128"/>
              </a:rPr>
              <a:t>Particulièrement adapté aux clients nomades mais avec risque de conflits</a:t>
            </a:r>
          </a:p>
        </p:txBody>
      </p:sp>
      <p:sp>
        <p:nvSpPr>
          <p:cNvPr id="13319" name="AutoShape 6">
            <a:extLst>
              <a:ext uri="{FF2B5EF4-FFF2-40B4-BE49-F238E27FC236}">
                <a16:creationId xmlns:a16="http://schemas.microsoft.com/office/drawing/2014/main" xmlns="" id="{FCA8A282-8A60-32AF-0F0C-94F95353B7ED}"/>
              </a:ext>
            </a:extLst>
          </p:cNvPr>
          <p:cNvSpPr>
            <a:spLocks noChangeArrowheads="1"/>
          </p:cNvSpPr>
          <p:nvPr/>
        </p:nvSpPr>
        <p:spPr bwMode="auto">
          <a:xfrm>
            <a:off x="2981325" y="5246689"/>
            <a:ext cx="6103938" cy="5302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ja-JP" b="0">
                <a:ea typeface="ＭＳ Ｐゴシック" panose="020B0600070205080204" pitchFamily="34" charset="-128"/>
              </a:rPr>
              <a:t>Basé sur le pattern Repository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a:extLst>
              <a:ext uri="{FF2B5EF4-FFF2-40B4-BE49-F238E27FC236}">
                <a16:creationId xmlns:a16="http://schemas.microsoft.com/office/drawing/2014/main" xmlns="" id="{9B4EE691-8E9E-A01E-E583-A0BE0A0A67C8}"/>
              </a:ext>
            </a:extLst>
          </p:cNvPr>
          <p:cNvSpPr>
            <a:spLocks noGrp="1" noChangeArrowheads="1"/>
          </p:cNvSpPr>
          <p:nvPr>
            <p:ph type="body" sz="quarter" idx="12"/>
          </p:nvPr>
        </p:nvSpPr>
        <p:spPr/>
        <p:txBody>
          <a:bodyPr/>
          <a:lstStyle/>
          <a:p>
            <a:pPr eaLnBrk="1" hangingPunct="1"/>
            <a:r>
              <a:rPr lang="fr-FR" altLang="fr-FR"/>
              <a:t>Connexion à la source de données</a:t>
            </a:r>
          </a:p>
          <a:p>
            <a:pPr eaLnBrk="1" hangingPunct="1"/>
            <a:r>
              <a:rPr lang="fr-FR" altLang="fr-FR"/>
              <a:t>Utilisation de l’objet DbCommand</a:t>
            </a:r>
          </a:p>
          <a:p>
            <a:pPr eaLnBrk="1" hangingPunct="1"/>
            <a:r>
              <a:rPr lang="fr-FR" altLang="fr-FR"/>
              <a:t>Parcours des données par DbDataReader</a:t>
            </a:r>
          </a:p>
          <a:p>
            <a:pPr eaLnBrk="1" hangingPunct="1"/>
            <a:r>
              <a:rPr lang="fr-FR" altLang="fr-FR"/>
              <a:t>Utilisation de commandes SQL </a:t>
            </a:r>
          </a:p>
          <a:p>
            <a:pPr eaLnBrk="1" hangingPunct="1"/>
            <a:r>
              <a:rPr lang="fr-FR" altLang="fr-FR"/>
              <a:t>Utilisation de procédures stockées</a:t>
            </a:r>
          </a:p>
        </p:txBody>
      </p:sp>
      <p:sp>
        <p:nvSpPr>
          <p:cNvPr id="14338" name="Rectangle 2">
            <a:extLst>
              <a:ext uri="{FF2B5EF4-FFF2-40B4-BE49-F238E27FC236}">
                <a16:creationId xmlns:a16="http://schemas.microsoft.com/office/drawing/2014/main" xmlns="" id="{62EEF995-A951-785B-D307-B06AB532C855}"/>
              </a:ext>
            </a:extLst>
          </p:cNvPr>
          <p:cNvSpPr>
            <a:spLocks noGrp="1" noChangeArrowheads="1"/>
          </p:cNvSpPr>
          <p:nvPr>
            <p:ph type="title"/>
          </p:nvPr>
        </p:nvSpPr>
        <p:spPr/>
        <p:txBody>
          <a:bodyPr>
            <a:normAutofit fontScale="90000"/>
          </a:bodyPr>
          <a:lstStyle/>
          <a:p>
            <a:pPr eaLnBrk="1" hangingPunct="1"/>
            <a:r>
              <a:rPr lang="fr-FR" altLang="fr-FR"/>
              <a:t>Leçon 2: Architecture connectée et DbDataReader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xmlns="" id="{0D6DA0E1-E65A-D6AC-4EA5-89BCC525244B}"/>
              </a:ext>
            </a:extLst>
          </p:cNvPr>
          <p:cNvSpPr>
            <a:spLocks noGrp="1" noChangeArrowheads="1"/>
          </p:cNvSpPr>
          <p:nvPr>
            <p:ph type="title"/>
          </p:nvPr>
        </p:nvSpPr>
        <p:spPr/>
        <p:txBody>
          <a:bodyPr/>
          <a:lstStyle/>
          <a:p>
            <a:pPr eaLnBrk="1" hangingPunct="1"/>
            <a:r>
              <a:rPr lang="fr-FR" altLang="fr-FR"/>
              <a:t>Connexion à la source de données</a:t>
            </a:r>
          </a:p>
        </p:txBody>
      </p:sp>
      <p:sp>
        <p:nvSpPr>
          <p:cNvPr id="15364" name="AutoShape 4">
            <a:extLst>
              <a:ext uri="{FF2B5EF4-FFF2-40B4-BE49-F238E27FC236}">
                <a16:creationId xmlns:a16="http://schemas.microsoft.com/office/drawing/2014/main" xmlns="" id="{8F44CCDD-C8C3-A314-C938-AFD2BED8C7A8}"/>
              </a:ext>
            </a:extLst>
          </p:cNvPr>
          <p:cNvSpPr>
            <a:spLocks noChangeArrowheads="1"/>
          </p:cNvSpPr>
          <p:nvPr/>
        </p:nvSpPr>
        <p:spPr bwMode="auto">
          <a:xfrm>
            <a:off x="1711325" y="1239668"/>
            <a:ext cx="8769350" cy="2363787"/>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endParaRPr lang="da-DK" altLang="fr-FR" sz="2200">
              <a:solidFill>
                <a:srgbClr val="000000"/>
              </a:solidFill>
              <a:latin typeface="Arial Narrow" panose="020B0606020202030204" pitchFamily="34" charset="0"/>
            </a:endParaRPr>
          </a:p>
        </p:txBody>
      </p:sp>
      <p:sp>
        <p:nvSpPr>
          <p:cNvPr id="15365" name="AutoShape 4">
            <a:extLst>
              <a:ext uri="{FF2B5EF4-FFF2-40B4-BE49-F238E27FC236}">
                <a16:creationId xmlns:a16="http://schemas.microsoft.com/office/drawing/2014/main" xmlns="" id="{C24DA235-FAB9-E1A6-3FE2-4F9D9E69F3B7}"/>
              </a:ext>
            </a:extLst>
          </p:cNvPr>
          <p:cNvSpPr>
            <a:spLocks noChangeArrowheads="1"/>
          </p:cNvSpPr>
          <p:nvPr/>
        </p:nvSpPr>
        <p:spPr bwMode="auto">
          <a:xfrm>
            <a:off x="1711326" y="3728867"/>
            <a:ext cx="8770937" cy="1452562"/>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endParaRPr lang="da-DK" altLang="fr-FR" sz="2200">
              <a:solidFill>
                <a:srgbClr val="000000"/>
              </a:solidFill>
              <a:latin typeface="Arial Narrow" panose="020B0606020202030204" pitchFamily="34" charset="0"/>
            </a:endParaRPr>
          </a:p>
        </p:txBody>
      </p:sp>
      <p:sp>
        <p:nvSpPr>
          <p:cNvPr id="15366" name="AutoShape 3">
            <a:extLst>
              <a:ext uri="{FF2B5EF4-FFF2-40B4-BE49-F238E27FC236}">
                <a16:creationId xmlns:a16="http://schemas.microsoft.com/office/drawing/2014/main" xmlns="" id="{F26D9F0B-9E47-5E87-7F9E-7345A93284C9}"/>
              </a:ext>
            </a:extLst>
          </p:cNvPr>
          <p:cNvSpPr>
            <a:spLocks noChangeArrowheads="1"/>
          </p:cNvSpPr>
          <p:nvPr/>
        </p:nvSpPr>
        <p:spPr bwMode="auto">
          <a:xfrm>
            <a:off x="1830387" y="3903492"/>
            <a:ext cx="8555038" cy="10541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500" b="0">
                <a:solidFill>
                  <a:srgbClr val="000000"/>
                </a:solidFill>
                <a:latin typeface="Lucida Sans Typewriter" panose="020B0509030504030204" pitchFamily="49" charset="0"/>
              </a:rPr>
              <a:t>&lt;connectionStrings&gt;</a:t>
            </a:r>
            <a:endParaRPr lang="en-GB" altLang="fr-FR" sz="1500" b="0">
              <a:solidFill>
                <a:srgbClr val="000000"/>
              </a:solidFill>
              <a:latin typeface="Lucida Sans Typewriter" panose="020B0509030504030204" pitchFamily="49" charset="0"/>
            </a:endParaRPr>
          </a:p>
          <a:p>
            <a:pPr eaLnBrk="1" hangingPunct="1"/>
            <a:r>
              <a:rPr lang="en-US" altLang="fr-FR" sz="1500" b="0">
                <a:solidFill>
                  <a:srgbClr val="000000"/>
                </a:solidFill>
                <a:latin typeface="Lucida Sans Typewriter" panose="020B0509030504030204" pitchFamily="49" charset="0"/>
              </a:rPr>
              <a:t>&lt;add name="AdventureWorks" connectionString="Server=MyServer; Database=AdventureWorks; Integrated Security=SSPI"/&gt;   </a:t>
            </a:r>
            <a:endParaRPr lang="en-GB" altLang="fr-FR" sz="1500" b="0">
              <a:solidFill>
                <a:srgbClr val="000000"/>
              </a:solidFill>
              <a:latin typeface="Lucida Sans Typewriter" panose="020B0509030504030204" pitchFamily="49" charset="0"/>
            </a:endParaRPr>
          </a:p>
          <a:p>
            <a:pPr eaLnBrk="1" hangingPunct="1"/>
            <a:r>
              <a:rPr lang="en-US" altLang="fr-FR" sz="1500" b="0">
                <a:solidFill>
                  <a:srgbClr val="000000"/>
                </a:solidFill>
                <a:latin typeface="Lucida Sans Typewriter" panose="020B0509030504030204" pitchFamily="49" charset="0"/>
              </a:rPr>
              <a:t>&lt;/connectionStrings&gt;</a:t>
            </a:r>
            <a:endParaRPr lang="en-GB" altLang="fr-FR" sz="1500" b="0">
              <a:solidFill>
                <a:srgbClr val="000000"/>
              </a:solidFill>
              <a:latin typeface="Lucida Sans Typewriter" panose="020B0509030504030204" pitchFamily="49" charset="0"/>
            </a:endParaRPr>
          </a:p>
        </p:txBody>
      </p:sp>
      <p:sp>
        <p:nvSpPr>
          <p:cNvPr id="15367" name="AutoShape 4">
            <a:extLst>
              <a:ext uri="{FF2B5EF4-FFF2-40B4-BE49-F238E27FC236}">
                <a16:creationId xmlns:a16="http://schemas.microsoft.com/office/drawing/2014/main" xmlns="" id="{E5E60BAB-7ABF-6ED1-D4E5-6E21E4E0C40D}"/>
              </a:ext>
            </a:extLst>
          </p:cNvPr>
          <p:cNvSpPr>
            <a:spLocks noChangeArrowheads="1"/>
          </p:cNvSpPr>
          <p:nvPr/>
        </p:nvSpPr>
        <p:spPr bwMode="auto">
          <a:xfrm>
            <a:off x="5570538" y="1739729"/>
            <a:ext cx="2138363" cy="1189038"/>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lnSpc>
                <a:spcPct val="165000"/>
              </a:lnSpc>
              <a:buClr>
                <a:srgbClr val="DC0081"/>
              </a:buClr>
              <a:buFont typeface="Wingdings" panose="05000000000000000000" pitchFamily="2" charset="2"/>
              <a:buNone/>
            </a:pPr>
            <a:endParaRPr lang="en-US" altLang="fr-FR" sz="1600">
              <a:solidFill>
                <a:srgbClr val="000000"/>
              </a:solidFill>
            </a:endParaRPr>
          </a:p>
          <a:p>
            <a:pPr algn="ctr">
              <a:lnSpc>
                <a:spcPct val="165000"/>
              </a:lnSpc>
              <a:buClr>
                <a:srgbClr val="DC0081"/>
              </a:buClr>
              <a:buFont typeface="Wingdings" panose="05000000000000000000" pitchFamily="2" charset="2"/>
              <a:buNone/>
            </a:pPr>
            <a:r>
              <a:rPr lang="en-US" altLang="fr-FR" sz="1600">
                <a:solidFill>
                  <a:srgbClr val="000000"/>
                </a:solidFill>
              </a:rPr>
              <a:t>DbConnection</a:t>
            </a:r>
          </a:p>
        </p:txBody>
      </p:sp>
      <p:pic>
        <p:nvPicPr>
          <p:cNvPr id="15368" name="Picture 4" descr="D:\MSL PNG Library\Class.png">
            <a:extLst>
              <a:ext uri="{FF2B5EF4-FFF2-40B4-BE49-F238E27FC236}">
                <a16:creationId xmlns:a16="http://schemas.microsoft.com/office/drawing/2014/main" xmlns="" id="{F73B2812-4F34-466F-2B1F-79898EEB8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9475" y="1674643"/>
            <a:ext cx="5524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9" name="AutoShape 4">
            <a:extLst>
              <a:ext uri="{FF2B5EF4-FFF2-40B4-BE49-F238E27FC236}">
                <a16:creationId xmlns:a16="http://schemas.microsoft.com/office/drawing/2014/main" xmlns="" id="{F1B7BD70-C795-0C68-619C-E302841390FA}"/>
              </a:ext>
            </a:extLst>
          </p:cNvPr>
          <p:cNvSpPr>
            <a:spLocks noChangeArrowheads="1"/>
          </p:cNvSpPr>
          <p:nvPr/>
        </p:nvSpPr>
        <p:spPr bwMode="auto">
          <a:xfrm>
            <a:off x="8085138" y="1792118"/>
            <a:ext cx="2138363" cy="1189037"/>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a:lnSpc>
                <a:spcPct val="165000"/>
              </a:lnSpc>
              <a:buClr>
                <a:srgbClr val="DC0081"/>
              </a:buClr>
              <a:buFont typeface="Wingdings" panose="05000000000000000000" pitchFamily="2" charset="2"/>
              <a:buNone/>
            </a:pPr>
            <a:endParaRPr lang="en-US" altLang="fr-FR" sz="1600">
              <a:solidFill>
                <a:srgbClr val="000000"/>
              </a:solidFill>
            </a:endParaRPr>
          </a:p>
          <a:p>
            <a:pPr algn="ctr">
              <a:buClr>
                <a:srgbClr val="DC0081"/>
              </a:buClr>
              <a:buFont typeface="Wingdings" panose="05000000000000000000" pitchFamily="2" charset="2"/>
              <a:buNone/>
            </a:pPr>
            <a:r>
              <a:rPr lang="en-US" altLang="fr-FR" sz="1600">
                <a:solidFill>
                  <a:srgbClr val="000000"/>
                </a:solidFill>
              </a:rPr>
              <a:t>Base de </a:t>
            </a:r>
          </a:p>
          <a:p>
            <a:pPr algn="ctr">
              <a:buClr>
                <a:srgbClr val="DC0081"/>
              </a:buClr>
              <a:buFont typeface="Wingdings" panose="05000000000000000000" pitchFamily="2" charset="2"/>
              <a:buNone/>
            </a:pPr>
            <a:r>
              <a:rPr lang="en-US" altLang="fr-FR" sz="1600">
                <a:solidFill>
                  <a:srgbClr val="000000"/>
                </a:solidFill>
              </a:rPr>
              <a:t>données</a:t>
            </a:r>
          </a:p>
        </p:txBody>
      </p:sp>
      <p:pic>
        <p:nvPicPr>
          <p:cNvPr id="15370" name="Picture 47" descr="arrow03">
            <a:extLst>
              <a:ext uri="{FF2B5EF4-FFF2-40B4-BE49-F238E27FC236}">
                <a16:creationId xmlns:a16="http://schemas.microsoft.com/office/drawing/2014/main" xmlns="" id="{28EAF7BD-58F9-FB47-3B97-9F0B97D680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5850" y="2258842"/>
            <a:ext cx="9017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1" name="Picture 5" descr="D:\MSL PNG Library\Data_DataObject.png">
            <a:extLst>
              <a:ext uri="{FF2B5EF4-FFF2-40B4-BE49-F238E27FC236}">
                <a16:creationId xmlns:a16="http://schemas.microsoft.com/office/drawing/2014/main" xmlns="" id="{98B14947-799D-B56D-07C9-1FE5DA74FC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13900" y="1685755"/>
            <a:ext cx="84455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2" name="Picture 2" descr="C:\temp\MSL_PNG_Object_Library\Document_Document.png">
            <a:extLst>
              <a:ext uri="{FF2B5EF4-FFF2-40B4-BE49-F238E27FC236}">
                <a16:creationId xmlns:a16="http://schemas.microsoft.com/office/drawing/2014/main" xmlns="" id="{5C10E43E-8E77-CC31-E45D-44B3FFB528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6138" y="1353968"/>
            <a:ext cx="639763"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3" name="TextBox 19">
            <a:extLst>
              <a:ext uri="{FF2B5EF4-FFF2-40B4-BE49-F238E27FC236}">
                <a16:creationId xmlns:a16="http://schemas.microsoft.com/office/drawing/2014/main" xmlns="" id="{8BEFA72F-45D9-982C-9A10-5ACB2B9BBA6F}"/>
              </a:ext>
            </a:extLst>
          </p:cNvPr>
          <p:cNvSpPr txBox="1">
            <a:spLocks noChangeArrowheads="1"/>
          </p:cNvSpPr>
          <p:nvPr/>
        </p:nvSpPr>
        <p:spPr bwMode="auto">
          <a:xfrm>
            <a:off x="3611563" y="2061992"/>
            <a:ext cx="13684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GB" altLang="fr-FR" sz="1600">
                <a:solidFill>
                  <a:srgbClr val="000000"/>
                </a:solidFill>
              </a:rPr>
              <a:t>Chaîne de</a:t>
            </a:r>
          </a:p>
          <a:p>
            <a:pPr algn="ctr" eaLnBrk="1" hangingPunct="1"/>
            <a:r>
              <a:rPr lang="en-GB" altLang="fr-FR" sz="1600">
                <a:solidFill>
                  <a:srgbClr val="000000"/>
                </a:solidFill>
              </a:rPr>
              <a:t>connexion</a:t>
            </a:r>
          </a:p>
        </p:txBody>
      </p:sp>
      <p:pic>
        <p:nvPicPr>
          <p:cNvPr id="15374" name="Picture 4" descr="C:\temp\MSL_PNG_Object_Library\ServerProcess.png">
            <a:extLst>
              <a:ext uri="{FF2B5EF4-FFF2-40B4-BE49-F238E27FC236}">
                <a16:creationId xmlns:a16="http://schemas.microsoft.com/office/drawing/2014/main" xmlns="" id="{88A5803D-096B-EEBA-EAF7-7153135A55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78013" y="2625555"/>
            <a:ext cx="10699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5" name="TextBox 25">
            <a:extLst>
              <a:ext uri="{FF2B5EF4-FFF2-40B4-BE49-F238E27FC236}">
                <a16:creationId xmlns:a16="http://schemas.microsoft.com/office/drawing/2014/main" xmlns="" id="{CD01D4A7-34AD-24B4-AE14-3708ED997348}"/>
              </a:ext>
            </a:extLst>
          </p:cNvPr>
          <p:cNvSpPr txBox="1">
            <a:spLocks noChangeArrowheads="1"/>
          </p:cNvSpPr>
          <p:nvPr/>
        </p:nvSpPr>
        <p:spPr bwMode="auto">
          <a:xfrm>
            <a:off x="2686051" y="1423817"/>
            <a:ext cx="1393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GB" altLang="fr-FR" sz="1200">
                <a:solidFill>
                  <a:srgbClr val="000000"/>
                </a:solidFill>
              </a:rPr>
              <a:t>Fichier de</a:t>
            </a:r>
          </a:p>
          <a:p>
            <a:pPr algn="ctr" eaLnBrk="1" hangingPunct="1"/>
            <a:r>
              <a:rPr lang="en-GB" altLang="fr-FR" sz="1200">
                <a:solidFill>
                  <a:srgbClr val="000000"/>
                </a:solidFill>
              </a:rPr>
              <a:t>configuration</a:t>
            </a:r>
          </a:p>
        </p:txBody>
      </p:sp>
      <p:pic>
        <p:nvPicPr>
          <p:cNvPr id="15376" name="Picture 47" descr="arrow03">
            <a:extLst>
              <a:ext uri="{FF2B5EF4-FFF2-40B4-BE49-F238E27FC236}">
                <a16:creationId xmlns:a16="http://schemas.microsoft.com/office/drawing/2014/main" xmlns="" id="{8793E080-733E-198A-802D-E68DDF085E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5700" y="2231855"/>
            <a:ext cx="901700"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7" name="TextBox 26">
            <a:extLst>
              <a:ext uri="{FF2B5EF4-FFF2-40B4-BE49-F238E27FC236}">
                <a16:creationId xmlns:a16="http://schemas.microsoft.com/office/drawing/2014/main" xmlns="" id="{AAA4B4D1-177C-149B-6312-9AC5CF16B716}"/>
              </a:ext>
            </a:extLst>
          </p:cNvPr>
          <p:cNvSpPr txBox="1">
            <a:spLocks noChangeArrowheads="1"/>
          </p:cNvSpPr>
          <p:nvPr/>
        </p:nvSpPr>
        <p:spPr bwMode="auto">
          <a:xfrm>
            <a:off x="2913062" y="3036718"/>
            <a:ext cx="25288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GB" altLang="fr-FR" sz="1200">
                <a:solidFill>
                  <a:srgbClr val="000000"/>
                </a:solidFill>
              </a:rPr>
              <a:t>DbConnectionStringBuilder</a:t>
            </a:r>
          </a:p>
        </p:txBody>
      </p:sp>
      <p:pic>
        <p:nvPicPr>
          <p:cNvPr id="15378" name="Picture 47" descr="arrow03">
            <a:extLst>
              <a:ext uri="{FF2B5EF4-FFF2-40B4-BE49-F238E27FC236}">
                <a16:creationId xmlns:a16="http://schemas.microsoft.com/office/drawing/2014/main" xmlns="" id="{AB663CB4-FBE9-EA08-C07A-2C887B0B26B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9425192">
            <a:off x="2797175" y="2616030"/>
            <a:ext cx="901700"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9" name="Picture 47" descr="arrow03">
            <a:extLst>
              <a:ext uri="{FF2B5EF4-FFF2-40B4-BE49-F238E27FC236}">
                <a16:creationId xmlns:a16="http://schemas.microsoft.com/office/drawing/2014/main" xmlns="" id="{AC65E0A0-6FBF-C725-349B-34F7854F58A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2127302">
            <a:off x="2744787" y="1976267"/>
            <a:ext cx="9017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80" name="AutoShape 4">
            <a:extLst>
              <a:ext uri="{FF2B5EF4-FFF2-40B4-BE49-F238E27FC236}">
                <a16:creationId xmlns:a16="http://schemas.microsoft.com/office/drawing/2014/main" xmlns="" id="{1939D7DE-9BE5-D533-5B7B-FEDC12D37045}"/>
              </a:ext>
            </a:extLst>
          </p:cNvPr>
          <p:cNvSpPr>
            <a:spLocks noChangeArrowheads="1"/>
          </p:cNvSpPr>
          <p:nvPr/>
        </p:nvSpPr>
        <p:spPr bwMode="auto">
          <a:xfrm>
            <a:off x="1727201" y="5300492"/>
            <a:ext cx="8770937" cy="1452562"/>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endParaRPr lang="da-DK" altLang="fr-FR" sz="2200">
              <a:solidFill>
                <a:srgbClr val="000000"/>
              </a:solidFill>
              <a:latin typeface="Arial Narrow" panose="020B0606020202030204" pitchFamily="34" charset="0"/>
            </a:endParaRPr>
          </a:p>
        </p:txBody>
      </p:sp>
      <p:sp>
        <p:nvSpPr>
          <p:cNvPr id="15381" name="AutoShape 5">
            <a:extLst>
              <a:ext uri="{FF2B5EF4-FFF2-40B4-BE49-F238E27FC236}">
                <a16:creationId xmlns:a16="http://schemas.microsoft.com/office/drawing/2014/main" xmlns="" id="{AF53878D-0B87-32B7-BE10-1B339F5359C6}"/>
              </a:ext>
            </a:extLst>
          </p:cNvPr>
          <p:cNvSpPr>
            <a:spLocks noChangeArrowheads="1"/>
          </p:cNvSpPr>
          <p:nvPr/>
        </p:nvSpPr>
        <p:spPr bwMode="auto">
          <a:xfrm>
            <a:off x="5678488" y="5405267"/>
            <a:ext cx="4308475" cy="1243012"/>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nchor="ctr"/>
          <a:lstStyle>
            <a:lvl1pPr marL="231775" indent="-23177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a:solidFill>
                  <a:srgbClr val="000000"/>
                </a:solidFill>
              </a:rPr>
              <a:t>Evénements</a:t>
            </a:r>
          </a:p>
          <a:p>
            <a:pPr eaLnBrk="1" hangingPunct="1">
              <a:lnSpc>
                <a:spcPct val="90000"/>
              </a:lnSpc>
              <a:spcBef>
                <a:spcPct val="40000"/>
              </a:spcBef>
              <a:buSzPct val="80000"/>
              <a:buFontTx/>
              <a:buBlip>
                <a:blip r:embed="rId9"/>
              </a:buBlip>
            </a:pPr>
            <a:r>
              <a:rPr lang="en-US" altLang="fr-FR">
                <a:solidFill>
                  <a:srgbClr val="000000"/>
                </a:solidFill>
              </a:rPr>
              <a:t>StateChanged</a:t>
            </a:r>
          </a:p>
          <a:p>
            <a:pPr eaLnBrk="1" hangingPunct="1">
              <a:lnSpc>
                <a:spcPct val="90000"/>
              </a:lnSpc>
              <a:spcBef>
                <a:spcPct val="40000"/>
              </a:spcBef>
              <a:buSzPct val="80000"/>
              <a:buFontTx/>
              <a:buBlip>
                <a:blip r:embed="rId9"/>
              </a:buBlip>
            </a:pPr>
            <a:r>
              <a:rPr lang="en-US" altLang="fr-FR">
                <a:solidFill>
                  <a:srgbClr val="000000"/>
                </a:solidFill>
              </a:rPr>
              <a:t>InfoMessage</a:t>
            </a:r>
            <a:r>
              <a:rPr lang="en-US" altLang="fr-FR" b="0">
                <a:solidFill>
                  <a:srgbClr val="000000"/>
                </a:solidFill>
              </a:rPr>
              <a:t> (</a:t>
            </a:r>
            <a:r>
              <a:rPr lang="en-US" altLang="fr-FR">
                <a:solidFill>
                  <a:srgbClr val="000000"/>
                </a:solidFill>
              </a:rPr>
              <a:t>SqlConnection</a:t>
            </a:r>
            <a:r>
              <a:rPr lang="en-US" altLang="fr-FR" b="0">
                <a:solidFill>
                  <a:srgbClr val="000000"/>
                </a:solidFill>
              </a:rPr>
              <a:t>)</a:t>
            </a:r>
          </a:p>
        </p:txBody>
      </p:sp>
      <p:sp>
        <p:nvSpPr>
          <p:cNvPr id="15382" name="AutoShape 5">
            <a:extLst>
              <a:ext uri="{FF2B5EF4-FFF2-40B4-BE49-F238E27FC236}">
                <a16:creationId xmlns:a16="http://schemas.microsoft.com/office/drawing/2014/main" xmlns="" id="{2EC393D8-5AA9-5B49-6BAF-F4D1201CC964}"/>
              </a:ext>
            </a:extLst>
          </p:cNvPr>
          <p:cNvSpPr>
            <a:spLocks noChangeArrowheads="1"/>
          </p:cNvSpPr>
          <p:nvPr/>
        </p:nvSpPr>
        <p:spPr bwMode="auto">
          <a:xfrm>
            <a:off x="2462212" y="5405267"/>
            <a:ext cx="2298700" cy="1243012"/>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nchor="ctr"/>
          <a:lstStyle>
            <a:lvl1pPr marL="231775" indent="-23177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a:solidFill>
                  <a:srgbClr val="000000"/>
                </a:solidFill>
              </a:rPr>
              <a:t>Méthodes</a:t>
            </a:r>
          </a:p>
          <a:p>
            <a:pPr eaLnBrk="1" hangingPunct="1">
              <a:lnSpc>
                <a:spcPct val="90000"/>
              </a:lnSpc>
              <a:spcBef>
                <a:spcPct val="40000"/>
              </a:spcBef>
              <a:buSzPct val="80000"/>
              <a:buFontTx/>
              <a:buBlip>
                <a:blip r:embed="rId9"/>
              </a:buBlip>
            </a:pPr>
            <a:r>
              <a:rPr lang="en-US" altLang="fr-FR">
                <a:solidFill>
                  <a:srgbClr val="000000"/>
                </a:solidFill>
              </a:rPr>
              <a:t>Open</a:t>
            </a:r>
          </a:p>
          <a:p>
            <a:pPr eaLnBrk="1" hangingPunct="1">
              <a:lnSpc>
                <a:spcPct val="90000"/>
              </a:lnSpc>
              <a:spcBef>
                <a:spcPct val="40000"/>
              </a:spcBef>
              <a:buSzPct val="80000"/>
              <a:buFontTx/>
              <a:buBlip>
                <a:blip r:embed="rId9"/>
              </a:buBlip>
            </a:pPr>
            <a:r>
              <a:rPr lang="en-US" altLang="fr-FR">
                <a:solidFill>
                  <a:srgbClr val="000000"/>
                </a:solidFill>
              </a:rPr>
              <a:t>Close</a:t>
            </a:r>
            <a:endParaRPr lang="en-US" altLang="fr-FR" b="0">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xmlns="" id="{83A0EDC4-0DB9-95F0-F273-9C55B9F61344}"/>
              </a:ext>
            </a:extLst>
          </p:cNvPr>
          <p:cNvSpPr>
            <a:spLocks noGrp="1" noChangeArrowheads="1"/>
          </p:cNvSpPr>
          <p:nvPr>
            <p:ph type="title"/>
          </p:nvPr>
        </p:nvSpPr>
        <p:spPr/>
        <p:txBody>
          <a:bodyPr/>
          <a:lstStyle/>
          <a:p>
            <a:pPr eaLnBrk="1" hangingPunct="1"/>
            <a:r>
              <a:rPr lang="fr-FR" altLang="fr-FR"/>
              <a:t>Utilisation de l’objet DbCommand</a:t>
            </a:r>
          </a:p>
        </p:txBody>
      </p:sp>
      <p:sp>
        <p:nvSpPr>
          <p:cNvPr id="16387" name="AutoShape 4">
            <a:extLst>
              <a:ext uri="{FF2B5EF4-FFF2-40B4-BE49-F238E27FC236}">
                <a16:creationId xmlns:a16="http://schemas.microsoft.com/office/drawing/2014/main" xmlns="" id="{BD91306A-8F62-E885-9470-86BFE8C6591D}"/>
              </a:ext>
            </a:extLst>
          </p:cNvPr>
          <p:cNvSpPr>
            <a:spLocks noChangeArrowheads="1"/>
          </p:cNvSpPr>
          <p:nvPr/>
        </p:nvSpPr>
        <p:spPr bwMode="auto">
          <a:xfrm>
            <a:off x="1694655" y="3280728"/>
            <a:ext cx="8769350" cy="3460750"/>
          </a:xfrm>
          <a:prstGeom prst="roundRect">
            <a:avLst>
              <a:gd name="adj" fmla="val 2977"/>
            </a:avLst>
          </a:prstGeom>
          <a:solidFill>
            <a:srgbClr val="BBCDE3"/>
          </a:solidFill>
          <a:ln w="9525" algn="ctr">
            <a:solidFill>
              <a:srgbClr val="333333"/>
            </a:solidFill>
            <a:round/>
            <a:headEnd/>
            <a:tailEnd/>
          </a:ln>
        </p:spPr>
        <p:txBody>
          <a:bodyPr/>
          <a:lstStyle>
            <a:lvl1pPr marL="109538"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endParaRPr lang="da-DK" altLang="fr-FR" sz="2200">
              <a:solidFill>
                <a:srgbClr val="000000"/>
              </a:solidFill>
              <a:latin typeface="Arial Narrow" panose="020B0606020202030204" pitchFamily="34" charset="0"/>
            </a:endParaRPr>
          </a:p>
        </p:txBody>
      </p:sp>
      <p:sp>
        <p:nvSpPr>
          <p:cNvPr id="16388" name="AutoShape 5">
            <a:extLst>
              <a:ext uri="{FF2B5EF4-FFF2-40B4-BE49-F238E27FC236}">
                <a16:creationId xmlns:a16="http://schemas.microsoft.com/office/drawing/2014/main" xmlns="" id="{5296ED8D-2BB6-5BAE-2836-735E087B9110}"/>
              </a:ext>
            </a:extLst>
          </p:cNvPr>
          <p:cNvSpPr>
            <a:spLocks noChangeArrowheads="1"/>
          </p:cNvSpPr>
          <p:nvPr/>
        </p:nvSpPr>
        <p:spPr bwMode="auto">
          <a:xfrm>
            <a:off x="2016918" y="3474403"/>
            <a:ext cx="3743325" cy="16256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nchor="ctr"/>
          <a:lstStyle>
            <a:lvl1pPr marL="231775" indent="-23177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a:solidFill>
                  <a:srgbClr val="000000"/>
                </a:solidFill>
              </a:rPr>
              <a:t>DbCommand</a:t>
            </a:r>
          </a:p>
          <a:p>
            <a:pPr eaLnBrk="1" hangingPunct="1">
              <a:lnSpc>
                <a:spcPct val="90000"/>
              </a:lnSpc>
              <a:spcBef>
                <a:spcPct val="40000"/>
              </a:spcBef>
              <a:buSzPct val="80000"/>
              <a:buFontTx/>
              <a:buBlip>
                <a:blip r:embed="rId3"/>
              </a:buBlip>
            </a:pPr>
            <a:r>
              <a:rPr lang="en-US" altLang="fr-FR">
                <a:solidFill>
                  <a:srgbClr val="000000"/>
                </a:solidFill>
              </a:rPr>
              <a:t>ExecuteReader</a:t>
            </a:r>
          </a:p>
          <a:p>
            <a:pPr eaLnBrk="1" hangingPunct="1">
              <a:lnSpc>
                <a:spcPct val="90000"/>
              </a:lnSpc>
              <a:spcBef>
                <a:spcPct val="40000"/>
              </a:spcBef>
              <a:buSzPct val="80000"/>
              <a:buFontTx/>
              <a:buBlip>
                <a:blip r:embed="rId3"/>
              </a:buBlip>
            </a:pPr>
            <a:r>
              <a:rPr lang="en-US" altLang="fr-FR">
                <a:solidFill>
                  <a:srgbClr val="000000"/>
                </a:solidFill>
              </a:rPr>
              <a:t>ExecuteScalar</a:t>
            </a:r>
          </a:p>
          <a:p>
            <a:pPr eaLnBrk="1" hangingPunct="1">
              <a:lnSpc>
                <a:spcPct val="90000"/>
              </a:lnSpc>
              <a:spcBef>
                <a:spcPct val="40000"/>
              </a:spcBef>
              <a:buSzPct val="80000"/>
              <a:buFontTx/>
              <a:buBlip>
                <a:blip r:embed="rId3"/>
              </a:buBlip>
            </a:pPr>
            <a:r>
              <a:rPr lang="en-US" altLang="fr-FR">
                <a:solidFill>
                  <a:srgbClr val="000000"/>
                </a:solidFill>
              </a:rPr>
              <a:t>ExecuteNonQuery</a:t>
            </a:r>
          </a:p>
        </p:txBody>
      </p:sp>
      <p:sp>
        <p:nvSpPr>
          <p:cNvPr id="16389" name="AutoShape 4">
            <a:extLst>
              <a:ext uri="{FF2B5EF4-FFF2-40B4-BE49-F238E27FC236}">
                <a16:creationId xmlns:a16="http://schemas.microsoft.com/office/drawing/2014/main" xmlns="" id="{3F6F6E82-72A5-93DC-9F2A-A26E90FBEB9C}"/>
              </a:ext>
            </a:extLst>
          </p:cNvPr>
          <p:cNvSpPr>
            <a:spLocks noChangeArrowheads="1"/>
          </p:cNvSpPr>
          <p:nvPr/>
        </p:nvSpPr>
        <p:spPr bwMode="auto">
          <a:xfrm>
            <a:off x="6876255" y="3410903"/>
            <a:ext cx="3473450" cy="569912"/>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65000"/>
              </a:lnSpc>
              <a:buClr>
                <a:srgbClr val="DC0081"/>
              </a:buClr>
              <a:buFont typeface="Wingdings" panose="05000000000000000000" pitchFamily="2" charset="2"/>
              <a:buNone/>
            </a:pPr>
            <a:r>
              <a:rPr lang="en-US" altLang="fr-FR" sz="1600" b="0">
                <a:solidFill>
                  <a:srgbClr val="000000"/>
                </a:solidFill>
              </a:rPr>
              <a:t>Renvoie l’objet </a:t>
            </a:r>
            <a:r>
              <a:rPr lang="en-US" altLang="fr-FR" sz="1600">
                <a:solidFill>
                  <a:srgbClr val="000000"/>
                </a:solidFill>
              </a:rPr>
              <a:t>DbDataReader</a:t>
            </a:r>
          </a:p>
        </p:txBody>
      </p:sp>
      <p:pic>
        <p:nvPicPr>
          <p:cNvPr id="16390" name="Picture 47" descr="arrow03">
            <a:extLst>
              <a:ext uri="{FF2B5EF4-FFF2-40B4-BE49-F238E27FC236}">
                <a16:creationId xmlns:a16="http://schemas.microsoft.com/office/drawing/2014/main" xmlns="" id="{700A1D2F-AA7B-1418-EE7B-6A4E1B8640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139942">
            <a:off x="4907756" y="3669665"/>
            <a:ext cx="1958975"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AutoShape 4">
            <a:extLst>
              <a:ext uri="{FF2B5EF4-FFF2-40B4-BE49-F238E27FC236}">
                <a16:creationId xmlns:a16="http://schemas.microsoft.com/office/drawing/2014/main" xmlns="" id="{C42AEB1D-CC61-BED3-B18E-75314B53F3F3}"/>
              </a:ext>
            </a:extLst>
          </p:cNvPr>
          <p:cNvSpPr>
            <a:spLocks noChangeArrowheads="1"/>
          </p:cNvSpPr>
          <p:nvPr/>
        </p:nvSpPr>
        <p:spPr bwMode="auto">
          <a:xfrm>
            <a:off x="6876255" y="4037965"/>
            <a:ext cx="3473450" cy="973138"/>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buClr>
                <a:srgbClr val="DC0081"/>
              </a:buClr>
              <a:buFont typeface="Wingdings" panose="05000000000000000000" pitchFamily="2" charset="2"/>
              <a:buNone/>
            </a:pPr>
            <a:r>
              <a:rPr lang="en-US" altLang="fr-FR" sz="1600" b="0">
                <a:solidFill>
                  <a:srgbClr val="000000"/>
                </a:solidFill>
              </a:rPr>
              <a:t>Renvoie une seule valeur (première ligne, première colonne)</a:t>
            </a:r>
            <a:endParaRPr lang="en-US" altLang="fr-FR" sz="1600">
              <a:solidFill>
                <a:srgbClr val="000000"/>
              </a:solidFill>
            </a:endParaRPr>
          </a:p>
        </p:txBody>
      </p:sp>
      <p:sp>
        <p:nvSpPr>
          <p:cNvPr id="16392" name="AutoShape 4">
            <a:extLst>
              <a:ext uri="{FF2B5EF4-FFF2-40B4-BE49-F238E27FC236}">
                <a16:creationId xmlns:a16="http://schemas.microsoft.com/office/drawing/2014/main" xmlns="" id="{BC368CDB-F1CC-59D2-7995-135533D90778}"/>
              </a:ext>
            </a:extLst>
          </p:cNvPr>
          <p:cNvSpPr>
            <a:spLocks noChangeArrowheads="1"/>
          </p:cNvSpPr>
          <p:nvPr/>
        </p:nvSpPr>
        <p:spPr bwMode="auto">
          <a:xfrm>
            <a:off x="6876255" y="5055553"/>
            <a:ext cx="3473450" cy="1065212"/>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buClr>
                <a:srgbClr val="DC0081"/>
              </a:buClr>
              <a:buFont typeface="Wingdings" panose="05000000000000000000" pitchFamily="2" charset="2"/>
              <a:buNone/>
            </a:pPr>
            <a:r>
              <a:rPr lang="en-US" altLang="fr-FR" sz="1600" b="0">
                <a:solidFill>
                  <a:srgbClr val="000000"/>
                </a:solidFill>
              </a:rPr>
              <a:t>Renvoie le nombre de lignes affectées (utile pour les INSERT, UPDATE et DELETE)</a:t>
            </a:r>
            <a:endParaRPr lang="en-US" altLang="fr-FR" sz="1600">
              <a:solidFill>
                <a:srgbClr val="000000"/>
              </a:solidFill>
            </a:endParaRPr>
          </a:p>
        </p:txBody>
      </p:sp>
      <p:pic>
        <p:nvPicPr>
          <p:cNvPr id="16393" name="Picture 47" descr="arrow03">
            <a:extLst>
              <a:ext uri="{FF2B5EF4-FFF2-40B4-BE49-F238E27FC236}">
                <a16:creationId xmlns:a16="http://schemas.microsoft.com/office/drawing/2014/main" xmlns="" id="{2CB737CB-836D-DADE-11E5-0F2C534995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0768" y="4306254"/>
            <a:ext cx="1958975"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4" name="Picture 47" descr="arrow03">
            <a:extLst>
              <a:ext uri="{FF2B5EF4-FFF2-40B4-BE49-F238E27FC236}">
                <a16:creationId xmlns:a16="http://schemas.microsoft.com/office/drawing/2014/main" xmlns="" id="{32FEDF6C-2D67-1F33-524B-176FC19BD9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1637080">
            <a:off x="4790281" y="4936491"/>
            <a:ext cx="19589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5" name="AutoShape 5">
            <a:extLst>
              <a:ext uri="{FF2B5EF4-FFF2-40B4-BE49-F238E27FC236}">
                <a16:creationId xmlns:a16="http://schemas.microsoft.com/office/drawing/2014/main" xmlns="" id="{61946484-CF35-9812-2F49-7B3F28DA978D}"/>
              </a:ext>
            </a:extLst>
          </p:cNvPr>
          <p:cNvSpPr>
            <a:spLocks noChangeArrowheads="1"/>
          </p:cNvSpPr>
          <p:nvPr/>
        </p:nvSpPr>
        <p:spPr bwMode="auto">
          <a:xfrm>
            <a:off x="2809081" y="5622290"/>
            <a:ext cx="3830637" cy="8763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solidFill>
                  <a:srgbClr val="000000"/>
                </a:solidFill>
              </a:rPr>
              <a:t>Utiliser des paramètres pour limiter les attaques par injection</a:t>
            </a:r>
          </a:p>
        </p:txBody>
      </p:sp>
      <p:pic>
        <p:nvPicPr>
          <p:cNvPr id="16396" name="Picture 3" descr="C:\temp\MSL_PNG_Object_Library\Hacker.png">
            <a:extLst>
              <a:ext uri="{FF2B5EF4-FFF2-40B4-BE49-F238E27FC236}">
                <a16:creationId xmlns:a16="http://schemas.microsoft.com/office/drawing/2014/main" xmlns="" id="{73AB28F3-406E-7CAC-F8A1-9F0B83F8912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10543" y="5515929"/>
            <a:ext cx="122396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7" name="AutoShape 4">
            <a:extLst>
              <a:ext uri="{FF2B5EF4-FFF2-40B4-BE49-F238E27FC236}">
                <a16:creationId xmlns:a16="http://schemas.microsoft.com/office/drawing/2014/main" xmlns="" id="{5301C4C8-54B5-C51B-5DA0-1D6EFFD50D66}"/>
              </a:ext>
            </a:extLst>
          </p:cNvPr>
          <p:cNvSpPr>
            <a:spLocks noChangeArrowheads="1"/>
          </p:cNvSpPr>
          <p:nvPr/>
        </p:nvSpPr>
        <p:spPr bwMode="auto">
          <a:xfrm>
            <a:off x="1710531" y="1145541"/>
            <a:ext cx="8770937" cy="2068513"/>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endParaRPr lang="da-DK" altLang="fr-FR" sz="2200">
              <a:solidFill>
                <a:srgbClr val="000000"/>
              </a:solidFill>
              <a:latin typeface="Arial Narrow" panose="020B0606020202030204" pitchFamily="34" charset="0"/>
            </a:endParaRPr>
          </a:p>
        </p:txBody>
      </p:sp>
      <p:sp>
        <p:nvSpPr>
          <p:cNvPr id="16398" name="AutoShape 5">
            <a:extLst>
              <a:ext uri="{FF2B5EF4-FFF2-40B4-BE49-F238E27FC236}">
                <a16:creationId xmlns:a16="http://schemas.microsoft.com/office/drawing/2014/main" xmlns="" id="{D5F3D3F6-A111-CF69-781F-48489C8E7B49}"/>
              </a:ext>
            </a:extLst>
          </p:cNvPr>
          <p:cNvSpPr>
            <a:spLocks noChangeArrowheads="1"/>
          </p:cNvSpPr>
          <p:nvPr/>
        </p:nvSpPr>
        <p:spPr bwMode="auto">
          <a:xfrm>
            <a:off x="1888331" y="1250316"/>
            <a:ext cx="8461375" cy="49847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nchor="ctr"/>
          <a:lstStyle>
            <a:lvl1pPr marL="231775" indent="-23177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b="0">
                <a:solidFill>
                  <a:srgbClr val="000000"/>
                </a:solidFill>
              </a:rPr>
              <a:t>L’objet </a:t>
            </a:r>
            <a:r>
              <a:rPr lang="en-US" altLang="fr-FR">
                <a:solidFill>
                  <a:srgbClr val="000000"/>
                </a:solidFill>
              </a:rPr>
              <a:t>DbCommand</a:t>
            </a:r>
            <a:r>
              <a:rPr lang="en-US" altLang="fr-FR" b="0">
                <a:solidFill>
                  <a:srgbClr val="000000"/>
                </a:solidFill>
              </a:rPr>
              <a:t> transmet les requêtes à la base</a:t>
            </a:r>
          </a:p>
        </p:txBody>
      </p:sp>
      <p:sp>
        <p:nvSpPr>
          <p:cNvPr id="16399" name="AutoShape 5">
            <a:extLst>
              <a:ext uri="{FF2B5EF4-FFF2-40B4-BE49-F238E27FC236}">
                <a16:creationId xmlns:a16="http://schemas.microsoft.com/office/drawing/2014/main" xmlns="" id="{54104211-FEFB-C982-4A5E-D5F62796B666}"/>
              </a:ext>
            </a:extLst>
          </p:cNvPr>
          <p:cNvSpPr>
            <a:spLocks noChangeArrowheads="1"/>
          </p:cNvSpPr>
          <p:nvPr/>
        </p:nvSpPr>
        <p:spPr bwMode="auto">
          <a:xfrm>
            <a:off x="1889918" y="1850391"/>
            <a:ext cx="8461375" cy="129222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nchor="ctr"/>
          <a:lstStyle>
            <a:lvl1pPr marL="231775" indent="-23177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b="0">
                <a:solidFill>
                  <a:srgbClr val="000000"/>
                </a:solidFill>
              </a:rPr>
              <a:t>Pour définir la connexion et la requête de l’objet </a:t>
            </a:r>
            <a:r>
              <a:rPr lang="en-US" altLang="fr-FR">
                <a:solidFill>
                  <a:srgbClr val="000000"/>
                </a:solidFill>
              </a:rPr>
              <a:t>DbCommand</a:t>
            </a:r>
            <a:endParaRPr lang="en-US" altLang="fr-FR" b="0">
              <a:solidFill>
                <a:srgbClr val="000000"/>
              </a:solidFill>
            </a:endParaRPr>
          </a:p>
          <a:p>
            <a:pPr eaLnBrk="1" hangingPunct="1">
              <a:lnSpc>
                <a:spcPct val="90000"/>
              </a:lnSpc>
              <a:spcBef>
                <a:spcPct val="40000"/>
              </a:spcBef>
              <a:buSzPct val="80000"/>
              <a:buFontTx/>
              <a:buBlip>
                <a:blip r:embed="rId3"/>
              </a:buBlip>
            </a:pPr>
            <a:r>
              <a:rPr lang="en-US" altLang="fr-FR" b="0">
                <a:solidFill>
                  <a:srgbClr val="000000"/>
                </a:solidFill>
              </a:rPr>
              <a:t>Utilisation du constructeur</a:t>
            </a:r>
          </a:p>
          <a:p>
            <a:pPr eaLnBrk="1" hangingPunct="1">
              <a:lnSpc>
                <a:spcPct val="90000"/>
              </a:lnSpc>
              <a:spcBef>
                <a:spcPct val="40000"/>
              </a:spcBef>
              <a:buSzPct val="80000"/>
              <a:buFontTx/>
              <a:buBlip>
                <a:blip r:embed="rId3"/>
              </a:buBlip>
            </a:pPr>
            <a:r>
              <a:rPr lang="en-US" altLang="fr-FR" b="0">
                <a:solidFill>
                  <a:srgbClr val="000000"/>
                </a:solidFill>
              </a:rPr>
              <a:t>Utilisation des propriétés </a:t>
            </a:r>
            <a:r>
              <a:rPr lang="en-US" altLang="fr-FR">
                <a:solidFill>
                  <a:srgbClr val="000000"/>
                </a:solidFill>
              </a:rPr>
              <a:t>Connection</a:t>
            </a:r>
            <a:r>
              <a:rPr lang="en-US" altLang="fr-FR" b="0">
                <a:solidFill>
                  <a:srgbClr val="000000"/>
                </a:solidFill>
              </a:rPr>
              <a:t>, </a:t>
            </a:r>
            <a:r>
              <a:rPr lang="en-US" altLang="fr-FR">
                <a:solidFill>
                  <a:srgbClr val="000000"/>
                </a:solidFill>
              </a:rPr>
              <a:t>CommandType </a:t>
            </a:r>
            <a:r>
              <a:rPr lang="en-US" altLang="fr-FR" b="0">
                <a:solidFill>
                  <a:srgbClr val="000000"/>
                </a:solidFill>
              </a:rPr>
              <a:t>et </a:t>
            </a:r>
            <a:r>
              <a:rPr lang="en-US" altLang="fr-FR">
                <a:solidFill>
                  <a:srgbClr val="000000"/>
                </a:solidFill>
              </a:rPr>
              <a:t>CommandText</a:t>
            </a:r>
            <a:endParaRPr lang="en-US" altLang="fr-FR" b="0">
              <a:solidFill>
                <a:srgbClr val="0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xmlns="" id="{E9E1A448-74F3-5F73-83B6-F42EE9DCF99C}"/>
              </a:ext>
            </a:extLst>
          </p:cNvPr>
          <p:cNvSpPr>
            <a:spLocks noGrp="1" noChangeArrowheads="1"/>
          </p:cNvSpPr>
          <p:nvPr>
            <p:ph type="title"/>
          </p:nvPr>
        </p:nvSpPr>
        <p:spPr>
          <a:xfrm>
            <a:off x="1472497" y="408076"/>
            <a:ext cx="10393178" cy="639294"/>
          </a:xfrm>
        </p:spPr>
        <p:txBody>
          <a:bodyPr/>
          <a:lstStyle/>
          <a:p>
            <a:pPr eaLnBrk="1" hangingPunct="1"/>
            <a:r>
              <a:rPr lang="fr-FR" altLang="fr-FR" dirty="0"/>
              <a:t>Parcours des données par </a:t>
            </a:r>
            <a:r>
              <a:rPr lang="fr-FR" altLang="fr-FR" dirty="0" err="1"/>
              <a:t>DbDataReader</a:t>
            </a:r>
            <a:endParaRPr lang="fr-FR" altLang="fr-FR" dirty="0"/>
          </a:p>
        </p:txBody>
      </p:sp>
      <p:sp>
        <p:nvSpPr>
          <p:cNvPr id="17412" name="AutoShape 4">
            <a:extLst>
              <a:ext uri="{FF2B5EF4-FFF2-40B4-BE49-F238E27FC236}">
                <a16:creationId xmlns:a16="http://schemas.microsoft.com/office/drawing/2014/main" xmlns="" id="{4F2F1D7F-FBE1-B60D-6593-6A0C167708B0}"/>
              </a:ext>
            </a:extLst>
          </p:cNvPr>
          <p:cNvSpPr>
            <a:spLocks noChangeArrowheads="1"/>
          </p:cNvSpPr>
          <p:nvPr/>
        </p:nvSpPr>
        <p:spPr bwMode="auto">
          <a:xfrm>
            <a:off x="1710531" y="952691"/>
            <a:ext cx="8770937" cy="3636962"/>
          </a:xfrm>
          <a:prstGeom prst="roundRect">
            <a:avLst>
              <a:gd name="adj" fmla="val 3380"/>
            </a:avLst>
          </a:prstGeom>
          <a:solidFill>
            <a:srgbClr val="BBCDE3"/>
          </a:solidFill>
          <a:ln w="9525" algn="ctr">
            <a:solidFill>
              <a:srgbClr val="333333"/>
            </a:solidFill>
            <a:round/>
            <a:headEnd/>
            <a:tailEnd/>
          </a:ln>
        </p:spPr>
        <p:txBody>
          <a:bodyPr/>
          <a:lstStyle>
            <a:lvl1pPr marL="109538"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endParaRPr lang="da-DK" altLang="fr-FR" sz="2200">
              <a:solidFill>
                <a:srgbClr val="000000"/>
              </a:solidFill>
              <a:latin typeface="Arial Narrow" panose="020B0606020202030204" pitchFamily="34" charset="0"/>
            </a:endParaRPr>
          </a:p>
        </p:txBody>
      </p:sp>
      <p:graphicFrame>
        <p:nvGraphicFramePr>
          <p:cNvPr id="19" name="Table 18">
            <a:extLst>
              <a:ext uri="{FF2B5EF4-FFF2-40B4-BE49-F238E27FC236}">
                <a16:creationId xmlns:a16="http://schemas.microsoft.com/office/drawing/2014/main" xmlns="" id="{E56288FB-B56E-5E11-F39B-47D45883409C}"/>
              </a:ext>
            </a:extLst>
          </p:cNvPr>
          <p:cNvGraphicFramePr>
            <a:graphicFrameLocks noGrp="1"/>
          </p:cNvGraphicFramePr>
          <p:nvPr>
            <p:extLst>
              <p:ext uri="{D42A27DB-BD31-4B8C-83A1-F6EECF244321}">
                <p14:modId xmlns:p14="http://schemas.microsoft.com/office/powerpoint/2010/main" val="4092312774"/>
              </p:ext>
            </p:extLst>
          </p:nvPr>
        </p:nvGraphicFramePr>
        <p:xfrm>
          <a:off x="1929605" y="1862329"/>
          <a:ext cx="4406900" cy="2163763"/>
        </p:xfrm>
        <a:graphic>
          <a:graphicData uri="http://schemas.openxmlformats.org/drawingml/2006/table">
            <a:tbl>
              <a:tblPr firstRow="1" bandRow="1">
                <a:tableStyleId>{00A15C55-8517-42AA-B614-E9B94910E393}</a:tableStyleId>
              </a:tblPr>
              <a:tblGrid>
                <a:gridCol w="612365">
                  <a:extLst>
                    <a:ext uri="{9D8B030D-6E8A-4147-A177-3AD203B41FA5}">
                      <a16:colId xmlns:a16="http://schemas.microsoft.com/office/drawing/2014/main" xmlns="" val="20000"/>
                    </a:ext>
                  </a:extLst>
                </a:gridCol>
                <a:gridCol w="1667187">
                  <a:extLst>
                    <a:ext uri="{9D8B030D-6E8A-4147-A177-3AD203B41FA5}">
                      <a16:colId xmlns:a16="http://schemas.microsoft.com/office/drawing/2014/main" xmlns="" val="20001"/>
                    </a:ext>
                  </a:extLst>
                </a:gridCol>
                <a:gridCol w="2127348">
                  <a:extLst>
                    <a:ext uri="{9D8B030D-6E8A-4147-A177-3AD203B41FA5}">
                      <a16:colId xmlns:a16="http://schemas.microsoft.com/office/drawing/2014/main" xmlns="" val="20002"/>
                    </a:ext>
                  </a:extLst>
                </a:gridCol>
              </a:tblGrid>
              <a:tr h="652235">
                <a:tc>
                  <a:txBody>
                    <a:bodyPr/>
                    <a:lstStyle/>
                    <a:p>
                      <a:r>
                        <a:rPr lang="en-GB" sz="1800" dirty="0"/>
                        <a:t>Id</a:t>
                      </a:r>
                      <a:endParaRPr lang="en-US" sz="1800" dirty="0"/>
                    </a:p>
                  </a:txBody>
                  <a:tcPr marT="45706" marB="45706"/>
                </a:tc>
                <a:tc>
                  <a:txBody>
                    <a:bodyPr/>
                    <a:lstStyle/>
                    <a:p>
                      <a:r>
                        <a:rPr lang="en-GB" sz="1800" dirty="0" err="1"/>
                        <a:t>FirstName</a:t>
                      </a:r>
                      <a:endParaRPr lang="en-US" sz="1800" dirty="0"/>
                    </a:p>
                  </a:txBody>
                  <a:tcPr marT="45706" marB="45706"/>
                </a:tc>
                <a:tc>
                  <a:txBody>
                    <a:bodyPr/>
                    <a:lstStyle/>
                    <a:p>
                      <a:r>
                        <a:rPr lang="en-GB" sz="1800" dirty="0" err="1"/>
                        <a:t>LastName</a:t>
                      </a:r>
                      <a:endParaRPr lang="en-US" sz="1800" dirty="0"/>
                    </a:p>
                  </a:txBody>
                  <a:tcPr marT="45706" marB="45706"/>
                </a:tc>
                <a:extLst>
                  <a:ext uri="{0D108BD9-81ED-4DB2-BD59-A6C34878D82A}">
                    <a16:rowId xmlns:a16="http://schemas.microsoft.com/office/drawing/2014/main" xmlns="" val="10000"/>
                  </a:ext>
                </a:extLst>
              </a:tr>
              <a:tr h="377882">
                <a:tc>
                  <a:txBody>
                    <a:bodyPr/>
                    <a:lstStyle/>
                    <a:p>
                      <a:r>
                        <a:rPr lang="en-GB" sz="1800" dirty="0"/>
                        <a:t>1</a:t>
                      </a:r>
                      <a:endParaRPr lang="en-US" sz="1800" dirty="0"/>
                    </a:p>
                  </a:txBody>
                  <a:tcPr marT="45706" marB="45706"/>
                </a:tc>
                <a:tc>
                  <a:txBody>
                    <a:bodyPr/>
                    <a:lstStyle/>
                    <a:p>
                      <a:r>
                        <a:rPr lang="en-GB" sz="1800" dirty="0"/>
                        <a:t>Kim</a:t>
                      </a:r>
                      <a:endParaRPr lang="en-US" sz="1800" dirty="0"/>
                    </a:p>
                  </a:txBody>
                  <a:tcPr marT="45706" marB="45706"/>
                </a:tc>
                <a:tc>
                  <a:txBody>
                    <a:bodyPr/>
                    <a:lstStyle/>
                    <a:p>
                      <a:r>
                        <a:rPr lang="en-GB" sz="1800" dirty="0"/>
                        <a:t>Abercrombie</a:t>
                      </a:r>
                      <a:endParaRPr lang="en-US" sz="1800" dirty="0"/>
                    </a:p>
                  </a:txBody>
                  <a:tcPr marT="45706" marB="45706"/>
                </a:tc>
                <a:extLst>
                  <a:ext uri="{0D108BD9-81ED-4DB2-BD59-A6C34878D82A}">
                    <a16:rowId xmlns:a16="http://schemas.microsoft.com/office/drawing/2014/main" xmlns="" val="10001"/>
                  </a:ext>
                </a:extLst>
              </a:tr>
              <a:tr h="377882">
                <a:tc>
                  <a:txBody>
                    <a:bodyPr/>
                    <a:lstStyle/>
                    <a:p>
                      <a:r>
                        <a:rPr lang="en-GB" sz="1800" dirty="0"/>
                        <a:t>2</a:t>
                      </a:r>
                      <a:endParaRPr lang="en-US" sz="1800" dirty="0"/>
                    </a:p>
                  </a:txBody>
                  <a:tcPr marT="45706" marB="45706"/>
                </a:tc>
                <a:tc>
                  <a:txBody>
                    <a:bodyPr/>
                    <a:lstStyle/>
                    <a:p>
                      <a:r>
                        <a:rPr lang="en-GB" sz="1800" dirty="0"/>
                        <a:t>Ronald</a:t>
                      </a:r>
                      <a:endParaRPr lang="en-US" sz="1800" dirty="0"/>
                    </a:p>
                  </a:txBody>
                  <a:tcPr marT="45706" marB="45706"/>
                </a:tc>
                <a:tc>
                  <a:txBody>
                    <a:bodyPr/>
                    <a:lstStyle/>
                    <a:p>
                      <a:r>
                        <a:rPr lang="en-GB" sz="1800" dirty="0"/>
                        <a:t>Adina</a:t>
                      </a:r>
                      <a:endParaRPr lang="en-US" sz="1800" dirty="0"/>
                    </a:p>
                  </a:txBody>
                  <a:tcPr marT="45706" marB="45706"/>
                </a:tc>
                <a:extLst>
                  <a:ext uri="{0D108BD9-81ED-4DB2-BD59-A6C34878D82A}">
                    <a16:rowId xmlns:a16="http://schemas.microsoft.com/office/drawing/2014/main" xmlns="" val="10002"/>
                  </a:ext>
                </a:extLst>
              </a:tr>
              <a:tr h="377882">
                <a:tc>
                  <a:txBody>
                    <a:bodyPr/>
                    <a:lstStyle/>
                    <a:p>
                      <a:r>
                        <a:rPr lang="en-GB" sz="1800" dirty="0"/>
                        <a:t>3</a:t>
                      </a:r>
                      <a:endParaRPr lang="en-US" sz="1800" dirty="0"/>
                    </a:p>
                  </a:txBody>
                  <a:tcPr marT="45706" marB="45706"/>
                </a:tc>
                <a:tc>
                  <a:txBody>
                    <a:bodyPr/>
                    <a:lstStyle/>
                    <a:p>
                      <a:r>
                        <a:rPr lang="en-GB" sz="1800" dirty="0"/>
                        <a:t>Anna</a:t>
                      </a:r>
                      <a:endParaRPr lang="en-US" sz="1800" dirty="0"/>
                    </a:p>
                  </a:txBody>
                  <a:tcPr marT="45706" marB="45706"/>
                </a:tc>
                <a:tc>
                  <a:txBody>
                    <a:bodyPr/>
                    <a:lstStyle/>
                    <a:p>
                      <a:r>
                        <a:rPr lang="en-GB" sz="1800" dirty="0"/>
                        <a:t>Albright</a:t>
                      </a:r>
                      <a:endParaRPr lang="en-US" sz="1800" dirty="0"/>
                    </a:p>
                  </a:txBody>
                  <a:tcPr marT="45706" marB="45706"/>
                </a:tc>
                <a:extLst>
                  <a:ext uri="{0D108BD9-81ED-4DB2-BD59-A6C34878D82A}">
                    <a16:rowId xmlns:a16="http://schemas.microsoft.com/office/drawing/2014/main" xmlns="" val="10003"/>
                  </a:ext>
                </a:extLst>
              </a:tr>
              <a:tr h="377882">
                <a:tc>
                  <a:txBody>
                    <a:bodyPr/>
                    <a:lstStyle/>
                    <a:p>
                      <a:r>
                        <a:rPr lang="en-GB" sz="1800" dirty="0"/>
                        <a:t>…</a:t>
                      </a:r>
                      <a:endParaRPr lang="en-US" sz="1800" dirty="0"/>
                    </a:p>
                  </a:txBody>
                  <a:tcPr marT="45706" marB="45706"/>
                </a:tc>
                <a:tc>
                  <a:txBody>
                    <a:bodyPr/>
                    <a:lstStyle/>
                    <a:p>
                      <a:r>
                        <a:rPr lang="en-GB" sz="1800" dirty="0"/>
                        <a:t>…</a:t>
                      </a:r>
                      <a:endParaRPr lang="en-US" sz="1800" dirty="0"/>
                    </a:p>
                  </a:txBody>
                  <a:tcPr marT="45706" marB="45706"/>
                </a:tc>
                <a:tc>
                  <a:txBody>
                    <a:bodyPr/>
                    <a:lstStyle/>
                    <a:p>
                      <a:r>
                        <a:rPr lang="en-GB" sz="1800" dirty="0"/>
                        <a:t>…</a:t>
                      </a:r>
                      <a:endParaRPr lang="en-US" sz="1800" dirty="0"/>
                    </a:p>
                  </a:txBody>
                  <a:tcPr marT="45706" marB="45706"/>
                </a:tc>
                <a:extLst>
                  <a:ext uri="{0D108BD9-81ED-4DB2-BD59-A6C34878D82A}">
                    <a16:rowId xmlns:a16="http://schemas.microsoft.com/office/drawing/2014/main" xmlns="" val="10004"/>
                  </a:ext>
                </a:extLst>
              </a:tr>
            </a:tbl>
          </a:graphicData>
        </a:graphic>
      </p:graphicFrame>
      <p:sp>
        <p:nvSpPr>
          <p:cNvPr id="17439" name="AutoShape 4">
            <a:extLst>
              <a:ext uri="{FF2B5EF4-FFF2-40B4-BE49-F238E27FC236}">
                <a16:creationId xmlns:a16="http://schemas.microsoft.com/office/drawing/2014/main" xmlns="" id="{67834FFB-C835-2D70-3DCB-DDE939695B81}"/>
              </a:ext>
            </a:extLst>
          </p:cNvPr>
          <p:cNvSpPr>
            <a:spLocks noChangeArrowheads="1"/>
          </p:cNvSpPr>
          <p:nvPr/>
        </p:nvSpPr>
        <p:spPr bwMode="auto">
          <a:xfrm>
            <a:off x="7122317" y="1782953"/>
            <a:ext cx="3130550" cy="706438"/>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buClr>
                <a:srgbClr val="DC0081"/>
              </a:buClr>
              <a:buFont typeface="Wingdings" panose="05000000000000000000" pitchFamily="2" charset="2"/>
              <a:buNone/>
            </a:pPr>
            <a:r>
              <a:rPr lang="en-US" altLang="fr-FR" sz="1600" b="0">
                <a:solidFill>
                  <a:srgbClr val="000000"/>
                </a:solidFill>
              </a:rPr>
              <a:t>La méthode </a:t>
            </a:r>
            <a:r>
              <a:rPr lang="en-US" altLang="fr-FR" sz="1600">
                <a:solidFill>
                  <a:srgbClr val="000000"/>
                </a:solidFill>
              </a:rPr>
              <a:t>Read</a:t>
            </a:r>
            <a:r>
              <a:rPr lang="en-US" altLang="fr-FR" sz="1600" b="0">
                <a:solidFill>
                  <a:srgbClr val="000000"/>
                </a:solidFill>
              </a:rPr>
              <a:t> permet d’avancer sur les données</a:t>
            </a:r>
          </a:p>
        </p:txBody>
      </p:sp>
      <p:pic>
        <p:nvPicPr>
          <p:cNvPr id="17440" name="Picture 2" descr="D:\MSL PNG Library\arrow11.png">
            <a:extLst>
              <a:ext uri="{FF2B5EF4-FFF2-40B4-BE49-F238E27FC236}">
                <a16:creationId xmlns:a16="http://schemas.microsoft.com/office/drawing/2014/main" xmlns="" id="{3099DBB7-19A2-1093-FA84-C67A67D892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9860000">
            <a:off x="6344442" y="2371917"/>
            <a:ext cx="782638"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41" name="AutoShape 4">
            <a:extLst>
              <a:ext uri="{FF2B5EF4-FFF2-40B4-BE49-F238E27FC236}">
                <a16:creationId xmlns:a16="http://schemas.microsoft.com/office/drawing/2014/main" xmlns="" id="{F674784F-6D05-B702-7FAF-F591DEC7D4BA}"/>
              </a:ext>
            </a:extLst>
          </p:cNvPr>
          <p:cNvSpPr>
            <a:spLocks noChangeArrowheads="1"/>
          </p:cNvSpPr>
          <p:nvPr/>
        </p:nvSpPr>
        <p:spPr bwMode="auto">
          <a:xfrm>
            <a:off x="1891505" y="4064191"/>
            <a:ext cx="1103312" cy="525462"/>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65000"/>
              </a:lnSpc>
              <a:buClr>
                <a:srgbClr val="DC0081"/>
              </a:buClr>
              <a:buFont typeface="Wingdings" panose="05000000000000000000" pitchFamily="2" charset="2"/>
              <a:buNone/>
            </a:pPr>
            <a:r>
              <a:rPr lang="en-US" altLang="fr-FR" sz="1600">
                <a:solidFill>
                  <a:srgbClr val="000000"/>
                </a:solidFill>
              </a:rPr>
              <a:t>GetInt32</a:t>
            </a:r>
          </a:p>
        </p:txBody>
      </p:sp>
      <p:sp>
        <p:nvSpPr>
          <p:cNvPr id="17442" name="AutoShape 4">
            <a:extLst>
              <a:ext uri="{FF2B5EF4-FFF2-40B4-BE49-F238E27FC236}">
                <a16:creationId xmlns:a16="http://schemas.microsoft.com/office/drawing/2014/main" xmlns="" id="{6BEE8C05-7497-CEDC-BDFC-C73CDF0BC774}"/>
              </a:ext>
            </a:extLst>
          </p:cNvPr>
          <p:cNvSpPr>
            <a:spLocks noChangeArrowheads="1"/>
          </p:cNvSpPr>
          <p:nvPr/>
        </p:nvSpPr>
        <p:spPr bwMode="auto">
          <a:xfrm>
            <a:off x="4291805" y="4061016"/>
            <a:ext cx="1270000" cy="525462"/>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65000"/>
              </a:lnSpc>
              <a:buClr>
                <a:srgbClr val="DC0081"/>
              </a:buClr>
              <a:buFont typeface="Wingdings" panose="05000000000000000000" pitchFamily="2" charset="2"/>
              <a:buNone/>
            </a:pPr>
            <a:r>
              <a:rPr lang="en-US" altLang="fr-FR" sz="1600">
                <a:solidFill>
                  <a:srgbClr val="000000"/>
                </a:solidFill>
              </a:rPr>
              <a:t>GetString</a:t>
            </a:r>
          </a:p>
        </p:txBody>
      </p:sp>
      <p:pic>
        <p:nvPicPr>
          <p:cNvPr id="17443" name="Picture 47" descr="arrow03">
            <a:extLst>
              <a:ext uri="{FF2B5EF4-FFF2-40B4-BE49-F238E27FC236}">
                <a16:creationId xmlns:a16="http://schemas.microsoft.com/office/drawing/2014/main" xmlns="" id="{977C1496-D726-967C-C42A-235DF8F1FA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005" y="3410142"/>
            <a:ext cx="133350"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44" name="Picture 47" descr="arrow03">
            <a:extLst>
              <a:ext uri="{FF2B5EF4-FFF2-40B4-BE49-F238E27FC236}">
                <a16:creationId xmlns:a16="http://schemas.microsoft.com/office/drawing/2014/main" xmlns="" id="{5FECF4A4-3A40-ADE2-CB69-832935A208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1867" y="3386328"/>
            <a:ext cx="133350"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45" name="AutoShape 4">
            <a:extLst>
              <a:ext uri="{FF2B5EF4-FFF2-40B4-BE49-F238E27FC236}">
                <a16:creationId xmlns:a16="http://schemas.microsoft.com/office/drawing/2014/main" xmlns="" id="{0E0DE385-68C0-27A0-1E8E-401D37201F76}"/>
              </a:ext>
            </a:extLst>
          </p:cNvPr>
          <p:cNvSpPr>
            <a:spLocks noChangeArrowheads="1"/>
          </p:cNvSpPr>
          <p:nvPr/>
        </p:nvSpPr>
        <p:spPr bwMode="auto">
          <a:xfrm>
            <a:off x="1897855" y="1124141"/>
            <a:ext cx="8426450" cy="577850"/>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65000"/>
              </a:lnSpc>
              <a:buClr>
                <a:srgbClr val="DC0081"/>
              </a:buClr>
              <a:buFont typeface="Wingdings" panose="05000000000000000000" pitchFamily="2" charset="2"/>
              <a:buNone/>
            </a:pPr>
            <a:r>
              <a:rPr lang="en-GB" altLang="fr-FR" sz="1600">
                <a:solidFill>
                  <a:srgbClr val="000000"/>
                </a:solidFill>
              </a:rPr>
              <a:t>DbDataReader</a:t>
            </a:r>
            <a:r>
              <a:rPr lang="en-GB" altLang="fr-FR" sz="1600" b="0">
                <a:solidFill>
                  <a:srgbClr val="000000"/>
                </a:solidFill>
              </a:rPr>
              <a:t>: flux lecture seule et avant uniquement sur les données</a:t>
            </a:r>
            <a:endParaRPr lang="en-US" altLang="fr-FR" sz="1600">
              <a:solidFill>
                <a:srgbClr val="000000"/>
              </a:solidFill>
            </a:endParaRPr>
          </a:p>
        </p:txBody>
      </p:sp>
      <p:sp>
        <p:nvSpPr>
          <p:cNvPr id="17446" name="AutoShape 4">
            <a:extLst>
              <a:ext uri="{FF2B5EF4-FFF2-40B4-BE49-F238E27FC236}">
                <a16:creationId xmlns:a16="http://schemas.microsoft.com/office/drawing/2014/main" xmlns="" id="{6E4AAB1F-AAC5-337E-F82B-A23D358C6967}"/>
              </a:ext>
            </a:extLst>
          </p:cNvPr>
          <p:cNvSpPr>
            <a:spLocks noChangeArrowheads="1"/>
          </p:cNvSpPr>
          <p:nvPr/>
        </p:nvSpPr>
        <p:spPr bwMode="auto">
          <a:xfrm>
            <a:off x="1691481" y="4697603"/>
            <a:ext cx="8789987" cy="2065338"/>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endParaRPr lang="da-DK" altLang="fr-FR" sz="2200">
              <a:solidFill>
                <a:srgbClr val="000000"/>
              </a:solidFill>
              <a:latin typeface="Arial Narrow" panose="020B0606020202030204" pitchFamily="34" charset="0"/>
            </a:endParaRPr>
          </a:p>
        </p:txBody>
      </p:sp>
      <p:sp>
        <p:nvSpPr>
          <p:cNvPr id="32" name="AutoShape 4">
            <a:extLst>
              <a:ext uri="{FF2B5EF4-FFF2-40B4-BE49-F238E27FC236}">
                <a16:creationId xmlns:a16="http://schemas.microsoft.com/office/drawing/2014/main" xmlns="" id="{18D70775-C004-6848-6404-19813605C086}"/>
              </a:ext>
            </a:extLst>
          </p:cNvPr>
          <p:cNvSpPr>
            <a:spLocks noChangeArrowheads="1"/>
          </p:cNvSpPr>
          <p:nvPr/>
        </p:nvSpPr>
        <p:spPr bwMode="auto">
          <a:xfrm>
            <a:off x="1834356" y="4761104"/>
            <a:ext cx="8512175" cy="1933575"/>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lstStyle/>
          <a:p>
            <a:pPr eaLnBrk="0" hangingPunct="0">
              <a:lnSpc>
                <a:spcPct val="165000"/>
              </a:lnSpc>
              <a:buClr>
                <a:srgbClr val="DC0081"/>
              </a:buClr>
              <a:buFont typeface="Wingdings" pitchFamily="2" charset="2"/>
              <a:buNone/>
              <a:defRPr/>
            </a:pPr>
            <a:r>
              <a:rPr lang="en-GB" sz="1600" dirty="0">
                <a:solidFill>
                  <a:srgbClr val="000000"/>
                </a:solidFill>
                <a:cs typeface="Arial" charset="0"/>
              </a:rPr>
              <a:t>Trois </a:t>
            </a:r>
            <a:r>
              <a:rPr lang="en-GB" sz="1600" dirty="0" err="1">
                <a:solidFill>
                  <a:srgbClr val="000000"/>
                </a:solidFill>
                <a:cs typeface="Arial" charset="0"/>
              </a:rPr>
              <a:t>propriétés</a:t>
            </a:r>
            <a:r>
              <a:rPr lang="en-GB" sz="1600" dirty="0">
                <a:solidFill>
                  <a:srgbClr val="000000"/>
                </a:solidFill>
                <a:cs typeface="Arial" charset="0"/>
              </a:rPr>
              <a:t> nous </a:t>
            </a:r>
            <a:r>
              <a:rPr lang="en-GB" sz="1600" dirty="0" err="1">
                <a:solidFill>
                  <a:srgbClr val="000000"/>
                </a:solidFill>
                <a:cs typeface="Arial" charset="0"/>
              </a:rPr>
              <a:t>renseignent</a:t>
            </a:r>
            <a:r>
              <a:rPr lang="en-GB" sz="1600" dirty="0">
                <a:solidFill>
                  <a:srgbClr val="000000"/>
                </a:solidFill>
                <a:cs typeface="Arial" charset="0"/>
              </a:rPr>
              <a:t> sur </a:t>
            </a:r>
            <a:r>
              <a:rPr lang="en-GB" sz="1600" dirty="0" err="1">
                <a:solidFill>
                  <a:srgbClr val="000000"/>
                </a:solidFill>
                <a:cs typeface="Arial" charset="0"/>
              </a:rPr>
              <a:t>l’état</a:t>
            </a:r>
            <a:r>
              <a:rPr lang="en-GB" sz="1600" dirty="0">
                <a:solidFill>
                  <a:srgbClr val="000000"/>
                </a:solidFill>
                <a:cs typeface="Arial" charset="0"/>
              </a:rPr>
              <a:t> du </a:t>
            </a:r>
            <a:r>
              <a:rPr lang="en-GB" sz="1600" dirty="0" err="1">
                <a:solidFill>
                  <a:srgbClr val="000000"/>
                </a:solidFill>
                <a:cs typeface="Arial" charset="0"/>
              </a:rPr>
              <a:t>DbDataReader</a:t>
            </a:r>
            <a:r>
              <a:rPr lang="en-GB" sz="1600" dirty="0">
                <a:solidFill>
                  <a:srgbClr val="000000"/>
                </a:solidFill>
                <a:cs typeface="Arial" charset="0"/>
              </a:rPr>
              <a:t>:</a:t>
            </a:r>
          </a:p>
          <a:p>
            <a:pPr marL="261938" indent="-174625" eaLnBrk="0" hangingPunct="0">
              <a:lnSpc>
                <a:spcPct val="150000"/>
              </a:lnSpc>
              <a:buClr>
                <a:srgbClr val="006699"/>
              </a:buClr>
              <a:buFontTx/>
              <a:buChar char="•"/>
              <a:defRPr/>
            </a:pPr>
            <a:r>
              <a:rPr lang="en-GB" sz="1600" dirty="0" err="1">
                <a:solidFill>
                  <a:srgbClr val="000000"/>
                </a:solidFill>
                <a:cs typeface="Arial" charset="0"/>
              </a:rPr>
              <a:t>HasRows</a:t>
            </a:r>
            <a:r>
              <a:rPr lang="en-GB" sz="1600" dirty="0">
                <a:solidFill>
                  <a:srgbClr val="000000"/>
                </a:solidFill>
                <a:cs typeface="Arial" charset="0"/>
              </a:rPr>
              <a:t>—</a:t>
            </a:r>
            <a:r>
              <a:rPr lang="en-GB" sz="1600" dirty="0" err="1">
                <a:solidFill>
                  <a:srgbClr val="000000"/>
                </a:solidFill>
                <a:cs typeface="Arial" charset="0"/>
              </a:rPr>
              <a:t>Renvoie</a:t>
            </a:r>
            <a:r>
              <a:rPr lang="en-GB" sz="1600" dirty="0">
                <a:solidFill>
                  <a:srgbClr val="000000"/>
                </a:solidFill>
                <a:cs typeface="Arial" charset="0"/>
              </a:rPr>
              <a:t> true </a:t>
            </a:r>
            <a:r>
              <a:rPr lang="en-GB" sz="1600" dirty="0" err="1">
                <a:solidFill>
                  <a:srgbClr val="000000"/>
                </a:solidFill>
                <a:cs typeface="Arial" charset="0"/>
              </a:rPr>
              <a:t>si</a:t>
            </a:r>
            <a:r>
              <a:rPr lang="en-GB" sz="1600" dirty="0">
                <a:solidFill>
                  <a:srgbClr val="000000"/>
                </a:solidFill>
                <a:cs typeface="Arial" charset="0"/>
              </a:rPr>
              <a:t> </a:t>
            </a:r>
            <a:r>
              <a:rPr lang="en-GB" sz="1600" dirty="0" err="1">
                <a:solidFill>
                  <a:srgbClr val="000000"/>
                </a:solidFill>
                <a:cs typeface="Arial" charset="0"/>
              </a:rPr>
              <a:t>l’objet</a:t>
            </a:r>
            <a:r>
              <a:rPr lang="en-GB" sz="1600" dirty="0">
                <a:solidFill>
                  <a:srgbClr val="000000"/>
                </a:solidFill>
                <a:cs typeface="Arial" charset="0"/>
              </a:rPr>
              <a:t> </a:t>
            </a:r>
            <a:r>
              <a:rPr lang="en-GB" sz="1600" dirty="0" err="1">
                <a:solidFill>
                  <a:srgbClr val="000000"/>
                </a:solidFill>
                <a:cs typeface="Arial" charset="0"/>
              </a:rPr>
              <a:t>contient</a:t>
            </a:r>
            <a:r>
              <a:rPr lang="en-GB" sz="1600" dirty="0">
                <a:solidFill>
                  <a:srgbClr val="000000"/>
                </a:solidFill>
                <a:cs typeface="Arial" charset="0"/>
              </a:rPr>
              <a:t> </a:t>
            </a:r>
            <a:r>
              <a:rPr lang="en-GB" sz="1600" dirty="0" err="1">
                <a:solidFill>
                  <a:srgbClr val="000000"/>
                </a:solidFill>
                <a:cs typeface="Arial" charset="0"/>
              </a:rPr>
              <a:t>une</a:t>
            </a:r>
            <a:r>
              <a:rPr lang="en-GB" sz="1600" dirty="0">
                <a:solidFill>
                  <a:srgbClr val="000000"/>
                </a:solidFill>
                <a:cs typeface="Arial" charset="0"/>
              </a:rPr>
              <a:t> </a:t>
            </a:r>
            <a:r>
              <a:rPr lang="en-GB" sz="1600" dirty="0" err="1">
                <a:solidFill>
                  <a:srgbClr val="000000"/>
                </a:solidFill>
                <a:cs typeface="Arial" charset="0"/>
              </a:rPr>
              <a:t>ou</a:t>
            </a:r>
            <a:r>
              <a:rPr lang="en-GB" sz="1600" dirty="0">
                <a:solidFill>
                  <a:srgbClr val="000000"/>
                </a:solidFill>
                <a:cs typeface="Arial" charset="0"/>
              </a:rPr>
              <a:t> </a:t>
            </a:r>
            <a:r>
              <a:rPr lang="en-GB" sz="1600" dirty="0" err="1">
                <a:solidFill>
                  <a:srgbClr val="000000"/>
                </a:solidFill>
                <a:cs typeface="Arial" charset="0"/>
              </a:rPr>
              <a:t>plusieurs</a:t>
            </a:r>
            <a:r>
              <a:rPr lang="en-GB" sz="1600" dirty="0">
                <a:solidFill>
                  <a:srgbClr val="000000"/>
                </a:solidFill>
                <a:cs typeface="Arial" charset="0"/>
              </a:rPr>
              <a:t> </a:t>
            </a:r>
            <a:r>
              <a:rPr lang="en-GB" sz="1600" dirty="0" err="1">
                <a:solidFill>
                  <a:srgbClr val="000000"/>
                </a:solidFill>
                <a:cs typeface="Arial" charset="0"/>
              </a:rPr>
              <a:t>lignes</a:t>
            </a:r>
            <a:endParaRPr lang="en-GB" sz="1600" dirty="0">
              <a:solidFill>
                <a:srgbClr val="000000"/>
              </a:solidFill>
              <a:cs typeface="Arial" charset="0"/>
            </a:endParaRPr>
          </a:p>
          <a:p>
            <a:pPr marL="261938" indent="-174625" eaLnBrk="0" hangingPunct="0">
              <a:lnSpc>
                <a:spcPct val="150000"/>
              </a:lnSpc>
              <a:buClr>
                <a:srgbClr val="006699"/>
              </a:buClr>
              <a:buFontTx/>
              <a:buChar char="•"/>
              <a:defRPr/>
            </a:pPr>
            <a:r>
              <a:rPr lang="en-GB" sz="1600" dirty="0" err="1">
                <a:solidFill>
                  <a:srgbClr val="000000"/>
                </a:solidFill>
                <a:cs typeface="Arial" charset="0"/>
              </a:rPr>
              <a:t>FieldCount</a:t>
            </a:r>
            <a:r>
              <a:rPr lang="en-GB" sz="1600" dirty="0">
                <a:solidFill>
                  <a:srgbClr val="000000"/>
                </a:solidFill>
                <a:cs typeface="Arial" charset="0"/>
              </a:rPr>
              <a:t>—Le </a:t>
            </a:r>
            <a:r>
              <a:rPr lang="en-GB" sz="1600" dirty="0" err="1">
                <a:solidFill>
                  <a:srgbClr val="000000"/>
                </a:solidFill>
                <a:cs typeface="Arial" charset="0"/>
              </a:rPr>
              <a:t>nombre</a:t>
            </a:r>
            <a:r>
              <a:rPr lang="en-GB" sz="1600" dirty="0">
                <a:solidFill>
                  <a:srgbClr val="000000"/>
                </a:solidFill>
                <a:cs typeface="Arial" charset="0"/>
              </a:rPr>
              <a:t> de champs sur la </a:t>
            </a:r>
            <a:r>
              <a:rPr lang="en-GB" sz="1600" dirty="0" err="1">
                <a:solidFill>
                  <a:srgbClr val="000000"/>
                </a:solidFill>
                <a:cs typeface="Arial" charset="0"/>
              </a:rPr>
              <a:t>ligne</a:t>
            </a:r>
            <a:r>
              <a:rPr lang="en-GB" sz="1600" dirty="0">
                <a:solidFill>
                  <a:srgbClr val="000000"/>
                </a:solidFill>
                <a:cs typeface="Arial" charset="0"/>
              </a:rPr>
              <a:t> </a:t>
            </a:r>
            <a:r>
              <a:rPr lang="en-GB" sz="1600" dirty="0" err="1">
                <a:solidFill>
                  <a:srgbClr val="000000"/>
                </a:solidFill>
                <a:cs typeface="Arial" charset="0"/>
              </a:rPr>
              <a:t>en</a:t>
            </a:r>
            <a:r>
              <a:rPr lang="en-GB" sz="1600" dirty="0">
                <a:solidFill>
                  <a:srgbClr val="000000"/>
                </a:solidFill>
                <a:cs typeface="Arial" charset="0"/>
              </a:rPr>
              <a:t> </a:t>
            </a:r>
            <a:r>
              <a:rPr lang="en-GB" sz="1600" dirty="0" err="1">
                <a:solidFill>
                  <a:srgbClr val="000000"/>
                </a:solidFill>
                <a:cs typeface="Arial" charset="0"/>
              </a:rPr>
              <a:t>cours</a:t>
            </a:r>
            <a:endParaRPr lang="en-GB" sz="1600" dirty="0">
              <a:solidFill>
                <a:srgbClr val="000000"/>
              </a:solidFill>
              <a:cs typeface="Arial" charset="0"/>
            </a:endParaRPr>
          </a:p>
          <a:p>
            <a:pPr marL="261938" indent="-174625" eaLnBrk="0" hangingPunct="0">
              <a:lnSpc>
                <a:spcPct val="150000"/>
              </a:lnSpc>
              <a:buClr>
                <a:srgbClr val="006699"/>
              </a:buClr>
              <a:buFontTx/>
              <a:buChar char="•"/>
              <a:defRPr/>
            </a:pPr>
            <a:r>
              <a:rPr lang="en-GB" sz="1600" dirty="0" err="1">
                <a:solidFill>
                  <a:srgbClr val="000000"/>
                </a:solidFill>
                <a:cs typeface="Arial" charset="0"/>
              </a:rPr>
              <a:t>RecordsAffected</a:t>
            </a:r>
            <a:r>
              <a:rPr lang="en-GB" sz="1600" dirty="0">
                <a:solidFill>
                  <a:srgbClr val="000000"/>
                </a:solidFill>
                <a:cs typeface="Arial" charset="0"/>
              </a:rPr>
              <a:t>—Le </a:t>
            </a:r>
            <a:r>
              <a:rPr lang="en-GB" sz="1600" dirty="0" err="1">
                <a:solidFill>
                  <a:srgbClr val="000000"/>
                </a:solidFill>
                <a:cs typeface="Arial" charset="0"/>
              </a:rPr>
              <a:t>nombre</a:t>
            </a:r>
            <a:r>
              <a:rPr lang="en-GB" sz="1600" dirty="0">
                <a:solidFill>
                  <a:srgbClr val="000000"/>
                </a:solidFill>
                <a:cs typeface="Arial" charset="0"/>
              </a:rPr>
              <a:t> de </a:t>
            </a:r>
            <a:r>
              <a:rPr lang="en-GB" sz="1600" dirty="0" err="1">
                <a:solidFill>
                  <a:srgbClr val="000000"/>
                </a:solidFill>
                <a:cs typeface="Arial" charset="0"/>
              </a:rPr>
              <a:t>lignes</a:t>
            </a:r>
            <a:r>
              <a:rPr lang="en-GB" sz="1600" dirty="0">
                <a:solidFill>
                  <a:srgbClr val="000000"/>
                </a:solidFill>
                <a:cs typeface="Arial" charset="0"/>
              </a:rPr>
              <a:t> </a:t>
            </a:r>
            <a:r>
              <a:rPr lang="en-GB" sz="1600" dirty="0" err="1">
                <a:solidFill>
                  <a:srgbClr val="000000"/>
                </a:solidFill>
                <a:cs typeface="Arial" charset="0"/>
              </a:rPr>
              <a:t>affectées</a:t>
            </a:r>
            <a:r>
              <a:rPr lang="en-GB" sz="1600" dirty="0">
                <a:solidFill>
                  <a:srgbClr val="000000"/>
                </a:solidFill>
                <a:cs typeface="Arial" charset="0"/>
              </a:rPr>
              <a:t> par </a:t>
            </a:r>
            <a:r>
              <a:rPr lang="en-GB" sz="1600" dirty="0" err="1">
                <a:solidFill>
                  <a:srgbClr val="000000"/>
                </a:solidFill>
                <a:cs typeface="Arial" charset="0"/>
              </a:rPr>
              <a:t>une</a:t>
            </a:r>
            <a:r>
              <a:rPr lang="en-GB" sz="1600" dirty="0">
                <a:solidFill>
                  <a:srgbClr val="000000"/>
                </a:solidFill>
                <a:cs typeface="Arial" charset="0"/>
              </a:rPr>
              <a:t> instruction INSERT, UPDATE </a:t>
            </a:r>
            <a:r>
              <a:rPr lang="en-GB" sz="1600" dirty="0" err="1">
                <a:solidFill>
                  <a:srgbClr val="000000"/>
                </a:solidFill>
                <a:cs typeface="Arial" charset="0"/>
              </a:rPr>
              <a:t>ou</a:t>
            </a:r>
            <a:r>
              <a:rPr lang="en-GB" sz="1600" dirty="0">
                <a:solidFill>
                  <a:srgbClr val="000000"/>
                </a:solidFill>
                <a:cs typeface="Arial" charset="0"/>
              </a:rPr>
              <a:t> DELETE</a:t>
            </a:r>
            <a:endParaRPr lang="en-US" sz="1600" dirty="0">
              <a:solidFill>
                <a:srgbClr val="000000"/>
              </a:solidFill>
              <a:cs typeface="Arial" charset="0"/>
            </a:endParaRPr>
          </a:p>
        </p:txBody>
      </p:sp>
      <p:sp>
        <p:nvSpPr>
          <p:cNvPr id="17448" name="AutoShape 4">
            <a:extLst>
              <a:ext uri="{FF2B5EF4-FFF2-40B4-BE49-F238E27FC236}">
                <a16:creationId xmlns:a16="http://schemas.microsoft.com/office/drawing/2014/main" xmlns="" id="{1FAA991A-F1A6-FFF4-53ED-9A5D044C1F44}"/>
              </a:ext>
            </a:extLst>
          </p:cNvPr>
          <p:cNvSpPr>
            <a:spLocks noChangeArrowheads="1"/>
          </p:cNvSpPr>
          <p:nvPr/>
        </p:nvSpPr>
        <p:spPr bwMode="auto">
          <a:xfrm>
            <a:off x="7122318" y="3616516"/>
            <a:ext cx="3122613" cy="900112"/>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buClr>
                <a:srgbClr val="DC0081"/>
              </a:buClr>
              <a:buFont typeface="Wingdings" panose="05000000000000000000" pitchFamily="2" charset="2"/>
              <a:buNone/>
            </a:pPr>
            <a:r>
              <a:rPr lang="en-US" altLang="fr-FR" sz="1600" b="0">
                <a:solidFill>
                  <a:srgbClr val="000000"/>
                </a:solidFill>
              </a:rPr>
              <a:t>La connexion est inutilisable tant que le </a:t>
            </a:r>
            <a:r>
              <a:rPr lang="en-US" altLang="fr-FR" sz="1600">
                <a:solidFill>
                  <a:srgbClr val="000000"/>
                </a:solidFill>
              </a:rPr>
              <a:t>DbDataReader</a:t>
            </a:r>
            <a:r>
              <a:rPr lang="en-US" altLang="fr-FR" sz="1600" b="0">
                <a:solidFill>
                  <a:srgbClr val="000000"/>
                </a:solidFill>
              </a:rPr>
              <a:t> est ouvert</a:t>
            </a:r>
          </a:p>
        </p:txBody>
      </p:sp>
      <p:pic>
        <p:nvPicPr>
          <p:cNvPr id="17449" name="Picture 3" descr="C:\temp\MSL_PNG_Object_Library\Event.png">
            <a:extLst>
              <a:ext uri="{FF2B5EF4-FFF2-40B4-BE49-F238E27FC236}">
                <a16:creationId xmlns:a16="http://schemas.microsoft.com/office/drawing/2014/main" xmlns="" id="{74831A3B-74C8-732A-C4A2-D1A6AA47A60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11080" y="3665728"/>
            <a:ext cx="1116012"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50" name="AutoShape 4">
            <a:extLst>
              <a:ext uri="{FF2B5EF4-FFF2-40B4-BE49-F238E27FC236}">
                <a16:creationId xmlns:a16="http://schemas.microsoft.com/office/drawing/2014/main" xmlns="" id="{AAF0B9E8-9C12-9B59-CC38-75E7B5790CC4}"/>
              </a:ext>
            </a:extLst>
          </p:cNvPr>
          <p:cNvSpPr>
            <a:spLocks noChangeArrowheads="1"/>
          </p:cNvSpPr>
          <p:nvPr/>
        </p:nvSpPr>
        <p:spPr bwMode="auto">
          <a:xfrm>
            <a:off x="7122318" y="2576703"/>
            <a:ext cx="3122613" cy="947738"/>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buClr>
                <a:srgbClr val="DC0081"/>
              </a:buClr>
              <a:buFont typeface="Wingdings" panose="05000000000000000000" pitchFamily="2" charset="2"/>
              <a:buNone/>
            </a:pPr>
            <a:r>
              <a:rPr lang="en-US" altLang="fr-FR" sz="1600" b="0">
                <a:solidFill>
                  <a:srgbClr val="000000"/>
                </a:solidFill>
              </a:rPr>
              <a:t>Deux indexeurs sont disponibles pour accéder aux données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xmlns="" id="{369A1D5D-9CDB-B5A5-E3B0-F6BA13F5E290}"/>
              </a:ext>
            </a:extLst>
          </p:cNvPr>
          <p:cNvSpPr>
            <a:spLocks noGrp="1" noChangeArrowheads="1"/>
          </p:cNvSpPr>
          <p:nvPr>
            <p:ph type="title"/>
          </p:nvPr>
        </p:nvSpPr>
        <p:spPr>
          <a:xfrm>
            <a:off x="1486094" y="507174"/>
            <a:ext cx="10393178" cy="639294"/>
          </a:xfrm>
        </p:spPr>
        <p:txBody>
          <a:bodyPr/>
          <a:lstStyle/>
          <a:p>
            <a:pPr eaLnBrk="1" hangingPunct="1"/>
            <a:r>
              <a:rPr lang="fr-FR" altLang="fr-FR" dirty="0"/>
              <a:t>Utilisation de commandes SQL</a:t>
            </a:r>
          </a:p>
        </p:txBody>
      </p:sp>
      <p:sp>
        <p:nvSpPr>
          <p:cNvPr id="18435" name="AutoShape 4">
            <a:extLst>
              <a:ext uri="{FF2B5EF4-FFF2-40B4-BE49-F238E27FC236}">
                <a16:creationId xmlns:a16="http://schemas.microsoft.com/office/drawing/2014/main" xmlns="" id="{968BA659-635D-A412-FAE1-24873D38F5FC}"/>
              </a:ext>
            </a:extLst>
          </p:cNvPr>
          <p:cNvSpPr>
            <a:spLocks noChangeArrowheads="1"/>
          </p:cNvSpPr>
          <p:nvPr/>
        </p:nvSpPr>
        <p:spPr bwMode="auto">
          <a:xfrm>
            <a:off x="1710531" y="1150177"/>
            <a:ext cx="8770937" cy="3705225"/>
          </a:xfrm>
          <a:prstGeom prst="roundRect">
            <a:avLst>
              <a:gd name="adj" fmla="val 3139"/>
            </a:avLst>
          </a:prstGeom>
          <a:solidFill>
            <a:srgbClr val="BBCDE3"/>
          </a:solidFill>
          <a:ln w="9525" algn="ctr">
            <a:solidFill>
              <a:srgbClr val="333333"/>
            </a:solidFill>
            <a:round/>
            <a:headEnd/>
            <a:tailEnd/>
          </a:ln>
        </p:spPr>
        <p:txBody>
          <a:bodyPr/>
          <a:lstStyle>
            <a:lvl1pPr marL="109538"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endParaRPr lang="da-DK" altLang="fr-FR" sz="2200">
              <a:solidFill>
                <a:srgbClr val="000000"/>
              </a:solidFill>
              <a:latin typeface="Arial Narrow" panose="020B0606020202030204" pitchFamily="34" charset="0"/>
            </a:endParaRPr>
          </a:p>
        </p:txBody>
      </p:sp>
      <p:sp>
        <p:nvSpPr>
          <p:cNvPr id="18436" name="AutoShape 4">
            <a:extLst>
              <a:ext uri="{FF2B5EF4-FFF2-40B4-BE49-F238E27FC236}">
                <a16:creationId xmlns:a16="http://schemas.microsoft.com/office/drawing/2014/main" xmlns="" id="{DA9F6331-AF77-4070-7D3B-B03E8B622F90}"/>
              </a:ext>
            </a:extLst>
          </p:cNvPr>
          <p:cNvSpPr>
            <a:spLocks noChangeArrowheads="1"/>
          </p:cNvSpPr>
          <p:nvPr/>
        </p:nvSpPr>
        <p:spPr bwMode="auto">
          <a:xfrm>
            <a:off x="1697831" y="4926839"/>
            <a:ext cx="8789987" cy="1731963"/>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endParaRPr lang="da-DK" altLang="fr-FR" sz="2200">
              <a:solidFill>
                <a:srgbClr val="000000"/>
              </a:solidFill>
              <a:latin typeface="Arial Narrow" panose="020B0606020202030204" pitchFamily="34" charset="0"/>
            </a:endParaRPr>
          </a:p>
        </p:txBody>
      </p:sp>
      <p:sp>
        <p:nvSpPr>
          <p:cNvPr id="18437" name="AutoShape 5">
            <a:extLst>
              <a:ext uri="{FF2B5EF4-FFF2-40B4-BE49-F238E27FC236}">
                <a16:creationId xmlns:a16="http://schemas.microsoft.com/office/drawing/2014/main" xmlns="" id="{78EE2C25-A877-E64B-0DCC-644F7F05EA42}"/>
              </a:ext>
            </a:extLst>
          </p:cNvPr>
          <p:cNvSpPr>
            <a:spLocks noChangeArrowheads="1"/>
          </p:cNvSpPr>
          <p:nvPr/>
        </p:nvSpPr>
        <p:spPr bwMode="auto">
          <a:xfrm>
            <a:off x="1858167" y="3510789"/>
            <a:ext cx="8534400" cy="114141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nchor="ctr"/>
          <a:lstStyle>
            <a:lvl1pPr marL="231775" indent="-23177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150000"/>
              </a:lnSpc>
              <a:spcBef>
                <a:spcPct val="40000"/>
              </a:spcBef>
              <a:buSzPct val="80000"/>
            </a:pPr>
            <a:r>
              <a:rPr lang="en-US" altLang="fr-FR" sz="1600">
                <a:solidFill>
                  <a:srgbClr val="000000"/>
                </a:solidFill>
              </a:rPr>
              <a:t>ExecuteNonQuery</a:t>
            </a:r>
            <a:r>
              <a:rPr lang="en-US" altLang="fr-FR" sz="1600" b="0">
                <a:solidFill>
                  <a:srgbClr val="000000"/>
                </a:solidFill>
              </a:rPr>
              <a:t> retourne le nombre de lignes affectées par la commande ou </a:t>
            </a:r>
            <a:r>
              <a:rPr lang="en-US" altLang="fr-FR" sz="1600">
                <a:solidFill>
                  <a:srgbClr val="000000"/>
                </a:solidFill>
              </a:rPr>
              <a:t>-1 </a:t>
            </a:r>
            <a:r>
              <a:rPr lang="en-US" altLang="fr-FR" sz="1600" b="0">
                <a:solidFill>
                  <a:srgbClr val="000000"/>
                </a:solidFill>
              </a:rPr>
              <a:t>dans le cas des procédures stockées</a:t>
            </a:r>
            <a:endParaRPr lang="en-US" altLang="fr-FR" sz="1600">
              <a:solidFill>
                <a:srgbClr val="000000"/>
              </a:solidFill>
            </a:endParaRPr>
          </a:p>
        </p:txBody>
      </p:sp>
      <p:sp>
        <p:nvSpPr>
          <p:cNvPr id="18438" name="AutoShape 4">
            <a:extLst>
              <a:ext uri="{FF2B5EF4-FFF2-40B4-BE49-F238E27FC236}">
                <a16:creationId xmlns:a16="http://schemas.microsoft.com/office/drawing/2014/main" xmlns="" id="{229ABAC5-1C18-27AC-5BCE-3E0AEDCE41E7}"/>
              </a:ext>
            </a:extLst>
          </p:cNvPr>
          <p:cNvSpPr>
            <a:spLocks noChangeArrowheads="1"/>
          </p:cNvSpPr>
          <p:nvPr/>
        </p:nvSpPr>
        <p:spPr bwMode="auto">
          <a:xfrm>
            <a:off x="1851818" y="1312102"/>
            <a:ext cx="8526463" cy="2041525"/>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lstStyle>
            <a:lvl1pPr marL="176213" indent="-1762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65000"/>
              </a:lnSpc>
              <a:buClr>
                <a:srgbClr val="DC0081"/>
              </a:buClr>
              <a:buFont typeface="Wingdings" panose="05000000000000000000" pitchFamily="2" charset="2"/>
              <a:buNone/>
            </a:pPr>
            <a:r>
              <a:rPr lang="en-GB" altLang="fr-FR" sz="1600" b="0">
                <a:solidFill>
                  <a:srgbClr val="000000"/>
                </a:solidFill>
              </a:rPr>
              <a:t>La méthode </a:t>
            </a:r>
            <a:r>
              <a:rPr lang="en-GB" altLang="fr-FR" sz="1600">
                <a:solidFill>
                  <a:srgbClr val="000000"/>
                </a:solidFill>
              </a:rPr>
              <a:t>DbCommand.ExecuteNonQuery</a:t>
            </a:r>
            <a:r>
              <a:rPr lang="en-GB" altLang="fr-FR" sz="1600" b="0">
                <a:solidFill>
                  <a:srgbClr val="000000"/>
                </a:solidFill>
              </a:rPr>
              <a:t> permet d’exécuter n’importe quelle commande SQL:</a:t>
            </a:r>
          </a:p>
          <a:p>
            <a:pPr>
              <a:lnSpc>
                <a:spcPct val="150000"/>
              </a:lnSpc>
              <a:buClr>
                <a:srgbClr val="006699"/>
              </a:buClr>
              <a:buFontTx/>
              <a:buChar char="•"/>
            </a:pPr>
            <a:r>
              <a:rPr lang="en-GB" altLang="fr-FR" sz="1600" b="0">
                <a:solidFill>
                  <a:srgbClr val="000000"/>
                </a:solidFill>
              </a:rPr>
              <a:t>INSERT, UPDATE, DELETE</a:t>
            </a:r>
          </a:p>
          <a:p>
            <a:pPr>
              <a:lnSpc>
                <a:spcPct val="150000"/>
              </a:lnSpc>
              <a:buClr>
                <a:srgbClr val="006699"/>
              </a:buClr>
              <a:buFontTx/>
              <a:buChar char="•"/>
            </a:pPr>
            <a:r>
              <a:rPr lang="en-GB" altLang="fr-FR" sz="1600" b="0">
                <a:solidFill>
                  <a:srgbClr val="000000"/>
                </a:solidFill>
              </a:rPr>
              <a:t>Opérations DDL (</a:t>
            </a:r>
            <a:r>
              <a:rPr lang="en-GB" altLang="fr-FR" sz="1600">
                <a:solidFill>
                  <a:srgbClr val="000000"/>
                </a:solidFill>
              </a:rPr>
              <a:t>CREATE</a:t>
            </a:r>
            <a:r>
              <a:rPr lang="en-GB" altLang="fr-FR" sz="1600" b="0">
                <a:solidFill>
                  <a:srgbClr val="000000"/>
                </a:solidFill>
              </a:rPr>
              <a:t>, </a:t>
            </a:r>
            <a:r>
              <a:rPr lang="en-GB" altLang="fr-FR" sz="1600">
                <a:solidFill>
                  <a:srgbClr val="000000"/>
                </a:solidFill>
              </a:rPr>
              <a:t>ALTER</a:t>
            </a:r>
            <a:r>
              <a:rPr lang="en-GB" altLang="fr-FR" sz="1600" b="0">
                <a:solidFill>
                  <a:srgbClr val="000000"/>
                </a:solidFill>
              </a:rPr>
              <a:t>, </a:t>
            </a:r>
            <a:r>
              <a:rPr lang="en-GB" altLang="fr-FR" sz="1600">
                <a:solidFill>
                  <a:srgbClr val="000000"/>
                </a:solidFill>
              </a:rPr>
              <a:t>DROP</a:t>
            </a:r>
            <a:r>
              <a:rPr lang="en-GB" altLang="fr-FR" sz="1600" b="0">
                <a:solidFill>
                  <a:srgbClr val="000000"/>
                </a:solidFill>
              </a:rPr>
              <a:t> ...)</a:t>
            </a:r>
          </a:p>
          <a:p>
            <a:pPr>
              <a:lnSpc>
                <a:spcPct val="150000"/>
              </a:lnSpc>
              <a:buClr>
                <a:srgbClr val="006699"/>
              </a:buClr>
              <a:buFontTx/>
              <a:buChar char="•"/>
            </a:pPr>
            <a:r>
              <a:rPr lang="en-GB" altLang="fr-FR" sz="1600" b="0">
                <a:solidFill>
                  <a:srgbClr val="000000"/>
                </a:solidFill>
              </a:rPr>
              <a:t>Procédures stockées</a:t>
            </a:r>
          </a:p>
        </p:txBody>
      </p:sp>
      <p:sp>
        <p:nvSpPr>
          <p:cNvPr id="18439" name="AutoShape 5">
            <a:extLst>
              <a:ext uri="{FF2B5EF4-FFF2-40B4-BE49-F238E27FC236}">
                <a16:creationId xmlns:a16="http://schemas.microsoft.com/office/drawing/2014/main" xmlns="" id="{5E0F37CA-35EA-AA44-5407-E99FDCC69A4E}"/>
              </a:ext>
            </a:extLst>
          </p:cNvPr>
          <p:cNvSpPr>
            <a:spLocks noChangeArrowheads="1"/>
          </p:cNvSpPr>
          <p:nvPr/>
        </p:nvSpPr>
        <p:spPr bwMode="auto">
          <a:xfrm>
            <a:off x="4423568" y="5096702"/>
            <a:ext cx="5548313" cy="132397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nchor="ctr"/>
          <a:lstStyle>
            <a:lvl1pPr marL="9207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150000"/>
              </a:lnSpc>
              <a:spcBef>
                <a:spcPct val="40000"/>
              </a:spcBef>
              <a:buSzPct val="80000"/>
            </a:pPr>
            <a:r>
              <a:rPr lang="en-US" altLang="fr-FR" sz="1600" b="0">
                <a:solidFill>
                  <a:srgbClr val="000000"/>
                </a:solidFill>
              </a:rPr>
              <a:t>Attention à ne pas utiliser un comtpe disposant de trop de privilèges dans la base de données</a:t>
            </a:r>
          </a:p>
        </p:txBody>
      </p:sp>
      <p:pic>
        <p:nvPicPr>
          <p:cNvPr id="18440" name="Picture 3" descr="C:\temp\MSL_PNG_Object_Library\Event.png">
            <a:extLst>
              <a:ext uri="{FF2B5EF4-FFF2-40B4-BE49-F238E27FC236}">
                <a16:creationId xmlns:a16="http://schemas.microsoft.com/office/drawing/2014/main" xmlns="" id="{3D9FEE19-63FB-E5E8-418B-828894D62F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643" y="5131626"/>
            <a:ext cx="159861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4">
            <a:extLst>
              <a:ext uri="{FF2B5EF4-FFF2-40B4-BE49-F238E27FC236}">
                <a16:creationId xmlns:a16="http://schemas.microsoft.com/office/drawing/2014/main" xmlns="" id="{E40BB754-A083-7AE2-343F-92DAE07813C3}"/>
              </a:ext>
            </a:extLst>
          </p:cNvPr>
          <p:cNvSpPr>
            <a:spLocks noChangeArrowheads="1"/>
          </p:cNvSpPr>
          <p:nvPr/>
        </p:nvSpPr>
        <p:spPr bwMode="auto">
          <a:xfrm>
            <a:off x="1702592" y="4616280"/>
            <a:ext cx="8770938" cy="2178050"/>
          </a:xfrm>
          <a:prstGeom prst="roundRect">
            <a:avLst>
              <a:gd name="adj" fmla="val 4167"/>
            </a:avLst>
          </a:prstGeom>
          <a:solidFill>
            <a:srgbClr val="BBCDE3"/>
          </a:solidFill>
          <a:ln w="9525" algn="ctr">
            <a:solidFill>
              <a:srgbClr val="333333"/>
            </a:solidFill>
            <a:round/>
            <a:headEnd/>
            <a:tailEnd/>
          </a:ln>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65000"/>
              </a:lnSpc>
              <a:buClr>
                <a:srgbClr val="DC0081"/>
              </a:buClr>
              <a:buFont typeface="Wingdings" panose="05000000000000000000" pitchFamily="2" charset="2"/>
              <a:buNone/>
            </a:pPr>
            <a:endParaRPr lang="en-US" altLang="fr-FR" sz="2000" b="0">
              <a:solidFill>
                <a:srgbClr val="000000"/>
              </a:solidFill>
            </a:endParaRPr>
          </a:p>
        </p:txBody>
      </p:sp>
      <p:sp>
        <p:nvSpPr>
          <p:cNvPr id="19459" name="Rectangle 2">
            <a:extLst>
              <a:ext uri="{FF2B5EF4-FFF2-40B4-BE49-F238E27FC236}">
                <a16:creationId xmlns:a16="http://schemas.microsoft.com/office/drawing/2014/main" xmlns="" id="{38008D0E-9C4E-D7B3-17D5-D89C0555E315}"/>
              </a:ext>
            </a:extLst>
          </p:cNvPr>
          <p:cNvSpPr>
            <a:spLocks noGrp="1" noChangeArrowheads="1"/>
          </p:cNvSpPr>
          <p:nvPr>
            <p:ph type="title"/>
          </p:nvPr>
        </p:nvSpPr>
        <p:spPr>
          <a:xfrm>
            <a:off x="1476950" y="544252"/>
            <a:ext cx="10393178" cy="639294"/>
          </a:xfrm>
        </p:spPr>
        <p:txBody>
          <a:bodyPr>
            <a:normAutofit/>
          </a:bodyPr>
          <a:lstStyle/>
          <a:p>
            <a:pPr eaLnBrk="1" hangingPunct="1"/>
            <a:r>
              <a:rPr lang="fr-FR" altLang="fr-FR" dirty="0"/>
              <a:t>Utilisation de procédures stockées</a:t>
            </a:r>
          </a:p>
        </p:txBody>
      </p:sp>
      <p:sp>
        <p:nvSpPr>
          <p:cNvPr id="19461" name="AutoShape 4">
            <a:extLst>
              <a:ext uri="{FF2B5EF4-FFF2-40B4-BE49-F238E27FC236}">
                <a16:creationId xmlns:a16="http://schemas.microsoft.com/office/drawing/2014/main" xmlns="" id="{CB00F64D-9788-BDBF-A86C-690AB66A63DD}"/>
              </a:ext>
            </a:extLst>
          </p:cNvPr>
          <p:cNvSpPr>
            <a:spLocks noChangeArrowheads="1"/>
          </p:cNvSpPr>
          <p:nvPr/>
        </p:nvSpPr>
        <p:spPr bwMode="auto">
          <a:xfrm>
            <a:off x="1710531" y="1239668"/>
            <a:ext cx="8770937" cy="3255962"/>
          </a:xfrm>
          <a:prstGeom prst="roundRect">
            <a:avLst>
              <a:gd name="adj" fmla="val 3287"/>
            </a:avLst>
          </a:prstGeom>
          <a:solidFill>
            <a:srgbClr val="BBCDE3"/>
          </a:solidFill>
          <a:ln w="9525" algn="ctr">
            <a:solidFill>
              <a:srgbClr val="333333"/>
            </a:solidFill>
            <a:round/>
            <a:headEnd/>
            <a:tailEnd/>
          </a:ln>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90000"/>
              </a:lnSpc>
              <a:spcBef>
                <a:spcPts val="1200"/>
              </a:spcBef>
              <a:buClr>
                <a:srgbClr val="DC0081"/>
              </a:buClr>
            </a:pPr>
            <a:r>
              <a:rPr lang="en-GB" altLang="fr-FR" sz="2000" b="0">
                <a:solidFill>
                  <a:srgbClr val="000000"/>
                </a:solidFill>
              </a:rPr>
              <a:t>Avantages des procédures stockées</a:t>
            </a:r>
          </a:p>
        </p:txBody>
      </p:sp>
      <p:sp>
        <p:nvSpPr>
          <p:cNvPr id="19462" name="AutoShape 3">
            <a:extLst>
              <a:ext uri="{FF2B5EF4-FFF2-40B4-BE49-F238E27FC236}">
                <a16:creationId xmlns:a16="http://schemas.microsoft.com/office/drawing/2014/main" xmlns="" id="{D84CE019-E919-AC1D-001D-CC6EDF870FA7}"/>
              </a:ext>
            </a:extLst>
          </p:cNvPr>
          <p:cNvSpPr>
            <a:spLocks noChangeArrowheads="1"/>
          </p:cNvSpPr>
          <p:nvPr/>
        </p:nvSpPr>
        <p:spPr bwMode="auto">
          <a:xfrm>
            <a:off x="7100093" y="4732169"/>
            <a:ext cx="3305175" cy="18954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1pPr>
            <a:lvl2pPr marL="742950" indent="-28575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2pPr>
            <a:lvl3pPr marL="11430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3pPr>
            <a:lvl4pPr marL="16002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4pPr>
            <a:lvl5pPr marL="20574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pPr>
            <a:r>
              <a:rPr lang="en-GB" altLang="fr-FR" sz="1500" b="0">
                <a:solidFill>
                  <a:srgbClr val="000000"/>
                </a:solidFill>
                <a:latin typeface="Lucida Sans Typewriter" panose="020B0509030504030204" pitchFamily="49" charset="0"/>
              </a:rPr>
              <a:t>CREATE PROCEDURE [dbo].[GetProductByID]</a:t>
            </a:r>
          </a:p>
          <a:p>
            <a:pPr eaLnBrk="1" hangingPunct="1">
              <a:lnSpc>
                <a:spcPct val="90000"/>
              </a:lnSpc>
            </a:pPr>
            <a:r>
              <a:rPr lang="en-GB" altLang="fr-FR" sz="1500" b="0">
                <a:solidFill>
                  <a:srgbClr val="000000"/>
                </a:solidFill>
                <a:latin typeface="Lucida Sans Typewriter" panose="020B0509030504030204" pitchFamily="49" charset="0"/>
              </a:rPr>
              <a:t>@productID int</a:t>
            </a:r>
          </a:p>
          <a:p>
            <a:pPr eaLnBrk="1" hangingPunct="1">
              <a:lnSpc>
                <a:spcPct val="90000"/>
              </a:lnSpc>
            </a:pPr>
            <a:r>
              <a:rPr lang="en-GB" altLang="fr-FR" sz="1500" b="0">
                <a:solidFill>
                  <a:srgbClr val="000000"/>
                </a:solidFill>
                <a:latin typeface="Lucida Sans Typewriter" panose="020B0509030504030204" pitchFamily="49" charset="0"/>
              </a:rPr>
              <a:t>  AS</a:t>
            </a:r>
          </a:p>
          <a:p>
            <a:pPr eaLnBrk="1" hangingPunct="1">
              <a:lnSpc>
                <a:spcPct val="90000"/>
              </a:lnSpc>
            </a:pPr>
            <a:r>
              <a:rPr lang="en-GB" altLang="fr-FR" sz="1500" b="0">
                <a:solidFill>
                  <a:srgbClr val="000000"/>
                </a:solidFill>
                <a:latin typeface="Lucida Sans Typewriter" panose="020B0509030504030204" pitchFamily="49" charset="0"/>
              </a:rPr>
              <a:t>  SELECT Name </a:t>
            </a:r>
          </a:p>
          <a:p>
            <a:pPr eaLnBrk="1" hangingPunct="1">
              <a:lnSpc>
                <a:spcPct val="90000"/>
              </a:lnSpc>
            </a:pPr>
            <a:r>
              <a:rPr lang="en-GB" altLang="fr-FR" sz="1500" b="0">
                <a:solidFill>
                  <a:srgbClr val="000000"/>
                </a:solidFill>
                <a:latin typeface="Lucida Sans Typewriter" panose="020B0509030504030204" pitchFamily="49" charset="0"/>
              </a:rPr>
              <a:t>  FROM Product</a:t>
            </a:r>
          </a:p>
          <a:p>
            <a:pPr eaLnBrk="1" hangingPunct="1">
              <a:lnSpc>
                <a:spcPct val="90000"/>
              </a:lnSpc>
            </a:pPr>
            <a:r>
              <a:rPr lang="en-GB" altLang="fr-FR" sz="1500" b="0">
                <a:solidFill>
                  <a:srgbClr val="000000"/>
                </a:solidFill>
                <a:latin typeface="Lucida Sans Typewriter" panose="020B0509030504030204" pitchFamily="49" charset="0"/>
              </a:rPr>
              <a:t>  WHERE ProductID = @productID</a:t>
            </a:r>
          </a:p>
        </p:txBody>
      </p:sp>
      <p:sp>
        <p:nvSpPr>
          <p:cNvPr id="19463" name="Rounded Rectangle 12">
            <a:extLst>
              <a:ext uri="{FF2B5EF4-FFF2-40B4-BE49-F238E27FC236}">
                <a16:creationId xmlns:a16="http://schemas.microsoft.com/office/drawing/2014/main" xmlns="" id="{119574D5-C12B-0AC5-2272-11C9886C6B37}"/>
              </a:ext>
            </a:extLst>
          </p:cNvPr>
          <p:cNvSpPr>
            <a:spLocks noChangeArrowheads="1"/>
          </p:cNvSpPr>
          <p:nvPr/>
        </p:nvSpPr>
        <p:spPr bwMode="auto">
          <a:xfrm>
            <a:off x="1980406" y="1706394"/>
            <a:ext cx="8239125"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600" b="0">
                <a:solidFill>
                  <a:srgbClr val="000000"/>
                </a:solidFill>
              </a:rPr>
              <a:t>Amélioration des performances</a:t>
            </a:r>
          </a:p>
        </p:txBody>
      </p:sp>
      <p:sp>
        <p:nvSpPr>
          <p:cNvPr id="19464" name="Rounded Rectangle 14">
            <a:extLst>
              <a:ext uri="{FF2B5EF4-FFF2-40B4-BE49-F238E27FC236}">
                <a16:creationId xmlns:a16="http://schemas.microsoft.com/office/drawing/2014/main" xmlns="" id="{A834BE3E-F2AB-8777-7A64-86F31C3DE7CE}"/>
              </a:ext>
            </a:extLst>
          </p:cNvPr>
          <p:cNvSpPr>
            <a:spLocks noChangeArrowheads="1"/>
          </p:cNvSpPr>
          <p:nvPr/>
        </p:nvSpPr>
        <p:spPr bwMode="auto">
          <a:xfrm>
            <a:off x="1980406" y="2368380"/>
            <a:ext cx="8239125"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600" b="0">
                <a:solidFill>
                  <a:srgbClr val="000000"/>
                </a:solidFill>
              </a:rPr>
              <a:t>Sécurité renforcée</a:t>
            </a:r>
          </a:p>
        </p:txBody>
      </p:sp>
      <p:sp>
        <p:nvSpPr>
          <p:cNvPr id="19465" name="Rounded Rectangle 15">
            <a:extLst>
              <a:ext uri="{FF2B5EF4-FFF2-40B4-BE49-F238E27FC236}">
                <a16:creationId xmlns:a16="http://schemas.microsoft.com/office/drawing/2014/main" xmlns="" id="{8A807B37-7E73-3A32-EC58-3E29E506567D}"/>
              </a:ext>
            </a:extLst>
          </p:cNvPr>
          <p:cNvSpPr>
            <a:spLocks noChangeArrowheads="1"/>
          </p:cNvSpPr>
          <p:nvPr/>
        </p:nvSpPr>
        <p:spPr bwMode="auto">
          <a:xfrm>
            <a:off x="1980406" y="3030369"/>
            <a:ext cx="8239125"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600" b="0">
                <a:solidFill>
                  <a:srgbClr val="000000"/>
                </a:solidFill>
              </a:rPr>
              <a:t>Maintenance facilité</a:t>
            </a:r>
          </a:p>
        </p:txBody>
      </p:sp>
      <p:sp>
        <p:nvSpPr>
          <p:cNvPr id="19466" name="Rounded Rectangle 16">
            <a:extLst>
              <a:ext uri="{FF2B5EF4-FFF2-40B4-BE49-F238E27FC236}">
                <a16:creationId xmlns:a16="http://schemas.microsoft.com/office/drawing/2014/main" xmlns="" id="{AA3E2F21-A0EE-2CC8-4BC2-F4B21961E2D4}"/>
              </a:ext>
            </a:extLst>
          </p:cNvPr>
          <p:cNvSpPr>
            <a:spLocks noChangeArrowheads="1"/>
          </p:cNvSpPr>
          <p:nvPr/>
        </p:nvSpPr>
        <p:spPr bwMode="auto">
          <a:xfrm>
            <a:off x="1980406" y="3692355"/>
            <a:ext cx="8239125"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600" b="0">
                <a:solidFill>
                  <a:srgbClr val="000000"/>
                </a:solidFill>
              </a:rPr>
              <a:t>Meilleure abstraction (découplage)</a:t>
            </a:r>
          </a:p>
        </p:txBody>
      </p:sp>
      <p:sp>
        <p:nvSpPr>
          <p:cNvPr id="19" name="Rounded Rectangle 812100">
            <a:extLst>
              <a:ext uri="{FF2B5EF4-FFF2-40B4-BE49-F238E27FC236}">
                <a16:creationId xmlns:a16="http://schemas.microsoft.com/office/drawing/2014/main" xmlns="" id="{E7247752-E138-DAAE-BA03-F61E57369E26}"/>
              </a:ext>
            </a:extLst>
          </p:cNvPr>
          <p:cNvSpPr>
            <a:spLocks noChangeArrowheads="1"/>
          </p:cNvSpPr>
          <p:nvPr/>
        </p:nvSpPr>
        <p:spPr bwMode="auto">
          <a:xfrm>
            <a:off x="1796255" y="1766718"/>
            <a:ext cx="3937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fr-FR" sz="2400">
                <a:solidFill>
                  <a:srgbClr val="990033"/>
                </a:solidFill>
                <a:latin typeface="Wingdings" panose="05000000000000000000" pitchFamily="2" charset="2"/>
              </a:rPr>
              <a:t>ü</a:t>
            </a:r>
          </a:p>
        </p:txBody>
      </p:sp>
      <p:sp>
        <p:nvSpPr>
          <p:cNvPr id="20" name="Rounded Rectangle 812100">
            <a:extLst>
              <a:ext uri="{FF2B5EF4-FFF2-40B4-BE49-F238E27FC236}">
                <a16:creationId xmlns:a16="http://schemas.microsoft.com/office/drawing/2014/main" xmlns="" id="{252FA513-8EFB-9257-734D-A07E1970097F}"/>
              </a:ext>
            </a:extLst>
          </p:cNvPr>
          <p:cNvSpPr>
            <a:spLocks noChangeArrowheads="1"/>
          </p:cNvSpPr>
          <p:nvPr/>
        </p:nvSpPr>
        <p:spPr bwMode="auto">
          <a:xfrm>
            <a:off x="1793080" y="2428705"/>
            <a:ext cx="3937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fr-FR" sz="2400">
                <a:solidFill>
                  <a:srgbClr val="990033"/>
                </a:solidFill>
                <a:latin typeface="Wingdings" panose="05000000000000000000" pitchFamily="2" charset="2"/>
              </a:rPr>
              <a:t>ü</a:t>
            </a:r>
          </a:p>
        </p:txBody>
      </p:sp>
      <p:sp>
        <p:nvSpPr>
          <p:cNvPr id="21" name="Rounded Rectangle 812100">
            <a:extLst>
              <a:ext uri="{FF2B5EF4-FFF2-40B4-BE49-F238E27FC236}">
                <a16:creationId xmlns:a16="http://schemas.microsoft.com/office/drawing/2014/main" xmlns="" id="{991D3BE3-2D2A-5C68-F1FA-46814F8CEC35}"/>
              </a:ext>
            </a:extLst>
          </p:cNvPr>
          <p:cNvSpPr>
            <a:spLocks noChangeArrowheads="1"/>
          </p:cNvSpPr>
          <p:nvPr/>
        </p:nvSpPr>
        <p:spPr bwMode="auto">
          <a:xfrm>
            <a:off x="1801017" y="3077993"/>
            <a:ext cx="3937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fr-FR" sz="2400">
                <a:solidFill>
                  <a:srgbClr val="990033"/>
                </a:solidFill>
                <a:latin typeface="Wingdings" panose="05000000000000000000" pitchFamily="2" charset="2"/>
              </a:rPr>
              <a:t>ü</a:t>
            </a:r>
          </a:p>
        </p:txBody>
      </p:sp>
      <p:sp>
        <p:nvSpPr>
          <p:cNvPr id="22" name="Rounded Rectangle 812100">
            <a:extLst>
              <a:ext uri="{FF2B5EF4-FFF2-40B4-BE49-F238E27FC236}">
                <a16:creationId xmlns:a16="http://schemas.microsoft.com/office/drawing/2014/main" xmlns="" id="{C42C0702-6042-A638-42AA-9830880B2499}"/>
              </a:ext>
            </a:extLst>
          </p:cNvPr>
          <p:cNvSpPr>
            <a:spLocks noChangeArrowheads="1"/>
          </p:cNvSpPr>
          <p:nvPr/>
        </p:nvSpPr>
        <p:spPr bwMode="auto">
          <a:xfrm>
            <a:off x="1796255" y="3738393"/>
            <a:ext cx="3937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fr-FR" sz="2400">
                <a:solidFill>
                  <a:srgbClr val="990033"/>
                </a:solidFill>
                <a:latin typeface="Wingdings" panose="05000000000000000000" pitchFamily="2" charset="2"/>
              </a:rPr>
              <a:t>ü</a:t>
            </a:r>
          </a:p>
        </p:txBody>
      </p:sp>
      <p:sp>
        <p:nvSpPr>
          <p:cNvPr id="19471" name="AutoShape 3">
            <a:extLst>
              <a:ext uri="{FF2B5EF4-FFF2-40B4-BE49-F238E27FC236}">
                <a16:creationId xmlns:a16="http://schemas.microsoft.com/office/drawing/2014/main" xmlns="" id="{2F708535-64A4-AD69-5A94-EBE915ABE332}"/>
              </a:ext>
            </a:extLst>
          </p:cNvPr>
          <p:cNvSpPr>
            <a:spLocks noChangeArrowheads="1"/>
          </p:cNvSpPr>
          <p:nvPr/>
        </p:nvSpPr>
        <p:spPr bwMode="auto">
          <a:xfrm>
            <a:off x="1815306" y="4859168"/>
            <a:ext cx="5062537" cy="160655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1pPr>
            <a:lvl2pPr marL="742950" indent="-28575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2pPr>
            <a:lvl3pPr marL="11430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3pPr>
            <a:lvl4pPr marL="16002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4pPr>
            <a:lvl5pPr marL="20574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pPr>
            <a:r>
              <a:rPr lang="en-GB" altLang="fr-FR" sz="1500" b="0">
                <a:solidFill>
                  <a:srgbClr val="000000"/>
                </a:solidFill>
                <a:latin typeface="Lucida Sans Typewriter" panose="020B0509030504030204" pitchFamily="49" charset="0"/>
              </a:rPr>
              <a:t>...</a:t>
            </a:r>
          </a:p>
          <a:p>
            <a:pPr eaLnBrk="1" hangingPunct="1">
              <a:lnSpc>
                <a:spcPct val="90000"/>
              </a:lnSpc>
            </a:pPr>
            <a:r>
              <a:rPr lang="en-GB" altLang="fr-FR" sz="1500" b="0">
                <a:solidFill>
                  <a:srgbClr val="000000"/>
                </a:solidFill>
                <a:latin typeface="Lucida Sans Typewriter" panose="020B0509030504030204" pitchFamily="49" charset="0"/>
              </a:rPr>
              <a:t>command.CommandText = “GetProductByID”</a:t>
            </a:r>
          </a:p>
          <a:p>
            <a:pPr eaLnBrk="1" hangingPunct="1">
              <a:lnSpc>
                <a:spcPct val="90000"/>
              </a:lnSpc>
            </a:pPr>
            <a:r>
              <a:rPr lang="en-GB" altLang="fr-FR" sz="1500" b="0">
                <a:solidFill>
                  <a:srgbClr val="000000"/>
                </a:solidFill>
                <a:latin typeface="Lucida Sans Typewriter" panose="020B0509030504030204" pitchFamily="49" charset="0"/>
              </a:rPr>
              <a:t>command.CommandType = CommandType.StoredProcedure</a:t>
            </a:r>
          </a:p>
          <a:p>
            <a:pPr eaLnBrk="1" hangingPunct="1">
              <a:lnSpc>
                <a:spcPct val="90000"/>
              </a:lnSpc>
            </a:pPr>
            <a:r>
              <a:rPr lang="en-GB" altLang="fr-FR" sz="1500" b="0">
                <a:solidFill>
                  <a:srgbClr val="000000"/>
                </a:solidFill>
                <a:latin typeface="Lucida Sans Typewriter" panose="020B0509030504030204" pitchFamily="49" charset="0"/>
              </a:rPr>
              <a:t>command.Parameters.Add(productID)</a:t>
            </a:r>
          </a:p>
          <a:p>
            <a:pPr eaLnBrk="1" hangingPunct="1">
              <a:lnSpc>
                <a:spcPct val="90000"/>
              </a:lnSpc>
            </a:pPr>
            <a:r>
              <a:rPr lang="en-GB" altLang="fr-FR" sz="1500" b="0">
                <a:solidFill>
                  <a:srgbClr val="000000"/>
                </a:solidFill>
                <a:latin typeface="Lucida Sans Typewriter" panose="020B0509030504030204" pitchFamily="49" charset="0"/>
              </a:rPr>
              <a:t>dataReader = command.ExecuteReader()</a:t>
            </a:r>
          </a:p>
          <a:p>
            <a:pPr eaLnBrk="1" hangingPunct="1">
              <a:lnSpc>
                <a:spcPct val="90000"/>
              </a:lnSpc>
            </a:pPr>
            <a:r>
              <a:rPr lang="en-GB" altLang="fr-FR" sz="1500" b="0">
                <a:solidFill>
                  <a:srgbClr val="000000"/>
                </a:solidFill>
                <a:latin typeface="Lucida Sans Typewriter" panose="020B0509030504030204"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xmlns="" id="{E9FAF070-1062-C992-08D0-29F1E8B0AFE8}"/>
              </a:ext>
            </a:extLst>
          </p:cNvPr>
          <p:cNvSpPr>
            <a:spLocks noGrp="1" noChangeArrowheads="1"/>
          </p:cNvSpPr>
          <p:nvPr>
            <p:ph type="body" sz="quarter" idx="12"/>
          </p:nvPr>
        </p:nvSpPr>
        <p:spPr/>
        <p:txBody>
          <a:bodyPr/>
          <a:lstStyle/>
          <a:p>
            <a:pPr eaLnBrk="1" hangingPunct="1"/>
            <a:r>
              <a:rPr lang="fr-FR" altLang="fr-FR"/>
              <a:t>Gestion de la connexion</a:t>
            </a:r>
          </a:p>
          <a:p>
            <a:pPr eaLnBrk="1" hangingPunct="1"/>
            <a:r>
              <a:rPr lang="fr-FR" altLang="fr-FR"/>
              <a:t>Création de l’objet DbDataAdapter</a:t>
            </a:r>
          </a:p>
          <a:p>
            <a:pPr eaLnBrk="1" hangingPunct="1"/>
            <a:r>
              <a:rPr lang="fr-FR" altLang="fr-FR"/>
              <a:t>Synchronisation des données</a:t>
            </a:r>
          </a:p>
          <a:p>
            <a:pPr eaLnBrk="1" hangingPunct="1"/>
            <a:r>
              <a:rPr lang="fr-FR" altLang="fr-FR"/>
              <a:t>Gestion des conflits</a:t>
            </a:r>
          </a:p>
        </p:txBody>
      </p:sp>
      <p:sp>
        <p:nvSpPr>
          <p:cNvPr id="20482" name="Rectangle 2">
            <a:extLst>
              <a:ext uri="{FF2B5EF4-FFF2-40B4-BE49-F238E27FC236}">
                <a16:creationId xmlns:a16="http://schemas.microsoft.com/office/drawing/2014/main" xmlns="" id="{32E4DCC2-58DB-BB98-DEA3-94B011983EC5}"/>
              </a:ext>
            </a:extLst>
          </p:cNvPr>
          <p:cNvSpPr>
            <a:spLocks noGrp="1" noChangeArrowheads="1"/>
          </p:cNvSpPr>
          <p:nvPr>
            <p:ph type="title"/>
          </p:nvPr>
        </p:nvSpPr>
        <p:spPr/>
        <p:txBody>
          <a:bodyPr/>
          <a:lstStyle/>
          <a:p>
            <a:pPr eaLnBrk="1" hangingPunct="1"/>
            <a:r>
              <a:rPr lang="fr-FR" altLang="fr-FR"/>
              <a:t>Leçon 3: Architecture déconnectée et DbDataAdapter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6">
            <a:extLst>
              <a:ext uri="{FF2B5EF4-FFF2-40B4-BE49-F238E27FC236}">
                <a16:creationId xmlns:a16="http://schemas.microsoft.com/office/drawing/2014/main" xmlns="" id="{CCAEF13B-36A2-2557-A68D-2054F64D599A}"/>
              </a:ext>
            </a:extLst>
          </p:cNvPr>
          <p:cNvSpPr>
            <a:spLocks noGrp="1"/>
          </p:cNvSpPr>
          <p:nvPr>
            <p:ph type="title"/>
          </p:nvPr>
        </p:nvSpPr>
        <p:spPr/>
        <p:txBody>
          <a:bodyPr/>
          <a:lstStyle/>
          <a:p>
            <a:pPr eaLnBrk="1" hangingPunct="1"/>
            <a:r>
              <a:rPr lang="fr-FR" altLang="fr-FR"/>
              <a:t>Gestion de la connexion</a:t>
            </a:r>
          </a:p>
        </p:txBody>
      </p:sp>
      <p:sp>
        <p:nvSpPr>
          <p:cNvPr id="21507" name="Rounded Rectangle 12">
            <a:extLst>
              <a:ext uri="{FF2B5EF4-FFF2-40B4-BE49-F238E27FC236}">
                <a16:creationId xmlns:a16="http://schemas.microsoft.com/office/drawing/2014/main" xmlns="" id="{86E1BE7D-1E69-A97A-A376-61F554EB5F54}"/>
              </a:ext>
            </a:extLst>
          </p:cNvPr>
          <p:cNvSpPr>
            <a:spLocks noChangeArrowheads="1"/>
          </p:cNvSpPr>
          <p:nvPr/>
        </p:nvSpPr>
        <p:spPr bwMode="auto">
          <a:xfrm>
            <a:off x="2251075" y="1265239"/>
            <a:ext cx="7761288" cy="76358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US" altLang="fr-FR" b="0"/>
              <a:t>Un objet </a:t>
            </a:r>
            <a:r>
              <a:rPr lang="en-US" altLang="fr-FR"/>
              <a:t>DbConnection </a:t>
            </a:r>
            <a:r>
              <a:rPr lang="en-US" altLang="fr-FR" b="0"/>
              <a:t>assure la liaison à la base de données</a:t>
            </a:r>
            <a:endParaRPr lang="en-GB" altLang="fr-FR" b="0"/>
          </a:p>
        </p:txBody>
      </p:sp>
      <p:grpSp>
        <p:nvGrpSpPr>
          <p:cNvPr id="21508" name="Group 26">
            <a:extLst>
              <a:ext uri="{FF2B5EF4-FFF2-40B4-BE49-F238E27FC236}">
                <a16:creationId xmlns:a16="http://schemas.microsoft.com/office/drawing/2014/main" xmlns="" id="{82AA2280-3EF5-3C36-24CA-1B2C789A5C7D}"/>
              </a:ext>
            </a:extLst>
          </p:cNvPr>
          <p:cNvGrpSpPr>
            <a:grpSpLocks/>
          </p:cNvGrpSpPr>
          <p:nvPr/>
        </p:nvGrpSpPr>
        <p:grpSpPr bwMode="auto">
          <a:xfrm>
            <a:off x="2513013" y="4389439"/>
            <a:ext cx="7283450" cy="1214437"/>
            <a:chOff x="623" y="2944"/>
            <a:chExt cx="4588" cy="765"/>
          </a:xfrm>
        </p:grpSpPr>
        <p:sp>
          <p:nvSpPr>
            <p:cNvPr id="18" name="Text Box 15">
              <a:extLst>
                <a:ext uri="{FF2B5EF4-FFF2-40B4-BE49-F238E27FC236}">
                  <a16:creationId xmlns:a16="http://schemas.microsoft.com/office/drawing/2014/main" xmlns="" id="{BE3F2B10-4858-D633-F6BA-C947CD6CC2C2}"/>
                </a:ext>
              </a:extLst>
            </p:cNvPr>
            <p:cNvSpPr txBox="1">
              <a:spLocks noChangeArrowheads="1"/>
            </p:cNvSpPr>
            <p:nvPr/>
          </p:nvSpPr>
          <p:spPr bwMode="auto">
            <a:xfrm>
              <a:off x="2178" y="2991"/>
              <a:ext cx="1159" cy="497"/>
            </a:xfrm>
            <a:prstGeom prst="rect">
              <a:avLst/>
            </a:prstGeom>
            <a:solidFill>
              <a:srgbClr val="E8F6E4"/>
            </a:solidFill>
            <a:ln w="9525" algn="ctr">
              <a:solidFill>
                <a:srgbClr val="808080"/>
              </a:solidFill>
              <a:miter lim="800000"/>
              <a:headEnd/>
              <a:tailEnd/>
            </a:ln>
          </p:spPr>
          <p:txBody>
            <a:bodyPr lIns="274320" tIns="109728"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algn="ctr" eaLnBrk="0" fontAlgn="base" hangingPunct="0">
                <a:spcBef>
                  <a:spcPct val="0"/>
                </a:spcBef>
                <a:spcAft>
                  <a:spcPct val="0"/>
                </a:spcAft>
                <a:defRPr>
                  <a:solidFill>
                    <a:schemeClr val="tx1"/>
                  </a:solidFill>
                  <a:latin typeface="Verdana" pitchFamily="34" charset="0"/>
                  <a:cs typeface="Arial" charset="0"/>
                </a:defRPr>
              </a:lvl6pPr>
              <a:lvl7pPr marL="2971800" indent="-228600" algn="ctr" eaLnBrk="0" fontAlgn="base" hangingPunct="0">
                <a:spcBef>
                  <a:spcPct val="0"/>
                </a:spcBef>
                <a:spcAft>
                  <a:spcPct val="0"/>
                </a:spcAft>
                <a:defRPr>
                  <a:solidFill>
                    <a:schemeClr val="tx1"/>
                  </a:solidFill>
                  <a:latin typeface="Verdana" pitchFamily="34" charset="0"/>
                  <a:cs typeface="Arial" charset="0"/>
                </a:defRPr>
              </a:lvl7pPr>
              <a:lvl8pPr marL="3429000" indent="-228600" algn="ctr" eaLnBrk="0" fontAlgn="base" hangingPunct="0">
                <a:spcBef>
                  <a:spcPct val="0"/>
                </a:spcBef>
                <a:spcAft>
                  <a:spcPct val="0"/>
                </a:spcAft>
                <a:defRPr>
                  <a:solidFill>
                    <a:schemeClr val="tx1"/>
                  </a:solidFill>
                  <a:latin typeface="Verdana" pitchFamily="34" charset="0"/>
                  <a:cs typeface="Arial" charset="0"/>
                </a:defRPr>
              </a:lvl8pPr>
              <a:lvl9pPr marL="3886200" indent="-228600" algn="ctr" eaLnBrk="0" fontAlgn="base" hangingPunct="0">
                <a:spcBef>
                  <a:spcPct val="0"/>
                </a:spcBef>
                <a:spcAft>
                  <a:spcPct val="0"/>
                </a:spcAft>
                <a:defRPr>
                  <a:solidFill>
                    <a:schemeClr val="tx1"/>
                  </a:solidFill>
                  <a:latin typeface="Verdana" pitchFamily="34" charset="0"/>
                  <a:cs typeface="Arial" charset="0"/>
                </a:defRPr>
              </a:lvl9pPr>
            </a:lstStyle>
            <a:p>
              <a:pPr algn="ctr">
                <a:lnSpc>
                  <a:spcPct val="80000"/>
                </a:lnSpc>
                <a:buClr>
                  <a:srgbClr val="DC0081"/>
                </a:buClr>
                <a:defRPr/>
              </a:pPr>
              <a:r>
                <a:rPr lang="en-US" altLang="fr-FR" sz="1600" kern="0">
                  <a:solidFill>
                    <a:srgbClr val="000000"/>
                  </a:solidFill>
                </a:rPr>
                <a:t>DataAdapter</a:t>
              </a:r>
            </a:p>
          </p:txBody>
        </p:sp>
        <p:sp>
          <p:nvSpPr>
            <p:cNvPr id="19" name="Line 17">
              <a:extLst>
                <a:ext uri="{FF2B5EF4-FFF2-40B4-BE49-F238E27FC236}">
                  <a16:creationId xmlns:a16="http://schemas.microsoft.com/office/drawing/2014/main" xmlns="" id="{CEC22E48-43D4-9992-DC98-40F4E5B14F65}"/>
                </a:ext>
              </a:extLst>
            </p:cNvPr>
            <p:cNvSpPr>
              <a:spLocks noChangeShapeType="1"/>
            </p:cNvSpPr>
            <p:nvPr/>
          </p:nvSpPr>
          <p:spPr bwMode="auto">
            <a:xfrm>
              <a:off x="1325" y="3296"/>
              <a:ext cx="844" cy="0"/>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algn="ctr">
                <a:defRPr/>
              </a:pPr>
              <a:endParaRPr lang="fr-FR" kern="0">
                <a:solidFill>
                  <a:srgbClr val="000000"/>
                </a:solidFill>
                <a:cs typeface="Arial" charset="0"/>
              </a:endParaRPr>
            </a:p>
          </p:txBody>
        </p:sp>
        <p:sp>
          <p:nvSpPr>
            <p:cNvPr id="20" name="Text Box 19">
              <a:extLst>
                <a:ext uri="{FF2B5EF4-FFF2-40B4-BE49-F238E27FC236}">
                  <a16:creationId xmlns:a16="http://schemas.microsoft.com/office/drawing/2014/main" xmlns="" id="{9417FDA1-00AB-FD48-0290-51F5A7689E1C}"/>
                </a:ext>
              </a:extLst>
            </p:cNvPr>
            <p:cNvSpPr txBox="1">
              <a:spLocks noChangeArrowheads="1"/>
            </p:cNvSpPr>
            <p:nvPr/>
          </p:nvSpPr>
          <p:spPr bwMode="auto">
            <a:xfrm>
              <a:off x="1443" y="3287"/>
              <a:ext cx="6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algn="ctr" eaLnBrk="0" fontAlgn="base" hangingPunct="0">
                <a:spcBef>
                  <a:spcPct val="0"/>
                </a:spcBef>
                <a:spcAft>
                  <a:spcPct val="0"/>
                </a:spcAft>
                <a:defRPr>
                  <a:solidFill>
                    <a:schemeClr val="tx1"/>
                  </a:solidFill>
                  <a:latin typeface="Verdana" pitchFamily="34" charset="0"/>
                  <a:cs typeface="Arial" charset="0"/>
                </a:defRPr>
              </a:lvl6pPr>
              <a:lvl7pPr marL="2971800" indent="-228600" algn="ctr" eaLnBrk="0" fontAlgn="base" hangingPunct="0">
                <a:spcBef>
                  <a:spcPct val="0"/>
                </a:spcBef>
                <a:spcAft>
                  <a:spcPct val="0"/>
                </a:spcAft>
                <a:defRPr>
                  <a:solidFill>
                    <a:schemeClr val="tx1"/>
                  </a:solidFill>
                  <a:latin typeface="Verdana" pitchFamily="34" charset="0"/>
                  <a:cs typeface="Arial" charset="0"/>
                </a:defRPr>
              </a:lvl7pPr>
              <a:lvl8pPr marL="3429000" indent="-228600" algn="ctr" eaLnBrk="0" fontAlgn="base" hangingPunct="0">
                <a:spcBef>
                  <a:spcPct val="0"/>
                </a:spcBef>
                <a:spcAft>
                  <a:spcPct val="0"/>
                </a:spcAft>
                <a:defRPr>
                  <a:solidFill>
                    <a:schemeClr val="tx1"/>
                  </a:solidFill>
                  <a:latin typeface="Verdana" pitchFamily="34" charset="0"/>
                  <a:cs typeface="Arial" charset="0"/>
                </a:defRPr>
              </a:lvl8pPr>
              <a:lvl9pPr marL="3886200" indent="-228600" algn="ctr" eaLnBrk="0" fontAlgn="base" hangingPunct="0">
                <a:spcBef>
                  <a:spcPct val="0"/>
                </a:spcBef>
                <a:spcAft>
                  <a:spcPct val="0"/>
                </a:spcAft>
                <a:defRPr>
                  <a:solidFill>
                    <a:schemeClr val="tx1"/>
                  </a:solidFill>
                  <a:latin typeface="Verdana" pitchFamily="34" charset="0"/>
                  <a:cs typeface="Arial" charset="0"/>
                </a:defRPr>
              </a:lvl9pPr>
            </a:lstStyle>
            <a:p>
              <a:pPr algn="ctr" eaLnBrk="1" hangingPunct="1">
                <a:spcBef>
                  <a:spcPct val="50000"/>
                </a:spcBef>
                <a:defRPr/>
              </a:pPr>
              <a:r>
                <a:rPr lang="en-US" altLang="fr-FR" sz="1400" kern="0" dirty="0">
                  <a:solidFill>
                    <a:srgbClr val="000000"/>
                  </a:solidFill>
                </a:rPr>
                <a:t>Update</a:t>
              </a:r>
            </a:p>
          </p:txBody>
        </p:sp>
        <p:sp>
          <p:nvSpPr>
            <p:cNvPr id="21" name="Text Box 20">
              <a:extLst>
                <a:ext uri="{FF2B5EF4-FFF2-40B4-BE49-F238E27FC236}">
                  <a16:creationId xmlns:a16="http://schemas.microsoft.com/office/drawing/2014/main" xmlns="" id="{6F3EDC0F-A40A-550A-344A-7C4CF0AFBC70}"/>
                </a:ext>
              </a:extLst>
            </p:cNvPr>
            <p:cNvSpPr txBox="1">
              <a:spLocks noChangeArrowheads="1"/>
            </p:cNvSpPr>
            <p:nvPr/>
          </p:nvSpPr>
          <p:spPr bwMode="auto">
            <a:xfrm>
              <a:off x="3423" y="2991"/>
              <a:ext cx="62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algn="ctr" eaLnBrk="0" fontAlgn="base" hangingPunct="0">
                <a:spcBef>
                  <a:spcPct val="0"/>
                </a:spcBef>
                <a:spcAft>
                  <a:spcPct val="0"/>
                </a:spcAft>
                <a:defRPr>
                  <a:solidFill>
                    <a:schemeClr val="tx1"/>
                  </a:solidFill>
                  <a:latin typeface="Verdana" pitchFamily="34" charset="0"/>
                  <a:cs typeface="Arial" charset="0"/>
                </a:defRPr>
              </a:lvl6pPr>
              <a:lvl7pPr marL="2971800" indent="-228600" algn="ctr" eaLnBrk="0" fontAlgn="base" hangingPunct="0">
                <a:spcBef>
                  <a:spcPct val="0"/>
                </a:spcBef>
                <a:spcAft>
                  <a:spcPct val="0"/>
                </a:spcAft>
                <a:defRPr>
                  <a:solidFill>
                    <a:schemeClr val="tx1"/>
                  </a:solidFill>
                  <a:latin typeface="Verdana" pitchFamily="34" charset="0"/>
                  <a:cs typeface="Arial" charset="0"/>
                </a:defRPr>
              </a:lvl7pPr>
              <a:lvl8pPr marL="3429000" indent="-228600" algn="ctr" eaLnBrk="0" fontAlgn="base" hangingPunct="0">
                <a:spcBef>
                  <a:spcPct val="0"/>
                </a:spcBef>
                <a:spcAft>
                  <a:spcPct val="0"/>
                </a:spcAft>
                <a:defRPr>
                  <a:solidFill>
                    <a:schemeClr val="tx1"/>
                  </a:solidFill>
                  <a:latin typeface="Verdana" pitchFamily="34" charset="0"/>
                  <a:cs typeface="Arial" charset="0"/>
                </a:defRPr>
              </a:lvl8pPr>
              <a:lvl9pPr marL="3886200" indent="-228600" algn="ctr" eaLnBrk="0" fontAlgn="base" hangingPunct="0">
                <a:spcBef>
                  <a:spcPct val="0"/>
                </a:spcBef>
                <a:spcAft>
                  <a:spcPct val="0"/>
                </a:spcAft>
                <a:defRPr>
                  <a:solidFill>
                    <a:schemeClr val="tx1"/>
                  </a:solidFill>
                  <a:latin typeface="Verdana" pitchFamily="34" charset="0"/>
                  <a:cs typeface="Arial" charset="0"/>
                </a:defRPr>
              </a:lvl9pPr>
            </a:lstStyle>
            <a:p>
              <a:pPr algn="ctr" eaLnBrk="1" hangingPunct="1">
                <a:spcBef>
                  <a:spcPct val="50000"/>
                </a:spcBef>
                <a:defRPr/>
              </a:pPr>
              <a:r>
                <a:rPr lang="en-US" altLang="fr-FR" sz="1400" kern="0" dirty="0">
                  <a:solidFill>
                    <a:srgbClr val="000000"/>
                  </a:solidFill>
                </a:rPr>
                <a:t>Fill</a:t>
              </a:r>
              <a:endParaRPr lang="en-US" altLang="fr-FR" sz="1600" kern="0" dirty="0">
                <a:solidFill>
                  <a:srgbClr val="000000"/>
                </a:solidFill>
              </a:endParaRPr>
            </a:p>
          </p:txBody>
        </p:sp>
        <p:sp>
          <p:nvSpPr>
            <p:cNvPr id="22" name="Text Box 21">
              <a:extLst>
                <a:ext uri="{FF2B5EF4-FFF2-40B4-BE49-F238E27FC236}">
                  <a16:creationId xmlns:a16="http://schemas.microsoft.com/office/drawing/2014/main" xmlns="" id="{5EB19EC0-FB45-40A9-9577-21C4D231BAB0}"/>
                </a:ext>
              </a:extLst>
            </p:cNvPr>
            <p:cNvSpPr txBox="1">
              <a:spLocks noChangeArrowheads="1"/>
            </p:cNvSpPr>
            <p:nvPr/>
          </p:nvSpPr>
          <p:spPr bwMode="auto">
            <a:xfrm>
              <a:off x="4187" y="2991"/>
              <a:ext cx="1024" cy="497"/>
            </a:xfrm>
            <a:prstGeom prst="rect">
              <a:avLst/>
            </a:prstGeom>
            <a:solidFill>
              <a:srgbClr val="E8F6E4"/>
            </a:solidFill>
            <a:ln w="9525" algn="ctr">
              <a:solidFill>
                <a:srgbClr val="808080"/>
              </a:solidFill>
              <a:miter lim="800000"/>
              <a:headEnd/>
              <a:tailEnd/>
            </a:ln>
          </p:spPr>
          <p:txBody>
            <a:bodyPr lIns="274320" tIns="109728"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algn="ctr" eaLnBrk="0" fontAlgn="base" hangingPunct="0">
                <a:spcBef>
                  <a:spcPct val="0"/>
                </a:spcBef>
                <a:spcAft>
                  <a:spcPct val="0"/>
                </a:spcAft>
                <a:defRPr>
                  <a:solidFill>
                    <a:schemeClr val="tx1"/>
                  </a:solidFill>
                  <a:latin typeface="Verdana" pitchFamily="34" charset="0"/>
                  <a:cs typeface="Arial" charset="0"/>
                </a:defRPr>
              </a:lvl6pPr>
              <a:lvl7pPr marL="2971800" indent="-228600" algn="ctr" eaLnBrk="0" fontAlgn="base" hangingPunct="0">
                <a:spcBef>
                  <a:spcPct val="0"/>
                </a:spcBef>
                <a:spcAft>
                  <a:spcPct val="0"/>
                </a:spcAft>
                <a:defRPr>
                  <a:solidFill>
                    <a:schemeClr val="tx1"/>
                  </a:solidFill>
                  <a:latin typeface="Verdana" pitchFamily="34" charset="0"/>
                  <a:cs typeface="Arial" charset="0"/>
                </a:defRPr>
              </a:lvl7pPr>
              <a:lvl8pPr marL="3429000" indent="-228600" algn="ctr" eaLnBrk="0" fontAlgn="base" hangingPunct="0">
                <a:spcBef>
                  <a:spcPct val="0"/>
                </a:spcBef>
                <a:spcAft>
                  <a:spcPct val="0"/>
                </a:spcAft>
                <a:defRPr>
                  <a:solidFill>
                    <a:schemeClr val="tx1"/>
                  </a:solidFill>
                  <a:latin typeface="Verdana" pitchFamily="34" charset="0"/>
                  <a:cs typeface="Arial" charset="0"/>
                </a:defRPr>
              </a:lvl8pPr>
              <a:lvl9pPr marL="3886200" indent="-228600" algn="ctr" eaLnBrk="0" fontAlgn="base" hangingPunct="0">
                <a:spcBef>
                  <a:spcPct val="0"/>
                </a:spcBef>
                <a:spcAft>
                  <a:spcPct val="0"/>
                </a:spcAft>
                <a:defRPr>
                  <a:solidFill>
                    <a:schemeClr val="tx1"/>
                  </a:solidFill>
                  <a:latin typeface="Verdana" pitchFamily="34" charset="0"/>
                  <a:cs typeface="Arial" charset="0"/>
                </a:defRPr>
              </a:lvl9pPr>
            </a:lstStyle>
            <a:p>
              <a:pPr algn="ctr">
                <a:lnSpc>
                  <a:spcPct val="80000"/>
                </a:lnSpc>
                <a:buClr>
                  <a:srgbClr val="DC0081"/>
                </a:buClr>
                <a:defRPr/>
              </a:pPr>
              <a:r>
                <a:rPr lang="en-US" altLang="fr-FR" sz="1600" kern="0">
                  <a:solidFill>
                    <a:srgbClr val="000000"/>
                  </a:solidFill>
                </a:rPr>
                <a:t>DataSet</a:t>
              </a:r>
            </a:p>
          </p:txBody>
        </p:sp>
        <p:sp>
          <p:nvSpPr>
            <p:cNvPr id="23" name="Line 24">
              <a:extLst>
                <a:ext uri="{FF2B5EF4-FFF2-40B4-BE49-F238E27FC236}">
                  <a16:creationId xmlns:a16="http://schemas.microsoft.com/office/drawing/2014/main" xmlns="" id="{31F7D310-DAF8-7C00-A7DD-86C86D974BA3}"/>
                </a:ext>
              </a:extLst>
            </p:cNvPr>
            <p:cNvSpPr>
              <a:spLocks noChangeShapeType="1"/>
            </p:cNvSpPr>
            <p:nvPr/>
          </p:nvSpPr>
          <p:spPr bwMode="auto">
            <a:xfrm>
              <a:off x="1324" y="3176"/>
              <a:ext cx="844"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a:defRPr/>
              </a:pPr>
              <a:endParaRPr lang="fr-FR" kern="0">
                <a:solidFill>
                  <a:srgbClr val="000000"/>
                </a:solidFill>
                <a:cs typeface="Arial" charset="0"/>
              </a:endParaRPr>
            </a:p>
          </p:txBody>
        </p:sp>
        <p:pic>
          <p:nvPicPr>
            <p:cNvPr id="21516" name="Picture 39" descr="Database">
              <a:extLst>
                <a:ext uri="{FF2B5EF4-FFF2-40B4-BE49-F238E27FC236}">
                  <a16:creationId xmlns:a16="http://schemas.microsoft.com/office/drawing/2014/main" xmlns="" id="{C120A9C7-5F01-A0A7-D1B9-52D41B5D2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 y="2944"/>
              <a:ext cx="713" cy="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Line 18">
              <a:extLst>
                <a:ext uri="{FF2B5EF4-FFF2-40B4-BE49-F238E27FC236}">
                  <a16:creationId xmlns:a16="http://schemas.microsoft.com/office/drawing/2014/main" xmlns="" id="{37518544-9B1D-2291-9367-330DF084ACDE}"/>
                </a:ext>
              </a:extLst>
            </p:cNvPr>
            <p:cNvSpPr>
              <a:spLocks noChangeShapeType="1"/>
            </p:cNvSpPr>
            <p:nvPr/>
          </p:nvSpPr>
          <p:spPr bwMode="auto">
            <a:xfrm>
              <a:off x="3337" y="3300"/>
              <a:ext cx="850" cy="0"/>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pPr algn="ctr">
                <a:defRPr/>
              </a:pPr>
              <a:endParaRPr lang="fr-FR" kern="0">
                <a:solidFill>
                  <a:srgbClr val="000000"/>
                </a:solidFill>
                <a:cs typeface="Arial" charset="0"/>
              </a:endParaRPr>
            </a:p>
          </p:txBody>
        </p:sp>
        <p:sp>
          <p:nvSpPr>
            <p:cNvPr id="26" name="Line 29">
              <a:extLst>
                <a:ext uri="{FF2B5EF4-FFF2-40B4-BE49-F238E27FC236}">
                  <a16:creationId xmlns:a16="http://schemas.microsoft.com/office/drawing/2014/main" xmlns="" id="{0C49DA52-EF96-0607-0DBA-F6C54728AACC}"/>
                </a:ext>
              </a:extLst>
            </p:cNvPr>
            <p:cNvSpPr>
              <a:spLocks noChangeShapeType="1"/>
            </p:cNvSpPr>
            <p:nvPr/>
          </p:nvSpPr>
          <p:spPr bwMode="auto">
            <a:xfrm>
              <a:off x="3337" y="3200"/>
              <a:ext cx="859"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algn="ctr">
                <a:defRPr/>
              </a:pPr>
              <a:endParaRPr lang="fr-FR" kern="0">
                <a:solidFill>
                  <a:srgbClr val="000000"/>
                </a:solidFill>
                <a:cs typeface="Arial" charset="0"/>
              </a:endParaRPr>
            </a:p>
          </p:txBody>
        </p:sp>
        <p:sp>
          <p:nvSpPr>
            <p:cNvPr id="27" name="Text Box 19">
              <a:extLst>
                <a:ext uri="{FF2B5EF4-FFF2-40B4-BE49-F238E27FC236}">
                  <a16:creationId xmlns:a16="http://schemas.microsoft.com/office/drawing/2014/main" xmlns="" id="{448CB5CD-6913-5AC4-A5A2-D5D481CC8999}"/>
                </a:ext>
              </a:extLst>
            </p:cNvPr>
            <p:cNvSpPr txBox="1">
              <a:spLocks noChangeArrowheads="1"/>
            </p:cNvSpPr>
            <p:nvPr/>
          </p:nvSpPr>
          <p:spPr bwMode="auto">
            <a:xfrm>
              <a:off x="1405" y="2961"/>
              <a:ext cx="68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algn="ctr" eaLnBrk="0" fontAlgn="base" hangingPunct="0">
                <a:spcBef>
                  <a:spcPct val="0"/>
                </a:spcBef>
                <a:spcAft>
                  <a:spcPct val="0"/>
                </a:spcAft>
                <a:defRPr>
                  <a:solidFill>
                    <a:schemeClr val="tx1"/>
                  </a:solidFill>
                  <a:latin typeface="Verdana" pitchFamily="34" charset="0"/>
                  <a:cs typeface="Arial" charset="0"/>
                </a:defRPr>
              </a:lvl6pPr>
              <a:lvl7pPr marL="2971800" indent="-228600" algn="ctr" eaLnBrk="0" fontAlgn="base" hangingPunct="0">
                <a:spcBef>
                  <a:spcPct val="0"/>
                </a:spcBef>
                <a:spcAft>
                  <a:spcPct val="0"/>
                </a:spcAft>
                <a:defRPr>
                  <a:solidFill>
                    <a:schemeClr val="tx1"/>
                  </a:solidFill>
                  <a:latin typeface="Verdana" pitchFamily="34" charset="0"/>
                  <a:cs typeface="Arial" charset="0"/>
                </a:defRPr>
              </a:lvl7pPr>
              <a:lvl8pPr marL="3429000" indent="-228600" algn="ctr" eaLnBrk="0" fontAlgn="base" hangingPunct="0">
                <a:spcBef>
                  <a:spcPct val="0"/>
                </a:spcBef>
                <a:spcAft>
                  <a:spcPct val="0"/>
                </a:spcAft>
                <a:defRPr>
                  <a:solidFill>
                    <a:schemeClr val="tx1"/>
                  </a:solidFill>
                  <a:latin typeface="Verdana" pitchFamily="34" charset="0"/>
                  <a:cs typeface="Arial" charset="0"/>
                </a:defRPr>
              </a:lvl8pPr>
              <a:lvl9pPr marL="3886200" indent="-228600" algn="ctr" eaLnBrk="0" fontAlgn="base" hangingPunct="0">
                <a:spcBef>
                  <a:spcPct val="0"/>
                </a:spcBef>
                <a:spcAft>
                  <a:spcPct val="0"/>
                </a:spcAft>
                <a:defRPr>
                  <a:solidFill>
                    <a:schemeClr val="tx1"/>
                  </a:solidFill>
                  <a:latin typeface="Verdana" pitchFamily="34" charset="0"/>
                  <a:cs typeface="Arial" charset="0"/>
                </a:defRPr>
              </a:lvl9pPr>
            </a:lstStyle>
            <a:p>
              <a:pPr algn="ctr" eaLnBrk="1" hangingPunct="1">
                <a:spcBef>
                  <a:spcPct val="50000"/>
                </a:spcBef>
                <a:defRPr/>
              </a:pPr>
              <a:r>
                <a:rPr lang="en-US" altLang="fr-FR" sz="1400" kern="0" dirty="0">
                  <a:solidFill>
                    <a:srgbClr val="000000"/>
                  </a:solidFill>
                </a:rPr>
                <a:t>Lecture</a:t>
              </a:r>
            </a:p>
          </p:txBody>
        </p:sp>
        <p:sp>
          <p:nvSpPr>
            <p:cNvPr id="28" name="Text Box 19">
              <a:extLst>
                <a:ext uri="{FF2B5EF4-FFF2-40B4-BE49-F238E27FC236}">
                  <a16:creationId xmlns:a16="http://schemas.microsoft.com/office/drawing/2014/main" xmlns="" id="{05FD0A10-4F94-EC5D-BBB8-1A5AAD219162}"/>
                </a:ext>
              </a:extLst>
            </p:cNvPr>
            <p:cNvSpPr txBox="1">
              <a:spLocks noChangeArrowheads="1"/>
            </p:cNvSpPr>
            <p:nvPr/>
          </p:nvSpPr>
          <p:spPr bwMode="auto">
            <a:xfrm>
              <a:off x="3439" y="3379"/>
              <a:ext cx="6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algn="ctr" eaLnBrk="0" fontAlgn="base" hangingPunct="0">
                <a:spcBef>
                  <a:spcPct val="0"/>
                </a:spcBef>
                <a:spcAft>
                  <a:spcPct val="0"/>
                </a:spcAft>
                <a:defRPr>
                  <a:solidFill>
                    <a:schemeClr val="tx1"/>
                  </a:solidFill>
                  <a:latin typeface="Verdana" pitchFamily="34" charset="0"/>
                  <a:cs typeface="Arial" charset="0"/>
                </a:defRPr>
              </a:lvl6pPr>
              <a:lvl7pPr marL="2971800" indent="-228600" algn="ctr" eaLnBrk="0" fontAlgn="base" hangingPunct="0">
                <a:spcBef>
                  <a:spcPct val="0"/>
                </a:spcBef>
                <a:spcAft>
                  <a:spcPct val="0"/>
                </a:spcAft>
                <a:defRPr>
                  <a:solidFill>
                    <a:schemeClr val="tx1"/>
                  </a:solidFill>
                  <a:latin typeface="Verdana" pitchFamily="34" charset="0"/>
                  <a:cs typeface="Arial" charset="0"/>
                </a:defRPr>
              </a:lvl7pPr>
              <a:lvl8pPr marL="3429000" indent="-228600" algn="ctr" eaLnBrk="0" fontAlgn="base" hangingPunct="0">
                <a:spcBef>
                  <a:spcPct val="0"/>
                </a:spcBef>
                <a:spcAft>
                  <a:spcPct val="0"/>
                </a:spcAft>
                <a:defRPr>
                  <a:solidFill>
                    <a:schemeClr val="tx1"/>
                  </a:solidFill>
                  <a:latin typeface="Verdana" pitchFamily="34" charset="0"/>
                  <a:cs typeface="Arial" charset="0"/>
                </a:defRPr>
              </a:lvl8pPr>
              <a:lvl9pPr marL="3886200" indent="-228600" algn="ctr" eaLnBrk="0" fontAlgn="base" hangingPunct="0">
                <a:spcBef>
                  <a:spcPct val="0"/>
                </a:spcBef>
                <a:spcAft>
                  <a:spcPct val="0"/>
                </a:spcAft>
                <a:defRPr>
                  <a:solidFill>
                    <a:schemeClr val="tx1"/>
                  </a:solidFill>
                  <a:latin typeface="Verdana" pitchFamily="34" charset="0"/>
                  <a:cs typeface="Arial" charset="0"/>
                </a:defRPr>
              </a:lvl9pPr>
            </a:lstStyle>
            <a:p>
              <a:pPr algn="ctr" eaLnBrk="1" hangingPunct="1">
                <a:spcBef>
                  <a:spcPct val="50000"/>
                </a:spcBef>
                <a:defRPr/>
              </a:pPr>
              <a:r>
                <a:rPr lang="en-US" altLang="fr-FR" sz="1400" kern="0" dirty="0" err="1">
                  <a:solidFill>
                    <a:srgbClr val="000000"/>
                  </a:solidFill>
                </a:rPr>
                <a:t>Mise</a:t>
              </a:r>
              <a:r>
                <a:rPr lang="en-US" altLang="fr-FR" sz="1400" kern="0" dirty="0">
                  <a:solidFill>
                    <a:srgbClr val="000000"/>
                  </a:solidFill>
                </a:rPr>
                <a:t> à jour</a:t>
              </a:r>
              <a:endParaRPr lang="en-US" altLang="fr-FR" sz="1600" kern="0" dirty="0">
                <a:solidFill>
                  <a:srgbClr val="000000"/>
                </a:solidFill>
              </a:endParaRPr>
            </a:p>
          </p:txBody>
        </p:sp>
      </p:grpSp>
      <p:sp>
        <p:nvSpPr>
          <p:cNvPr id="21509" name="Rounded Rectangle 12">
            <a:extLst>
              <a:ext uri="{FF2B5EF4-FFF2-40B4-BE49-F238E27FC236}">
                <a16:creationId xmlns:a16="http://schemas.microsoft.com/office/drawing/2014/main" xmlns="" id="{90CABD86-483B-E529-1029-075B11D0C546}"/>
              </a:ext>
            </a:extLst>
          </p:cNvPr>
          <p:cNvSpPr>
            <a:spLocks noChangeArrowheads="1"/>
          </p:cNvSpPr>
          <p:nvPr/>
        </p:nvSpPr>
        <p:spPr bwMode="auto">
          <a:xfrm>
            <a:off x="2251075" y="2652714"/>
            <a:ext cx="7761288" cy="76358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US" altLang="fr-FR" b="0"/>
              <a:t>L’objet </a:t>
            </a:r>
            <a:r>
              <a:rPr lang="en-US" altLang="fr-FR"/>
              <a:t>DbDataAdapter</a:t>
            </a:r>
            <a:r>
              <a:rPr lang="en-US" altLang="fr-FR" b="0"/>
              <a:t> gère la connexion automatiquement</a:t>
            </a:r>
            <a:endParaRPr lang="en-GB" altLang="fr-FR" b="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6">
            <a:extLst>
              <a:ext uri="{FF2B5EF4-FFF2-40B4-BE49-F238E27FC236}">
                <a16:creationId xmlns:a16="http://schemas.microsoft.com/office/drawing/2014/main" xmlns="" id="{47EC64A9-28AB-BE6F-095C-9F682F144E9A}"/>
              </a:ext>
            </a:extLst>
          </p:cNvPr>
          <p:cNvSpPr>
            <a:spLocks noGrp="1"/>
          </p:cNvSpPr>
          <p:nvPr>
            <p:ph type="title"/>
          </p:nvPr>
        </p:nvSpPr>
        <p:spPr/>
        <p:txBody>
          <a:bodyPr/>
          <a:lstStyle/>
          <a:p>
            <a:pPr eaLnBrk="1" hangingPunct="1"/>
            <a:r>
              <a:rPr lang="fr-FR" altLang="fr-FR"/>
              <a:t>Création de l’objet DbDataAdapter</a:t>
            </a:r>
          </a:p>
        </p:txBody>
      </p:sp>
      <p:sp>
        <p:nvSpPr>
          <p:cNvPr id="22531" name="AutoShape 4">
            <a:extLst>
              <a:ext uri="{FF2B5EF4-FFF2-40B4-BE49-F238E27FC236}">
                <a16:creationId xmlns:a16="http://schemas.microsoft.com/office/drawing/2014/main" xmlns="" id="{F0BCD3F7-2BAB-02FD-D5D9-D073A3AFDF9E}"/>
              </a:ext>
            </a:extLst>
          </p:cNvPr>
          <p:cNvSpPr>
            <a:spLocks noChangeArrowheads="1"/>
          </p:cNvSpPr>
          <p:nvPr/>
        </p:nvSpPr>
        <p:spPr bwMode="auto">
          <a:xfrm>
            <a:off x="2092644" y="1254040"/>
            <a:ext cx="7858125" cy="5110162"/>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endParaRPr lang="da-DK" altLang="fr-FR" sz="2200">
              <a:latin typeface="Arial Narrow" panose="020B0606020202030204" pitchFamily="34" charset="0"/>
            </a:endParaRPr>
          </a:p>
        </p:txBody>
      </p:sp>
      <p:sp>
        <p:nvSpPr>
          <p:cNvPr id="22532" name="AutoShape 5">
            <a:extLst>
              <a:ext uri="{FF2B5EF4-FFF2-40B4-BE49-F238E27FC236}">
                <a16:creationId xmlns:a16="http://schemas.microsoft.com/office/drawing/2014/main" xmlns="" id="{3C0CDEB6-8946-BD64-40A9-515A2EDC332D}"/>
              </a:ext>
            </a:extLst>
          </p:cNvPr>
          <p:cNvSpPr>
            <a:spLocks noChangeArrowheads="1"/>
          </p:cNvSpPr>
          <p:nvPr/>
        </p:nvSpPr>
        <p:spPr bwMode="auto">
          <a:xfrm>
            <a:off x="2281555" y="1577890"/>
            <a:ext cx="7537450" cy="717550"/>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wrap="none" lIns="216000" tIns="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15000"/>
              </a:lnSpc>
              <a:buClr>
                <a:schemeClr val="hlink"/>
              </a:buClr>
            </a:pPr>
            <a:r>
              <a:rPr lang="en-US" altLang="fr-FR" sz="1600" b="0"/>
              <a:t>L’objet </a:t>
            </a:r>
            <a:r>
              <a:rPr lang="en-US" altLang="fr-FR" sz="1600"/>
              <a:t>DbDataAdapter</a:t>
            </a:r>
            <a:r>
              <a:rPr lang="en-US" altLang="fr-FR" sz="1600" b="0"/>
              <a:t> contient au minimum la requête </a:t>
            </a:r>
          </a:p>
          <a:p>
            <a:pPr>
              <a:lnSpc>
                <a:spcPct val="115000"/>
              </a:lnSpc>
              <a:buClr>
                <a:schemeClr val="hlink"/>
              </a:buClr>
            </a:pPr>
            <a:r>
              <a:rPr lang="en-US" altLang="fr-FR" sz="1600" b="0"/>
              <a:t>d’interrogation nécessaire au chargement du DataSet</a:t>
            </a:r>
            <a:endParaRPr lang="en-US" altLang="fr-FR" sz="1400" b="0"/>
          </a:p>
        </p:txBody>
      </p:sp>
      <p:sp>
        <p:nvSpPr>
          <p:cNvPr id="22533" name="AutoShape 5">
            <a:extLst>
              <a:ext uri="{FF2B5EF4-FFF2-40B4-BE49-F238E27FC236}">
                <a16:creationId xmlns:a16="http://schemas.microsoft.com/office/drawing/2014/main" xmlns="" id="{847BD53B-23F4-F1DF-644A-B8F1976E232E}"/>
              </a:ext>
            </a:extLst>
          </p:cNvPr>
          <p:cNvSpPr>
            <a:spLocks noChangeArrowheads="1"/>
          </p:cNvSpPr>
          <p:nvPr/>
        </p:nvSpPr>
        <p:spPr bwMode="auto">
          <a:xfrm>
            <a:off x="2281555" y="3389228"/>
            <a:ext cx="7537450" cy="2627313"/>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274320" tIns="109728"/>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50000"/>
              </a:lnSpc>
              <a:buClr>
                <a:srgbClr val="DC0081"/>
              </a:buClr>
              <a:buFont typeface="Wingdings" panose="05000000000000000000" pitchFamily="2" charset="2"/>
              <a:buNone/>
            </a:pPr>
            <a:r>
              <a:rPr lang="en-US" altLang="fr-FR" sz="1600" b="0"/>
              <a:t>Création du </a:t>
            </a:r>
            <a:r>
              <a:rPr lang="en-US" altLang="fr-FR" sz="1600"/>
              <a:t>DbDataAdapter</a:t>
            </a:r>
            <a:r>
              <a:rPr lang="en-US" altLang="fr-FR" sz="1600" b="0"/>
              <a:t>:</a:t>
            </a:r>
          </a:p>
          <a:p>
            <a:pPr>
              <a:lnSpc>
                <a:spcPct val="150000"/>
              </a:lnSpc>
              <a:buClr>
                <a:schemeClr val="hlink"/>
              </a:buClr>
              <a:buFontTx/>
              <a:buChar char="•"/>
            </a:pPr>
            <a:r>
              <a:rPr lang="en-US" altLang="fr-FR" sz="1600" b="0"/>
              <a:t> Par son constructeur, en fournissant la requête qui définira l’objet </a:t>
            </a:r>
            <a:r>
              <a:rPr lang="en-US" altLang="fr-FR" sz="1600"/>
              <a:t>SelectCommand</a:t>
            </a:r>
            <a:r>
              <a:rPr lang="en-US" altLang="fr-FR" sz="1600" b="0"/>
              <a:t> puis …</a:t>
            </a:r>
          </a:p>
          <a:p>
            <a:pPr>
              <a:lnSpc>
                <a:spcPct val="150000"/>
              </a:lnSpc>
              <a:buClr>
                <a:schemeClr val="hlink"/>
              </a:buClr>
              <a:buFontTx/>
              <a:buChar char="•"/>
            </a:pPr>
            <a:r>
              <a:rPr lang="en-US" altLang="fr-FR" sz="1600" b="0"/>
              <a:t> Manuellement, en définissant chaque propriété </a:t>
            </a:r>
            <a:r>
              <a:rPr lang="en-US" altLang="fr-FR" sz="1600"/>
              <a:t>DbCommand</a:t>
            </a:r>
            <a:r>
              <a:rPr lang="en-US" altLang="fr-FR" sz="1600" b="0"/>
              <a:t> </a:t>
            </a:r>
          </a:p>
          <a:p>
            <a:pPr>
              <a:lnSpc>
                <a:spcPct val="150000"/>
              </a:lnSpc>
              <a:buClr>
                <a:schemeClr val="hlink"/>
              </a:buClr>
              <a:buFontTx/>
              <a:buChar char="•"/>
            </a:pPr>
            <a:r>
              <a:rPr lang="en-US" altLang="fr-FR" sz="1600" b="0"/>
              <a:t> Automatiquement, à l’aide de la classe </a:t>
            </a:r>
            <a:r>
              <a:rPr lang="en-US" altLang="fr-FR" sz="1600"/>
              <a:t>DbCommandBuilder</a:t>
            </a:r>
            <a:r>
              <a:rPr lang="en-US" altLang="fr-FR" sz="1600" b="0"/>
              <a:t>, pour les cas de requêtage de table unique </a:t>
            </a:r>
          </a:p>
        </p:txBody>
      </p:sp>
      <p:sp>
        <p:nvSpPr>
          <p:cNvPr id="22534" name="AutoShape 5">
            <a:extLst>
              <a:ext uri="{FF2B5EF4-FFF2-40B4-BE49-F238E27FC236}">
                <a16:creationId xmlns:a16="http://schemas.microsoft.com/office/drawing/2014/main" xmlns="" id="{CC9901A5-D8B6-C23E-BCD7-F34131C8C17A}"/>
              </a:ext>
            </a:extLst>
          </p:cNvPr>
          <p:cNvSpPr>
            <a:spLocks noChangeArrowheads="1"/>
          </p:cNvSpPr>
          <p:nvPr/>
        </p:nvSpPr>
        <p:spPr bwMode="auto">
          <a:xfrm>
            <a:off x="2281555" y="2479590"/>
            <a:ext cx="7537450" cy="717550"/>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wrap="none" lIns="216000" tIns="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20000"/>
              </a:lnSpc>
              <a:buClr>
                <a:schemeClr val="hlink"/>
              </a:buClr>
            </a:pPr>
            <a:r>
              <a:rPr lang="en-US" altLang="fr-FR" sz="1600" b="0"/>
              <a:t>L’objet </a:t>
            </a:r>
            <a:r>
              <a:rPr lang="en-US" altLang="fr-FR" sz="1600"/>
              <a:t>DbDataAdapter</a:t>
            </a:r>
            <a:r>
              <a:rPr lang="en-US" altLang="fr-FR" sz="1600" b="0"/>
              <a:t> expose 4 propriétés de type </a:t>
            </a:r>
            <a:r>
              <a:rPr lang="en-US" altLang="fr-FR" sz="1600"/>
              <a:t>DbCommand</a:t>
            </a:r>
            <a:r>
              <a:rPr lang="en-US" altLang="fr-FR" sz="1600" b="0"/>
              <a:t>: </a:t>
            </a:r>
          </a:p>
          <a:p>
            <a:pPr>
              <a:lnSpc>
                <a:spcPct val="120000"/>
              </a:lnSpc>
              <a:buClr>
                <a:schemeClr val="hlink"/>
              </a:buClr>
            </a:pPr>
            <a:r>
              <a:rPr lang="en-US" altLang="fr-FR" sz="1600" b="0"/>
              <a:t>SelectCommand, InsertCommand, UpdateCommand,DeleteCommand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6">
            <a:extLst>
              <a:ext uri="{FF2B5EF4-FFF2-40B4-BE49-F238E27FC236}">
                <a16:creationId xmlns:a16="http://schemas.microsoft.com/office/drawing/2014/main" xmlns="" id="{EB2C6111-4C76-469B-BD89-2C7E359404F2}"/>
              </a:ext>
            </a:extLst>
          </p:cNvPr>
          <p:cNvSpPr>
            <a:spLocks noGrp="1"/>
          </p:cNvSpPr>
          <p:nvPr>
            <p:ph type="title"/>
          </p:nvPr>
        </p:nvSpPr>
        <p:spPr/>
        <p:txBody>
          <a:bodyPr/>
          <a:lstStyle/>
          <a:p>
            <a:pPr eaLnBrk="1" hangingPunct="1"/>
            <a:r>
              <a:rPr lang="fr-FR" altLang="fr-FR"/>
              <a:t>Synchronisation des données</a:t>
            </a:r>
          </a:p>
        </p:txBody>
      </p:sp>
      <p:sp>
        <p:nvSpPr>
          <p:cNvPr id="23555" name="AutoShape 4">
            <a:extLst>
              <a:ext uri="{FF2B5EF4-FFF2-40B4-BE49-F238E27FC236}">
                <a16:creationId xmlns:a16="http://schemas.microsoft.com/office/drawing/2014/main" xmlns="" id="{92A3324A-75D6-F55F-1E26-27977C3DBA7D}"/>
              </a:ext>
            </a:extLst>
          </p:cNvPr>
          <p:cNvSpPr>
            <a:spLocks noChangeArrowheads="1"/>
          </p:cNvSpPr>
          <p:nvPr/>
        </p:nvSpPr>
        <p:spPr bwMode="auto">
          <a:xfrm>
            <a:off x="2166937" y="1329627"/>
            <a:ext cx="7858125" cy="5110162"/>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endParaRPr lang="da-DK" altLang="fr-FR" sz="2200">
              <a:latin typeface="Arial Narrow" panose="020B0606020202030204" pitchFamily="34" charset="0"/>
            </a:endParaRPr>
          </a:p>
        </p:txBody>
      </p:sp>
      <p:sp>
        <p:nvSpPr>
          <p:cNvPr id="23556" name="AutoShape 5">
            <a:extLst>
              <a:ext uri="{FF2B5EF4-FFF2-40B4-BE49-F238E27FC236}">
                <a16:creationId xmlns:a16="http://schemas.microsoft.com/office/drawing/2014/main" xmlns="" id="{3192EDE7-F3ED-40B8-9B3C-07C3FB041EB6}"/>
              </a:ext>
            </a:extLst>
          </p:cNvPr>
          <p:cNvSpPr>
            <a:spLocks noChangeArrowheads="1"/>
          </p:cNvSpPr>
          <p:nvPr/>
        </p:nvSpPr>
        <p:spPr bwMode="auto">
          <a:xfrm>
            <a:off x="2355848" y="1440752"/>
            <a:ext cx="7537450" cy="717550"/>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wrap="none" lIns="216000" tIns="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15000"/>
              </a:lnSpc>
              <a:buClr>
                <a:schemeClr val="hlink"/>
              </a:buClr>
            </a:pPr>
            <a:r>
              <a:rPr lang="fr-FR" altLang="fr-FR" sz="1600" b="0"/>
              <a:t>La synchronisation des données du </a:t>
            </a:r>
            <a:r>
              <a:rPr lang="fr-FR" altLang="fr-FR" sz="1600"/>
              <a:t>DataSet</a:t>
            </a:r>
            <a:r>
              <a:rPr lang="fr-FR" altLang="fr-FR" sz="1600" b="0"/>
              <a:t> avec la base de données</a:t>
            </a:r>
          </a:p>
          <a:p>
            <a:pPr>
              <a:lnSpc>
                <a:spcPct val="115000"/>
              </a:lnSpc>
              <a:buClr>
                <a:schemeClr val="hlink"/>
              </a:buClr>
            </a:pPr>
            <a:r>
              <a:rPr lang="fr-FR" altLang="fr-FR" sz="1600" b="0"/>
              <a:t>est gérée par la méthode </a:t>
            </a:r>
            <a:r>
              <a:rPr lang="fr-FR" altLang="fr-FR" sz="1600"/>
              <a:t>Update</a:t>
            </a:r>
            <a:r>
              <a:rPr lang="fr-FR" altLang="fr-FR" sz="1600" b="0"/>
              <a:t> du </a:t>
            </a:r>
            <a:r>
              <a:rPr lang="fr-FR" altLang="fr-FR" sz="1600"/>
              <a:t>DbDataAdapter</a:t>
            </a:r>
            <a:endParaRPr lang="fr-FR" altLang="fr-FR" sz="1400"/>
          </a:p>
        </p:txBody>
      </p:sp>
      <p:sp>
        <p:nvSpPr>
          <p:cNvPr id="23557" name="AutoShape 5">
            <a:extLst>
              <a:ext uri="{FF2B5EF4-FFF2-40B4-BE49-F238E27FC236}">
                <a16:creationId xmlns:a16="http://schemas.microsoft.com/office/drawing/2014/main" xmlns="" id="{B028563B-3806-BBB2-EA34-1D5CA9312911}"/>
              </a:ext>
            </a:extLst>
          </p:cNvPr>
          <p:cNvSpPr>
            <a:spLocks noChangeArrowheads="1"/>
          </p:cNvSpPr>
          <p:nvPr/>
        </p:nvSpPr>
        <p:spPr bwMode="auto">
          <a:xfrm>
            <a:off x="2355848" y="2239264"/>
            <a:ext cx="7537450" cy="717550"/>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wrap="none" lIns="216000" tIns="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20000"/>
              </a:lnSpc>
              <a:buClr>
                <a:schemeClr val="hlink"/>
              </a:buClr>
            </a:pPr>
            <a:r>
              <a:rPr lang="fr-FR" altLang="fr-FR" sz="1600" b="0"/>
              <a:t>Avant d’envoyer les mises à jour dans la base, il faut s’assurer de la </a:t>
            </a:r>
          </a:p>
          <a:p>
            <a:pPr>
              <a:lnSpc>
                <a:spcPct val="120000"/>
              </a:lnSpc>
              <a:buClr>
                <a:schemeClr val="hlink"/>
              </a:buClr>
            </a:pPr>
            <a:r>
              <a:rPr lang="fr-FR" altLang="fr-FR" sz="1600" b="0"/>
              <a:t>validité des données locales</a:t>
            </a:r>
          </a:p>
        </p:txBody>
      </p:sp>
      <p:sp>
        <p:nvSpPr>
          <p:cNvPr id="23558" name="AutoShape 4">
            <a:extLst>
              <a:ext uri="{FF2B5EF4-FFF2-40B4-BE49-F238E27FC236}">
                <a16:creationId xmlns:a16="http://schemas.microsoft.com/office/drawing/2014/main" xmlns="" id="{ECE1FBAA-985F-803A-C180-2A86462E2854}"/>
              </a:ext>
            </a:extLst>
          </p:cNvPr>
          <p:cNvSpPr>
            <a:spLocks noChangeArrowheads="1"/>
          </p:cNvSpPr>
          <p:nvPr/>
        </p:nvSpPr>
        <p:spPr bwMode="auto">
          <a:xfrm>
            <a:off x="1825623" y="3047302"/>
            <a:ext cx="8540750" cy="2493962"/>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46800" tIns="0" rIns="0"/>
          <a:lstStyle>
            <a:lvl1pPr marL="274638" indent="-182563" eaLnBrk="0" hangingPunct="0">
              <a:defRPr b="1">
                <a:solidFill>
                  <a:schemeClr val="tx1"/>
                </a:solidFill>
                <a:latin typeface="Verdana" panose="020B0604030504040204" pitchFamily="34" charset="0"/>
                <a:cs typeface="Arial" panose="020B0604020202020204" pitchFamily="34" charset="0"/>
              </a:defRPr>
            </a:lvl1pPr>
            <a:lvl2pPr marL="809625" indent="-260350" eaLnBrk="0" hangingPunct="0">
              <a:defRPr b="1">
                <a:solidFill>
                  <a:schemeClr val="tx1"/>
                </a:solidFill>
                <a:latin typeface="Verdana" panose="020B0604030504040204" pitchFamily="34" charset="0"/>
                <a:cs typeface="Arial" panose="020B0604020202020204" pitchFamily="34" charset="0"/>
              </a:defRPr>
            </a:lvl2pPr>
            <a:lvl3pPr marL="1266825" indent="-26035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endParaRPr lang="fr-FR" altLang="fr-FR" sz="300"/>
          </a:p>
          <a:p>
            <a:pPr eaLnBrk="1" hangingPunct="1">
              <a:lnSpc>
                <a:spcPct val="90000"/>
              </a:lnSpc>
              <a:spcBef>
                <a:spcPct val="40000"/>
              </a:spcBef>
              <a:buSzPct val="80000"/>
            </a:pPr>
            <a:r>
              <a:rPr lang="fr-FR" altLang="fr-FR" sz="1400"/>
              <a:t>Lorsque les données sont prêtes à être synchronisées:</a:t>
            </a:r>
          </a:p>
          <a:p>
            <a:pPr eaLnBrk="1" hangingPunct="1">
              <a:lnSpc>
                <a:spcPct val="90000"/>
              </a:lnSpc>
              <a:spcBef>
                <a:spcPct val="40000"/>
              </a:spcBef>
              <a:buClr>
                <a:schemeClr val="hlink"/>
              </a:buClr>
              <a:buSzPct val="80000"/>
              <a:buFontTx/>
              <a:buChar char="•"/>
            </a:pPr>
            <a:r>
              <a:rPr lang="fr-FR" altLang="fr-FR" sz="1400" b="0"/>
              <a:t>Invoquez la méthode </a:t>
            </a:r>
            <a:r>
              <a:rPr lang="fr-FR" altLang="fr-FR" sz="1400"/>
              <a:t>GetChanges</a:t>
            </a:r>
            <a:r>
              <a:rPr lang="fr-FR" altLang="fr-FR" sz="1400" b="0"/>
              <a:t> pour générer un objet </a:t>
            </a:r>
            <a:r>
              <a:rPr lang="fr-FR" altLang="fr-FR" sz="1400"/>
              <a:t>DataSet</a:t>
            </a:r>
            <a:r>
              <a:rPr lang="fr-FR" altLang="fr-FR" sz="1400" b="0"/>
              <a:t> ne contenant que les lignes soumises à modification</a:t>
            </a:r>
          </a:p>
          <a:p>
            <a:pPr eaLnBrk="1" hangingPunct="1">
              <a:lnSpc>
                <a:spcPct val="90000"/>
              </a:lnSpc>
              <a:spcBef>
                <a:spcPct val="40000"/>
              </a:spcBef>
              <a:buClr>
                <a:schemeClr val="hlink"/>
              </a:buClr>
              <a:buSzPct val="80000"/>
              <a:buFontTx/>
              <a:buChar char="•"/>
            </a:pPr>
            <a:r>
              <a:rPr lang="fr-FR" altLang="fr-FR" sz="1400" b="0"/>
              <a:t>Pour chaque objet </a:t>
            </a:r>
            <a:r>
              <a:rPr lang="fr-FR" altLang="fr-FR" sz="1400"/>
              <a:t>DataTable</a:t>
            </a:r>
            <a:r>
              <a:rPr lang="fr-FR" altLang="fr-FR" sz="1400" b="0"/>
              <a:t> de ce </a:t>
            </a:r>
            <a:r>
              <a:rPr lang="fr-FR" altLang="fr-FR" sz="1400"/>
              <a:t>DataSet</a:t>
            </a:r>
            <a:r>
              <a:rPr lang="fr-FR" altLang="fr-FR" sz="1400" b="0"/>
              <a:t>, examiner la propriété </a:t>
            </a:r>
            <a:r>
              <a:rPr lang="fr-FR" altLang="fr-FR" sz="1400"/>
              <a:t>HasErrors</a:t>
            </a:r>
            <a:r>
              <a:rPr lang="fr-FR" altLang="fr-FR" sz="1400" b="0"/>
              <a:t>:</a:t>
            </a:r>
          </a:p>
          <a:p>
            <a:pPr lvl="1" eaLnBrk="1" hangingPunct="1">
              <a:lnSpc>
                <a:spcPct val="90000"/>
              </a:lnSpc>
              <a:spcBef>
                <a:spcPct val="40000"/>
              </a:spcBef>
              <a:buClr>
                <a:schemeClr val="hlink"/>
              </a:buClr>
              <a:buSzPct val="80000"/>
              <a:buFontTx/>
              <a:buChar char="•"/>
            </a:pPr>
            <a:r>
              <a:rPr lang="fr-FR" altLang="fr-FR" sz="1400" b="0"/>
              <a:t>Si </a:t>
            </a:r>
            <a:r>
              <a:rPr lang="fr-FR" altLang="fr-FR" sz="1400"/>
              <a:t>HasErrors</a:t>
            </a:r>
            <a:r>
              <a:rPr lang="fr-FR" altLang="fr-FR" sz="1400" b="0"/>
              <a:t> vaut </a:t>
            </a:r>
            <a:r>
              <a:rPr lang="fr-FR" altLang="fr-FR" sz="1400" b="0" i="1"/>
              <a:t>true</a:t>
            </a:r>
            <a:r>
              <a:rPr lang="fr-FR" altLang="fr-FR" sz="1400" b="0"/>
              <a:t>, localiser les lignes en erreur grâce à la méthode </a:t>
            </a:r>
            <a:r>
              <a:rPr lang="fr-FR" altLang="fr-FR" sz="1400"/>
              <a:t>GetErrors</a:t>
            </a:r>
            <a:endParaRPr lang="fr-FR" altLang="fr-FR" sz="1400" b="0"/>
          </a:p>
          <a:p>
            <a:pPr lvl="1" eaLnBrk="1" hangingPunct="1">
              <a:lnSpc>
                <a:spcPct val="90000"/>
              </a:lnSpc>
              <a:spcBef>
                <a:spcPct val="40000"/>
              </a:spcBef>
              <a:buClr>
                <a:schemeClr val="hlink"/>
              </a:buClr>
              <a:buSzPct val="80000"/>
              <a:buFontTx/>
              <a:buChar char="•"/>
            </a:pPr>
            <a:r>
              <a:rPr lang="fr-FR" altLang="fr-FR" sz="1400" b="0"/>
              <a:t>Pour chaque ligne dans la collection, appeler la méthode </a:t>
            </a:r>
            <a:r>
              <a:rPr lang="fr-FR" altLang="fr-FR" sz="1400"/>
              <a:t>GetColumnErrors</a:t>
            </a:r>
            <a:r>
              <a:rPr lang="fr-FR" altLang="fr-FR" sz="1400" b="0"/>
              <a:t>:</a:t>
            </a:r>
          </a:p>
          <a:p>
            <a:pPr lvl="2" eaLnBrk="1" hangingPunct="1">
              <a:lnSpc>
                <a:spcPct val="90000"/>
              </a:lnSpc>
              <a:spcBef>
                <a:spcPct val="40000"/>
              </a:spcBef>
              <a:buClr>
                <a:schemeClr val="hlink"/>
              </a:buClr>
              <a:buSzPct val="80000"/>
              <a:buFontTx/>
              <a:buChar char="•"/>
            </a:pPr>
            <a:r>
              <a:rPr lang="fr-FR" altLang="fr-FR" sz="1400" b="0"/>
              <a:t>Pour chaque colonne en erreur, examiner et corriger l’erreur</a:t>
            </a:r>
          </a:p>
          <a:p>
            <a:pPr lvl="2" eaLnBrk="1" hangingPunct="1">
              <a:lnSpc>
                <a:spcPct val="90000"/>
              </a:lnSpc>
              <a:spcBef>
                <a:spcPct val="40000"/>
              </a:spcBef>
              <a:buClr>
                <a:schemeClr val="hlink"/>
              </a:buClr>
              <a:buSzPct val="80000"/>
              <a:buFontTx/>
              <a:buChar char="•"/>
            </a:pPr>
            <a:r>
              <a:rPr lang="fr-FR" altLang="fr-FR" sz="1400" b="0"/>
              <a:t>Appelez la méthode </a:t>
            </a:r>
            <a:r>
              <a:rPr lang="fr-FR" altLang="fr-FR" sz="1400"/>
              <a:t>ClearErrors</a:t>
            </a:r>
            <a:r>
              <a:rPr lang="fr-FR" altLang="fr-FR" sz="1400" b="0"/>
              <a:t> pour éliminer les erreurs de la ligne</a:t>
            </a:r>
            <a:endParaRPr lang="fr-FR" altLang="fr-FR" sz="1600" b="0"/>
          </a:p>
        </p:txBody>
      </p:sp>
      <p:sp>
        <p:nvSpPr>
          <p:cNvPr id="23559" name="AutoShape 5">
            <a:extLst>
              <a:ext uri="{FF2B5EF4-FFF2-40B4-BE49-F238E27FC236}">
                <a16:creationId xmlns:a16="http://schemas.microsoft.com/office/drawing/2014/main" xmlns="" id="{8EF0BF12-8882-EA6B-8990-E3B979F8C219}"/>
              </a:ext>
            </a:extLst>
          </p:cNvPr>
          <p:cNvSpPr>
            <a:spLocks noChangeArrowheads="1"/>
          </p:cNvSpPr>
          <p:nvPr/>
        </p:nvSpPr>
        <p:spPr bwMode="auto">
          <a:xfrm>
            <a:off x="2327273" y="5658739"/>
            <a:ext cx="7537450" cy="717550"/>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wrap="none" lIns="216000" tIns="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15000"/>
              </a:lnSpc>
              <a:buClr>
                <a:schemeClr val="hlink"/>
              </a:buClr>
            </a:pPr>
            <a:r>
              <a:rPr lang="en-US" altLang="fr-FR" sz="1600" b="0"/>
              <a:t>Une fois les données enregistrées, il faut l’indiquer au </a:t>
            </a:r>
            <a:r>
              <a:rPr lang="en-US" altLang="fr-FR" sz="1600"/>
              <a:t>DataSet </a:t>
            </a:r>
          </a:p>
          <a:p>
            <a:pPr>
              <a:lnSpc>
                <a:spcPct val="115000"/>
              </a:lnSpc>
              <a:buClr>
                <a:schemeClr val="hlink"/>
              </a:buClr>
            </a:pPr>
            <a:r>
              <a:rPr lang="en-US" altLang="fr-FR" sz="1600" b="0"/>
              <a:t>par la méthode </a:t>
            </a:r>
            <a:r>
              <a:rPr lang="en-US" altLang="fr-FR" sz="1600"/>
              <a:t>AcceptChanges</a:t>
            </a:r>
            <a:endParaRPr lang="en-US" altLang="fr-FR" sz="1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140">
            <a:extLst>
              <a:ext uri="{FF2B5EF4-FFF2-40B4-BE49-F238E27FC236}">
                <a16:creationId xmlns:a16="http://schemas.microsoft.com/office/drawing/2014/main" xmlns="" id="{2E5ECF1E-8902-2C73-8E6F-1962C8B9754B}"/>
              </a:ext>
            </a:extLst>
          </p:cNvPr>
          <p:cNvSpPr>
            <a:spLocks noChangeArrowheads="1"/>
          </p:cNvSpPr>
          <p:nvPr/>
        </p:nvSpPr>
        <p:spPr bwMode="auto">
          <a:xfrm>
            <a:off x="1826418" y="1239668"/>
            <a:ext cx="8539163" cy="5126037"/>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sz="2200"/>
          </a:p>
        </p:txBody>
      </p:sp>
      <p:sp>
        <p:nvSpPr>
          <p:cNvPr id="24579" name="Title 6">
            <a:extLst>
              <a:ext uri="{FF2B5EF4-FFF2-40B4-BE49-F238E27FC236}">
                <a16:creationId xmlns:a16="http://schemas.microsoft.com/office/drawing/2014/main" xmlns="" id="{C4E8A03D-A404-05B4-6870-83BE0DA4B45F}"/>
              </a:ext>
            </a:extLst>
          </p:cNvPr>
          <p:cNvSpPr>
            <a:spLocks noGrp="1"/>
          </p:cNvSpPr>
          <p:nvPr>
            <p:ph type="title"/>
          </p:nvPr>
        </p:nvSpPr>
        <p:spPr/>
        <p:txBody>
          <a:bodyPr/>
          <a:lstStyle/>
          <a:p>
            <a:pPr eaLnBrk="1" hangingPunct="1"/>
            <a:r>
              <a:rPr lang="fr-FR" altLang="fr-FR"/>
              <a:t>Gestion des conflits</a:t>
            </a:r>
          </a:p>
        </p:txBody>
      </p:sp>
      <p:sp>
        <p:nvSpPr>
          <p:cNvPr id="24580" name="Rounded Rectangle 24">
            <a:extLst>
              <a:ext uri="{FF2B5EF4-FFF2-40B4-BE49-F238E27FC236}">
                <a16:creationId xmlns:a16="http://schemas.microsoft.com/office/drawing/2014/main" xmlns="" id="{E707FB99-40FC-FD9D-CD72-A7D2C3663915}"/>
              </a:ext>
            </a:extLst>
          </p:cNvPr>
          <p:cNvSpPr>
            <a:spLocks noChangeArrowheads="1"/>
          </p:cNvSpPr>
          <p:nvPr/>
        </p:nvSpPr>
        <p:spPr bwMode="auto">
          <a:xfrm>
            <a:off x="1982788" y="1563689"/>
            <a:ext cx="8189912" cy="765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fr-FR" altLang="fr-FR" b="0"/>
              <a:t>Un confit peut se produire lorsque deux clients déconnectés </a:t>
            </a:r>
          </a:p>
          <a:p>
            <a:pPr eaLnBrk="1" hangingPunct="1">
              <a:buSzPct val="80000"/>
            </a:pPr>
            <a:r>
              <a:rPr lang="fr-FR" altLang="fr-FR" b="0"/>
              <a:t>ont effectué la même mise à jour</a:t>
            </a:r>
          </a:p>
        </p:txBody>
      </p:sp>
      <p:sp>
        <p:nvSpPr>
          <p:cNvPr id="24581" name="Rounded Rectangle 25">
            <a:extLst>
              <a:ext uri="{FF2B5EF4-FFF2-40B4-BE49-F238E27FC236}">
                <a16:creationId xmlns:a16="http://schemas.microsoft.com/office/drawing/2014/main" xmlns="" id="{277159FF-E4DC-46E4-E83D-6DE8B3AA0D1F}"/>
              </a:ext>
            </a:extLst>
          </p:cNvPr>
          <p:cNvSpPr>
            <a:spLocks noChangeArrowheads="1"/>
          </p:cNvSpPr>
          <p:nvPr/>
        </p:nvSpPr>
        <p:spPr bwMode="auto">
          <a:xfrm>
            <a:off x="1982788" y="2481264"/>
            <a:ext cx="8189912" cy="765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fr-FR" altLang="fr-FR" b="0"/>
              <a:t>Le verrouillage peut permettre de gérer les conflits: </a:t>
            </a:r>
          </a:p>
          <a:p>
            <a:pPr eaLnBrk="1" hangingPunct="1">
              <a:buSzPct val="80000"/>
            </a:pPr>
            <a:r>
              <a:rPr lang="fr-FR" altLang="fr-FR" b="0"/>
              <a:t>Verrouillage </a:t>
            </a:r>
            <a:r>
              <a:rPr lang="fr-FR" altLang="fr-FR" b="0" i="1"/>
              <a:t>optimiste</a:t>
            </a:r>
            <a:r>
              <a:rPr lang="fr-FR" altLang="fr-FR" b="0"/>
              <a:t> ou verrouillage </a:t>
            </a:r>
            <a:r>
              <a:rPr lang="fr-FR" altLang="fr-FR" b="0" i="1"/>
              <a:t>pessimiste</a:t>
            </a:r>
          </a:p>
        </p:txBody>
      </p:sp>
      <p:sp>
        <p:nvSpPr>
          <p:cNvPr id="24582" name="Rounded Rectangle 26">
            <a:extLst>
              <a:ext uri="{FF2B5EF4-FFF2-40B4-BE49-F238E27FC236}">
                <a16:creationId xmlns:a16="http://schemas.microsoft.com/office/drawing/2014/main" xmlns="" id="{50FFCCDA-516B-3D10-3FEE-0B18433A16F0}"/>
              </a:ext>
            </a:extLst>
          </p:cNvPr>
          <p:cNvSpPr>
            <a:spLocks noChangeArrowheads="1"/>
          </p:cNvSpPr>
          <p:nvPr/>
        </p:nvSpPr>
        <p:spPr bwMode="auto">
          <a:xfrm>
            <a:off x="1984376" y="3384550"/>
            <a:ext cx="8189913" cy="1003300"/>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fr-FR" altLang="fr-FR" b="0"/>
              <a:t>Le </a:t>
            </a:r>
            <a:r>
              <a:rPr lang="fr-FR" altLang="fr-FR"/>
              <a:t>DbDataAdapter</a:t>
            </a:r>
            <a:r>
              <a:rPr lang="fr-FR" altLang="fr-FR" b="0"/>
              <a:t> fonctionne en mode optimiste, en comparant </a:t>
            </a:r>
          </a:p>
          <a:p>
            <a:pPr eaLnBrk="1" hangingPunct="1">
              <a:buSzPct val="80000"/>
            </a:pPr>
            <a:r>
              <a:rPr lang="fr-FR" altLang="fr-FR" b="0"/>
              <a:t>les modifications, l’état initial et l’état actuel des données</a:t>
            </a:r>
          </a:p>
        </p:txBody>
      </p:sp>
      <p:sp>
        <p:nvSpPr>
          <p:cNvPr id="24583" name="Rounded Rectangle 24">
            <a:extLst>
              <a:ext uri="{FF2B5EF4-FFF2-40B4-BE49-F238E27FC236}">
                <a16:creationId xmlns:a16="http://schemas.microsoft.com/office/drawing/2014/main" xmlns="" id="{0327F751-55DB-2F53-7CFB-FF0E57A198E9}"/>
              </a:ext>
            </a:extLst>
          </p:cNvPr>
          <p:cNvSpPr>
            <a:spLocks noChangeArrowheads="1"/>
          </p:cNvSpPr>
          <p:nvPr/>
        </p:nvSpPr>
        <p:spPr bwMode="auto">
          <a:xfrm>
            <a:off x="1982788" y="4495801"/>
            <a:ext cx="8189912" cy="765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US" altLang="fr-FR" b="0"/>
              <a:t>En cas de conflit, l’application reçoit une exception de type </a:t>
            </a:r>
          </a:p>
          <a:p>
            <a:pPr eaLnBrk="1" hangingPunct="1">
              <a:buSzPct val="80000"/>
            </a:pPr>
            <a:r>
              <a:rPr lang="en-GB" altLang="fr-FR"/>
              <a:t>DBConcurrencyException</a:t>
            </a:r>
            <a:endParaRPr lang="en-GB" altLang="fr-FR" b="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a:extLst>
              <a:ext uri="{FF2B5EF4-FFF2-40B4-BE49-F238E27FC236}">
                <a16:creationId xmlns:a16="http://schemas.microsoft.com/office/drawing/2014/main" xmlns="" id="{5C873E6E-DA8C-62B2-5758-03123BA42125}"/>
              </a:ext>
            </a:extLst>
          </p:cNvPr>
          <p:cNvSpPr>
            <a:spLocks noGrp="1" noChangeArrowheads="1"/>
          </p:cNvSpPr>
          <p:nvPr>
            <p:ph type="body" sz="quarter" idx="12"/>
          </p:nvPr>
        </p:nvSpPr>
        <p:spPr/>
        <p:txBody>
          <a:bodyPr/>
          <a:lstStyle/>
          <a:p>
            <a:pPr eaLnBrk="1" hangingPunct="1"/>
            <a:r>
              <a:rPr lang="fr-FR" altLang="fr-FR"/>
              <a:t>DataSet et DataTable</a:t>
            </a:r>
          </a:p>
          <a:p>
            <a:pPr eaLnBrk="1" hangingPunct="1"/>
            <a:r>
              <a:rPr lang="fr-FR" altLang="fr-FR"/>
              <a:t>Typage</a:t>
            </a:r>
          </a:p>
          <a:p>
            <a:pPr eaLnBrk="1" hangingPunct="1"/>
            <a:r>
              <a:rPr lang="fr-FR" altLang="fr-FR"/>
              <a:t>Mise à jour des données</a:t>
            </a:r>
          </a:p>
          <a:p>
            <a:pPr eaLnBrk="1" hangingPunct="1"/>
            <a:r>
              <a:rPr lang="fr-FR" altLang="fr-FR"/>
              <a:t>Sérialisation</a:t>
            </a:r>
          </a:p>
        </p:txBody>
      </p:sp>
      <p:sp>
        <p:nvSpPr>
          <p:cNvPr id="25602" name="Rectangle 2">
            <a:extLst>
              <a:ext uri="{FF2B5EF4-FFF2-40B4-BE49-F238E27FC236}">
                <a16:creationId xmlns:a16="http://schemas.microsoft.com/office/drawing/2014/main" xmlns="" id="{B21F78F4-4D01-7F05-1534-43100AEC3FB3}"/>
              </a:ext>
            </a:extLst>
          </p:cNvPr>
          <p:cNvSpPr>
            <a:spLocks noGrp="1" noChangeArrowheads="1"/>
          </p:cNvSpPr>
          <p:nvPr>
            <p:ph type="title"/>
          </p:nvPr>
        </p:nvSpPr>
        <p:spPr/>
        <p:txBody>
          <a:bodyPr/>
          <a:lstStyle/>
          <a:p>
            <a:pPr eaLnBrk="1" hangingPunct="1"/>
            <a:r>
              <a:rPr lang="fr-FR" altLang="fr-FR"/>
              <a:t>Leçon 4: DataSet: typage, sérialisation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a:extLst>
              <a:ext uri="{FF2B5EF4-FFF2-40B4-BE49-F238E27FC236}">
                <a16:creationId xmlns:a16="http://schemas.microsoft.com/office/drawing/2014/main" xmlns="" id="{4A754106-16BA-1E86-A2B4-FAF4A6410BFB}"/>
              </a:ext>
            </a:extLst>
          </p:cNvPr>
          <p:cNvSpPr>
            <a:spLocks noGrp="1"/>
          </p:cNvSpPr>
          <p:nvPr>
            <p:ph type="title"/>
          </p:nvPr>
        </p:nvSpPr>
        <p:spPr/>
        <p:txBody>
          <a:bodyPr/>
          <a:lstStyle/>
          <a:p>
            <a:r>
              <a:rPr lang="fr-FR" altLang="fr-FR"/>
              <a:t>DataSet et DataTable</a:t>
            </a:r>
          </a:p>
        </p:txBody>
      </p:sp>
      <p:sp>
        <p:nvSpPr>
          <p:cNvPr id="26627" name="AutoShape 4">
            <a:extLst>
              <a:ext uri="{FF2B5EF4-FFF2-40B4-BE49-F238E27FC236}">
                <a16:creationId xmlns:a16="http://schemas.microsoft.com/office/drawing/2014/main" xmlns="" id="{D94CF27D-AB6C-9881-BB69-29281BF76EE4}"/>
              </a:ext>
            </a:extLst>
          </p:cNvPr>
          <p:cNvSpPr>
            <a:spLocks noChangeArrowheads="1"/>
          </p:cNvSpPr>
          <p:nvPr/>
        </p:nvSpPr>
        <p:spPr bwMode="auto">
          <a:xfrm>
            <a:off x="1740695" y="1168465"/>
            <a:ext cx="8770937" cy="5583237"/>
          </a:xfrm>
          <a:prstGeom prst="roundRect">
            <a:avLst>
              <a:gd name="adj" fmla="val 2463"/>
            </a:avLst>
          </a:prstGeom>
          <a:solidFill>
            <a:srgbClr val="BBCDE3"/>
          </a:solidFill>
          <a:ln w="9525" algn="ctr">
            <a:solidFill>
              <a:srgbClr val="333333"/>
            </a:solidFill>
            <a:round/>
            <a:headEnd/>
            <a:tailEnd/>
          </a:ln>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65000"/>
              </a:lnSpc>
              <a:buClr>
                <a:srgbClr val="DC0081"/>
              </a:buClr>
            </a:pPr>
            <a:endParaRPr lang="en-US" altLang="fr-FR" sz="1600" b="0">
              <a:solidFill>
                <a:srgbClr val="000000"/>
              </a:solidFill>
            </a:endParaRPr>
          </a:p>
        </p:txBody>
      </p:sp>
      <p:sp>
        <p:nvSpPr>
          <p:cNvPr id="26628" name="AutoShape 103">
            <a:extLst>
              <a:ext uri="{FF2B5EF4-FFF2-40B4-BE49-F238E27FC236}">
                <a16:creationId xmlns:a16="http://schemas.microsoft.com/office/drawing/2014/main" xmlns="" id="{E5832572-FEC4-920A-4E4F-F1EACEA0307C}"/>
              </a:ext>
            </a:extLst>
          </p:cNvPr>
          <p:cNvSpPr>
            <a:spLocks noChangeArrowheads="1"/>
          </p:cNvSpPr>
          <p:nvPr/>
        </p:nvSpPr>
        <p:spPr bwMode="auto">
          <a:xfrm>
            <a:off x="1878806" y="1263715"/>
            <a:ext cx="8432800" cy="80803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nchor="ctr">
            <a:spAutoFit/>
          </a:bodyPr>
          <a:lstStyle>
            <a:lvl1pPr marL="231775" indent="-23177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Clr>
                <a:schemeClr val="hlink"/>
              </a:buClr>
              <a:buSzPct val="80000"/>
              <a:buFontTx/>
              <a:buChar char="•"/>
            </a:pPr>
            <a:r>
              <a:rPr lang="en-US" altLang="fr-FR" b="0"/>
              <a:t>Cache mémoire de données</a:t>
            </a:r>
          </a:p>
          <a:p>
            <a:pPr eaLnBrk="1" hangingPunct="1">
              <a:lnSpc>
                <a:spcPct val="90000"/>
              </a:lnSpc>
              <a:spcBef>
                <a:spcPct val="40000"/>
              </a:spcBef>
              <a:buClr>
                <a:schemeClr val="hlink"/>
              </a:buClr>
              <a:buSzPct val="80000"/>
              <a:buFontTx/>
              <a:buChar char="•"/>
            </a:pPr>
            <a:r>
              <a:rPr lang="en-US" altLang="fr-FR" b="0"/>
              <a:t>Généralement rempli à partir d’une base de donées</a:t>
            </a:r>
          </a:p>
        </p:txBody>
      </p:sp>
      <p:sp>
        <p:nvSpPr>
          <p:cNvPr id="26629" name="AutoShape 103">
            <a:extLst>
              <a:ext uri="{FF2B5EF4-FFF2-40B4-BE49-F238E27FC236}">
                <a16:creationId xmlns:a16="http://schemas.microsoft.com/office/drawing/2014/main" xmlns="" id="{E0B1AF28-9E62-E3ED-2873-CA16CF62A897}"/>
              </a:ext>
            </a:extLst>
          </p:cNvPr>
          <p:cNvSpPr>
            <a:spLocks noChangeArrowheads="1"/>
          </p:cNvSpPr>
          <p:nvPr/>
        </p:nvSpPr>
        <p:spPr bwMode="auto">
          <a:xfrm>
            <a:off x="1854994" y="2160652"/>
            <a:ext cx="8482012" cy="448151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bIns="91440" anchor="ctr">
            <a:spAutoFit/>
          </a:bodyPr>
          <a:lstStyle>
            <a:lvl1pPr marL="231775" indent="-23177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endParaRPr lang="en-US" altLang="fr-FR"/>
          </a:p>
          <a:p>
            <a:pPr eaLnBrk="1" hangingPunct="1">
              <a:lnSpc>
                <a:spcPct val="90000"/>
              </a:lnSpc>
              <a:spcBef>
                <a:spcPct val="40000"/>
              </a:spcBef>
              <a:buSzPct val="80000"/>
            </a:pPr>
            <a:endParaRPr lang="en-US" altLang="fr-FR"/>
          </a:p>
          <a:p>
            <a:pPr eaLnBrk="1" hangingPunct="1">
              <a:lnSpc>
                <a:spcPct val="90000"/>
              </a:lnSpc>
              <a:spcBef>
                <a:spcPct val="40000"/>
              </a:spcBef>
              <a:buSzPct val="80000"/>
            </a:pPr>
            <a:endParaRPr lang="en-US" altLang="fr-FR"/>
          </a:p>
          <a:p>
            <a:pPr eaLnBrk="1" hangingPunct="1">
              <a:lnSpc>
                <a:spcPct val="90000"/>
              </a:lnSpc>
              <a:spcBef>
                <a:spcPct val="40000"/>
              </a:spcBef>
              <a:buSzPct val="80000"/>
            </a:pPr>
            <a:endParaRPr lang="en-US" altLang="fr-FR"/>
          </a:p>
          <a:p>
            <a:pPr eaLnBrk="1" hangingPunct="1">
              <a:lnSpc>
                <a:spcPct val="90000"/>
              </a:lnSpc>
              <a:spcBef>
                <a:spcPct val="40000"/>
              </a:spcBef>
              <a:buSzPct val="80000"/>
            </a:pPr>
            <a:endParaRPr lang="en-US" altLang="fr-FR"/>
          </a:p>
          <a:p>
            <a:pPr eaLnBrk="1" hangingPunct="1">
              <a:lnSpc>
                <a:spcPct val="90000"/>
              </a:lnSpc>
              <a:spcBef>
                <a:spcPct val="40000"/>
              </a:spcBef>
              <a:buSzPct val="80000"/>
            </a:pPr>
            <a:endParaRPr lang="en-US" altLang="fr-FR"/>
          </a:p>
          <a:p>
            <a:pPr eaLnBrk="1" hangingPunct="1">
              <a:lnSpc>
                <a:spcPct val="90000"/>
              </a:lnSpc>
              <a:spcBef>
                <a:spcPct val="40000"/>
              </a:spcBef>
              <a:buSzPct val="80000"/>
            </a:pPr>
            <a:endParaRPr lang="en-US" altLang="fr-FR"/>
          </a:p>
          <a:p>
            <a:pPr eaLnBrk="1" hangingPunct="1">
              <a:lnSpc>
                <a:spcPct val="90000"/>
              </a:lnSpc>
              <a:spcBef>
                <a:spcPct val="40000"/>
              </a:spcBef>
              <a:buSzPct val="80000"/>
            </a:pPr>
            <a:endParaRPr lang="en-US" altLang="fr-FR"/>
          </a:p>
          <a:p>
            <a:pPr eaLnBrk="1" hangingPunct="1">
              <a:lnSpc>
                <a:spcPct val="90000"/>
              </a:lnSpc>
              <a:spcBef>
                <a:spcPct val="40000"/>
              </a:spcBef>
              <a:buSzPct val="80000"/>
            </a:pPr>
            <a:endParaRPr lang="en-US" altLang="fr-FR"/>
          </a:p>
          <a:p>
            <a:pPr eaLnBrk="1" hangingPunct="1">
              <a:lnSpc>
                <a:spcPct val="90000"/>
              </a:lnSpc>
              <a:spcBef>
                <a:spcPct val="40000"/>
              </a:spcBef>
              <a:buSzPct val="80000"/>
            </a:pPr>
            <a:endParaRPr lang="en-US" altLang="fr-FR"/>
          </a:p>
          <a:p>
            <a:pPr eaLnBrk="1" hangingPunct="1">
              <a:lnSpc>
                <a:spcPct val="90000"/>
              </a:lnSpc>
              <a:spcBef>
                <a:spcPct val="40000"/>
              </a:spcBef>
              <a:buSzPct val="80000"/>
            </a:pPr>
            <a:endParaRPr lang="en-US" altLang="fr-FR"/>
          </a:p>
          <a:p>
            <a:pPr eaLnBrk="1" hangingPunct="1">
              <a:lnSpc>
                <a:spcPct val="90000"/>
              </a:lnSpc>
              <a:spcBef>
                <a:spcPct val="40000"/>
              </a:spcBef>
              <a:buSzPct val="80000"/>
            </a:pPr>
            <a:endParaRPr lang="en-US" altLang="fr-FR"/>
          </a:p>
        </p:txBody>
      </p:sp>
      <p:sp>
        <p:nvSpPr>
          <p:cNvPr id="26630" name="AutoShape 18">
            <a:extLst>
              <a:ext uri="{FF2B5EF4-FFF2-40B4-BE49-F238E27FC236}">
                <a16:creationId xmlns:a16="http://schemas.microsoft.com/office/drawing/2014/main" xmlns="" id="{B23B461E-4E86-A2C7-ECC1-B104E261EE13}"/>
              </a:ext>
            </a:extLst>
          </p:cNvPr>
          <p:cNvSpPr>
            <a:spLocks noChangeArrowheads="1"/>
          </p:cNvSpPr>
          <p:nvPr/>
        </p:nvSpPr>
        <p:spPr bwMode="auto">
          <a:xfrm>
            <a:off x="2269331" y="3284602"/>
            <a:ext cx="2540000" cy="1393825"/>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spcBef>
                <a:spcPct val="50000"/>
              </a:spcBef>
            </a:pPr>
            <a:endParaRPr lang="en-US" altLang="fr-FR"/>
          </a:p>
        </p:txBody>
      </p:sp>
      <p:sp>
        <p:nvSpPr>
          <p:cNvPr id="26631" name="Rectangle 37">
            <a:extLst>
              <a:ext uri="{FF2B5EF4-FFF2-40B4-BE49-F238E27FC236}">
                <a16:creationId xmlns:a16="http://schemas.microsoft.com/office/drawing/2014/main" xmlns="" id="{8B85A506-3468-5347-00C6-C3BF9F99256E}"/>
              </a:ext>
            </a:extLst>
          </p:cNvPr>
          <p:cNvSpPr>
            <a:spLocks noChangeArrowheads="1"/>
          </p:cNvSpPr>
          <p:nvPr/>
        </p:nvSpPr>
        <p:spPr bwMode="auto">
          <a:xfrm>
            <a:off x="3540919" y="3284602"/>
            <a:ext cx="635000" cy="1393825"/>
          </a:xfrm>
          <a:prstGeom prst="rect">
            <a:avLst/>
          </a:prstGeom>
          <a:solidFill>
            <a:schemeClr val="bg1"/>
          </a:solidFill>
          <a:ln w="9525" algn="ctr">
            <a:solidFill>
              <a:srgbClr val="333333"/>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a:p>
        </p:txBody>
      </p:sp>
      <p:sp>
        <p:nvSpPr>
          <p:cNvPr id="26632" name="Rectangle 44">
            <a:extLst>
              <a:ext uri="{FF2B5EF4-FFF2-40B4-BE49-F238E27FC236}">
                <a16:creationId xmlns:a16="http://schemas.microsoft.com/office/drawing/2014/main" xmlns="" id="{DEB64800-A13C-8C1B-5910-90BD57BC7EC9}"/>
              </a:ext>
            </a:extLst>
          </p:cNvPr>
          <p:cNvSpPr>
            <a:spLocks noChangeArrowheads="1"/>
          </p:cNvSpPr>
          <p:nvPr/>
        </p:nvSpPr>
        <p:spPr bwMode="auto">
          <a:xfrm rot="16200000">
            <a:off x="3370263" y="2537683"/>
            <a:ext cx="338137" cy="2533650"/>
          </a:xfrm>
          <a:prstGeom prst="rect">
            <a:avLst/>
          </a:prstGeom>
          <a:solidFill>
            <a:schemeClr val="bg1"/>
          </a:solidFill>
          <a:ln w="9525" algn="ctr">
            <a:solidFill>
              <a:srgbClr val="333333"/>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a:p>
        </p:txBody>
      </p:sp>
      <p:sp>
        <p:nvSpPr>
          <p:cNvPr id="26633" name="Text Box 51">
            <a:extLst>
              <a:ext uri="{FF2B5EF4-FFF2-40B4-BE49-F238E27FC236}">
                <a16:creationId xmlns:a16="http://schemas.microsoft.com/office/drawing/2014/main" xmlns="" id="{2992CC99-EF49-5CE4-CB2C-E0EBCE08E720}"/>
              </a:ext>
            </a:extLst>
          </p:cNvPr>
          <p:cNvSpPr txBox="1">
            <a:spLocks noChangeArrowheads="1"/>
          </p:cNvSpPr>
          <p:nvPr/>
        </p:nvSpPr>
        <p:spPr bwMode="auto">
          <a:xfrm>
            <a:off x="2120107" y="2824227"/>
            <a:ext cx="27908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pPr>
            <a:r>
              <a:rPr lang="en-US" altLang="fr-FR" b="0"/>
              <a:t>Objet</a:t>
            </a:r>
            <a:r>
              <a:rPr lang="en-US" altLang="fr-FR"/>
              <a:t> DataTable</a:t>
            </a:r>
            <a:endParaRPr lang="en-US" altLang="fr-FR" b="0"/>
          </a:p>
        </p:txBody>
      </p:sp>
      <p:sp>
        <p:nvSpPr>
          <p:cNvPr id="26634" name="Text Box 52">
            <a:extLst>
              <a:ext uri="{FF2B5EF4-FFF2-40B4-BE49-F238E27FC236}">
                <a16:creationId xmlns:a16="http://schemas.microsoft.com/office/drawing/2014/main" xmlns="" id="{AA247D46-6C93-F029-1B4C-95531B069D0E}"/>
              </a:ext>
            </a:extLst>
          </p:cNvPr>
          <p:cNvSpPr txBox="1">
            <a:spLocks noChangeArrowheads="1"/>
          </p:cNvSpPr>
          <p:nvPr/>
        </p:nvSpPr>
        <p:spPr bwMode="auto">
          <a:xfrm>
            <a:off x="5015707" y="3614801"/>
            <a:ext cx="15081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pPr>
            <a:r>
              <a:rPr lang="en-US" altLang="fr-FR" sz="1600" b="0"/>
              <a:t>DataRow</a:t>
            </a:r>
          </a:p>
        </p:txBody>
      </p:sp>
      <p:sp>
        <p:nvSpPr>
          <p:cNvPr id="26635" name="Text Box 54">
            <a:extLst>
              <a:ext uri="{FF2B5EF4-FFF2-40B4-BE49-F238E27FC236}">
                <a16:creationId xmlns:a16="http://schemas.microsoft.com/office/drawing/2014/main" xmlns="" id="{D26A26BD-6527-FDF5-0E35-D40F510BF8D9}"/>
              </a:ext>
            </a:extLst>
          </p:cNvPr>
          <p:cNvSpPr txBox="1">
            <a:spLocks noChangeArrowheads="1"/>
          </p:cNvSpPr>
          <p:nvPr/>
        </p:nvSpPr>
        <p:spPr bwMode="auto">
          <a:xfrm>
            <a:off x="3890169" y="4862576"/>
            <a:ext cx="1928812"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5000"/>
              </a:lnSpc>
            </a:pPr>
            <a:r>
              <a:rPr lang="en-US" altLang="fr-FR" sz="1600" b="0"/>
              <a:t>Data</a:t>
            </a:r>
          </a:p>
          <a:p>
            <a:pPr eaLnBrk="1" hangingPunct="1">
              <a:lnSpc>
                <a:spcPct val="85000"/>
              </a:lnSpc>
            </a:pPr>
            <a:r>
              <a:rPr lang="en-US" altLang="fr-FR" sz="1600" b="0"/>
              <a:t>Column</a:t>
            </a:r>
          </a:p>
        </p:txBody>
      </p:sp>
      <p:sp>
        <p:nvSpPr>
          <p:cNvPr id="26636" name="Line 55">
            <a:extLst>
              <a:ext uri="{FF2B5EF4-FFF2-40B4-BE49-F238E27FC236}">
                <a16:creationId xmlns:a16="http://schemas.microsoft.com/office/drawing/2014/main" xmlns="" id="{EE50F00F-4BD2-72AF-69CA-A3AC203D5562}"/>
              </a:ext>
            </a:extLst>
          </p:cNvPr>
          <p:cNvSpPr>
            <a:spLocks noChangeShapeType="1"/>
          </p:cNvSpPr>
          <p:nvPr/>
        </p:nvSpPr>
        <p:spPr bwMode="auto">
          <a:xfrm flipH="1">
            <a:off x="4764882" y="3821176"/>
            <a:ext cx="301625" cy="1588"/>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lIns="0" anchor="ctr"/>
          <a:lstStyle/>
          <a:p>
            <a:endParaRPr lang="fr-FR"/>
          </a:p>
        </p:txBody>
      </p:sp>
      <p:sp>
        <p:nvSpPr>
          <p:cNvPr id="26637" name="AutoShape 57">
            <a:extLst>
              <a:ext uri="{FF2B5EF4-FFF2-40B4-BE49-F238E27FC236}">
                <a16:creationId xmlns:a16="http://schemas.microsoft.com/office/drawing/2014/main" xmlns="" id="{00E69872-02C1-48C4-9273-E1394714E8BF}"/>
              </a:ext>
            </a:extLst>
          </p:cNvPr>
          <p:cNvSpPr>
            <a:spLocks noChangeArrowheads="1"/>
          </p:cNvSpPr>
          <p:nvPr/>
        </p:nvSpPr>
        <p:spPr bwMode="auto">
          <a:xfrm>
            <a:off x="7647782" y="3271901"/>
            <a:ext cx="2538413" cy="1392238"/>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spcBef>
                <a:spcPct val="50000"/>
              </a:spcBef>
            </a:pPr>
            <a:endParaRPr lang="en-US" altLang="fr-FR"/>
          </a:p>
        </p:txBody>
      </p:sp>
      <p:sp>
        <p:nvSpPr>
          <p:cNvPr id="26638" name="Text Box 68">
            <a:extLst>
              <a:ext uri="{FF2B5EF4-FFF2-40B4-BE49-F238E27FC236}">
                <a16:creationId xmlns:a16="http://schemas.microsoft.com/office/drawing/2014/main" xmlns="" id="{D08D63AF-120B-D0FA-3ADE-7E95A1CB03A8}"/>
              </a:ext>
            </a:extLst>
          </p:cNvPr>
          <p:cNvSpPr txBox="1">
            <a:spLocks noChangeArrowheads="1"/>
          </p:cNvSpPr>
          <p:nvPr/>
        </p:nvSpPr>
        <p:spPr bwMode="auto">
          <a:xfrm>
            <a:off x="7538245" y="2824227"/>
            <a:ext cx="2789237"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pPr>
            <a:r>
              <a:rPr lang="en-US" altLang="fr-FR" b="0"/>
              <a:t>Objet</a:t>
            </a:r>
            <a:r>
              <a:rPr lang="en-US" altLang="fr-FR"/>
              <a:t> DataTable</a:t>
            </a:r>
            <a:endParaRPr lang="en-US" altLang="fr-FR" b="0"/>
          </a:p>
        </p:txBody>
      </p:sp>
      <p:sp>
        <p:nvSpPr>
          <p:cNvPr id="26639" name="Rectangle 73">
            <a:extLst>
              <a:ext uri="{FF2B5EF4-FFF2-40B4-BE49-F238E27FC236}">
                <a16:creationId xmlns:a16="http://schemas.microsoft.com/office/drawing/2014/main" xmlns="" id="{E1E9D727-622D-0221-9A5F-9B6798E6E641}"/>
              </a:ext>
            </a:extLst>
          </p:cNvPr>
          <p:cNvSpPr>
            <a:spLocks noChangeArrowheads="1"/>
          </p:cNvSpPr>
          <p:nvPr/>
        </p:nvSpPr>
        <p:spPr bwMode="auto">
          <a:xfrm>
            <a:off x="8284369" y="3271901"/>
            <a:ext cx="635000" cy="1392238"/>
          </a:xfrm>
          <a:prstGeom prst="rect">
            <a:avLst/>
          </a:prstGeom>
          <a:solidFill>
            <a:srgbClr val="E8F6E4"/>
          </a:solidFill>
          <a:ln w="9525" algn="ctr">
            <a:solidFill>
              <a:srgbClr val="333333"/>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a:p>
        </p:txBody>
      </p:sp>
      <p:sp>
        <p:nvSpPr>
          <p:cNvPr id="26640" name="Text Box 74">
            <a:extLst>
              <a:ext uri="{FF2B5EF4-FFF2-40B4-BE49-F238E27FC236}">
                <a16:creationId xmlns:a16="http://schemas.microsoft.com/office/drawing/2014/main" xmlns="" id="{181A6EC5-EC55-68ED-10FB-C86AE361C29F}"/>
              </a:ext>
            </a:extLst>
          </p:cNvPr>
          <p:cNvSpPr txBox="1">
            <a:spLocks noChangeArrowheads="1"/>
          </p:cNvSpPr>
          <p:nvPr/>
        </p:nvSpPr>
        <p:spPr bwMode="auto">
          <a:xfrm>
            <a:off x="1762920" y="4924490"/>
            <a:ext cx="1425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r" eaLnBrk="1" hangingPunct="1">
              <a:lnSpc>
                <a:spcPct val="85000"/>
              </a:lnSpc>
            </a:pPr>
            <a:r>
              <a:rPr lang="en-US" altLang="fr-FR" sz="1600" b="0"/>
              <a:t>Contrainte</a:t>
            </a:r>
          </a:p>
          <a:p>
            <a:pPr algn="r" eaLnBrk="1" hangingPunct="1">
              <a:lnSpc>
                <a:spcPct val="85000"/>
              </a:lnSpc>
            </a:pPr>
            <a:r>
              <a:rPr lang="en-US" altLang="fr-FR" sz="1600" b="0"/>
              <a:t>d’unicité</a:t>
            </a:r>
          </a:p>
        </p:txBody>
      </p:sp>
      <p:sp>
        <p:nvSpPr>
          <p:cNvPr id="26641" name="Rectangle 76">
            <a:extLst>
              <a:ext uri="{FF2B5EF4-FFF2-40B4-BE49-F238E27FC236}">
                <a16:creationId xmlns:a16="http://schemas.microsoft.com/office/drawing/2014/main" xmlns="" id="{98501294-7383-278F-86D2-B9E1A8BB5C2E}"/>
              </a:ext>
            </a:extLst>
          </p:cNvPr>
          <p:cNvSpPr>
            <a:spLocks noChangeArrowheads="1"/>
          </p:cNvSpPr>
          <p:nvPr/>
        </p:nvSpPr>
        <p:spPr bwMode="auto">
          <a:xfrm>
            <a:off x="2902744" y="3284602"/>
            <a:ext cx="635000" cy="1393825"/>
          </a:xfrm>
          <a:prstGeom prst="rect">
            <a:avLst/>
          </a:prstGeom>
          <a:solidFill>
            <a:srgbClr val="E8F6E4"/>
          </a:solidFill>
          <a:ln w="9525" algn="ctr">
            <a:solidFill>
              <a:srgbClr val="333333"/>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a:p>
        </p:txBody>
      </p:sp>
      <p:sp>
        <p:nvSpPr>
          <p:cNvPr id="26642" name="Text Box 77">
            <a:extLst>
              <a:ext uri="{FF2B5EF4-FFF2-40B4-BE49-F238E27FC236}">
                <a16:creationId xmlns:a16="http://schemas.microsoft.com/office/drawing/2014/main" xmlns="" id="{2047C418-32E6-B795-5095-E3AB5673445B}"/>
              </a:ext>
            </a:extLst>
          </p:cNvPr>
          <p:cNvSpPr txBox="1">
            <a:spLocks noChangeArrowheads="1"/>
          </p:cNvSpPr>
          <p:nvPr/>
        </p:nvSpPr>
        <p:spPr bwMode="auto">
          <a:xfrm>
            <a:off x="7023895" y="4894327"/>
            <a:ext cx="15716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r" eaLnBrk="1" hangingPunct="1">
              <a:lnSpc>
                <a:spcPct val="85000"/>
              </a:lnSpc>
            </a:pPr>
            <a:r>
              <a:rPr lang="en-US" altLang="fr-FR" sz="1600" b="0"/>
              <a:t>Contrainte</a:t>
            </a:r>
          </a:p>
          <a:p>
            <a:pPr algn="r" eaLnBrk="1" hangingPunct="1">
              <a:lnSpc>
                <a:spcPct val="85000"/>
              </a:lnSpc>
            </a:pPr>
            <a:r>
              <a:rPr lang="en-US" altLang="fr-FR" sz="1600" b="0"/>
              <a:t>d’unicité</a:t>
            </a:r>
          </a:p>
        </p:txBody>
      </p:sp>
      <p:sp>
        <p:nvSpPr>
          <p:cNvPr id="26643" name="Line 78">
            <a:extLst>
              <a:ext uri="{FF2B5EF4-FFF2-40B4-BE49-F238E27FC236}">
                <a16:creationId xmlns:a16="http://schemas.microsoft.com/office/drawing/2014/main" xmlns="" id="{DDAB6C9E-A609-41F0-B6BD-8FB4C285C060}"/>
              </a:ext>
            </a:extLst>
          </p:cNvPr>
          <p:cNvSpPr>
            <a:spLocks noChangeShapeType="1"/>
          </p:cNvSpPr>
          <p:nvPr/>
        </p:nvSpPr>
        <p:spPr bwMode="auto">
          <a:xfrm rot="16200000">
            <a:off x="8278813" y="4677633"/>
            <a:ext cx="328613" cy="20955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lIns="0" anchor="ctr"/>
          <a:lstStyle/>
          <a:p>
            <a:endParaRPr lang="fr-FR"/>
          </a:p>
        </p:txBody>
      </p:sp>
      <p:sp>
        <p:nvSpPr>
          <p:cNvPr id="26644" name="Rectangle 80">
            <a:extLst>
              <a:ext uri="{FF2B5EF4-FFF2-40B4-BE49-F238E27FC236}">
                <a16:creationId xmlns:a16="http://schemas.microsoft.com/office/drawing/2014/main" xmlns="" id="{387C2FF1-064E-09D0-25D2-5590FDE963B2}"/>
              </a:ext>
            </a:extLst>
          </p:cNvPr>
          <p:cNvSpPr>
            <a:spLocks noChangeArrowheads="1"/>
          </p:cNvSpPr>
          <p:nvPr/>
        </p:nvSpPr>
        <p:spPr bwMode="auto">
          <a:xfrm>
            <a:off x="2902744" y="3284602"/>
            <a:ext cx="635000" cy="1393825"/>
          </a:xfrm>
          <a:prstGeom prst="rect">
            <a:avLst/>
          </a:prstGeom>
          <a:solidFill>
            <a:srgbClr val="EEEFD7"/>
          </a:solidFill>
          <a:ln w="9525" algn="ctr">
            <a:solidFill>
              <a:srgbClr val="333333"/>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a:p>
        </p:txBody>
      </p:sp>
      <p:sp>
        <p:nvSpPr>
          <p:cNvPr id="26645" name="Line 48">
            <a:extLst>
              <a:ext uri="{FF2B5EF4-FFF2-40B4-BE49-F238E27FC236}">
                <a16:creationId xmlns:a16="http://schemas.microsoft.com/office/drawing/2014/main" xmlns="" id="{0EF150C4-73D6-780F-4AB4-5C3B72DCACDD}"/>
              </a:ext>
            </a:extLst>
          </p:cNvPr>
          <p:cNvSpPr>
            <a:spLocks noChangeShapeType="1"/>
          </p:cNvSpPr>
          <p:nvPr/>
        </p:nvSpPr>
        <p:spPr bwMode="auto">
          <a:xfrm>
            <a:off x="2269331" y="3635439"/>
            <a:ext cx="2540000" cy="0"/>
          </a:xfrm>
          <a:prstGeom prst="line">
            <a:avLst/>
          </a:prstGeom>
          <a:noFill/>
          <a:ln w="9525">
            <a:solidFill>
              <a:srgbClr val="333333"/>
            </a:solidFill>
            <a:round/>
            <a:headEnd/>
            <a:tailEnd/>
          </a:ln>
          <a:extLst>
            <a:ext uri="{909E8E84-426E-40DD-AFC4-6F175D3DCCD1}">
              <a14:hiddenFill xmlns:a14="http://schemas.microsoft.com/office/drawing/2010/main">
                <a:noFill/>
              </a14:hiddenFill>
            </a:ext>
          </a:extLst>
        </p:spPr>
        <p:txBody>
          <a:bodyPr anchor="ctr"/>
          <a:lstStyle/>
          <a:p>
            <a:endParaRPr lang="fr-FR"/>
          </a:p>
        </p:txBody>
      </p:sp>
      <p:sp>
        <p:nvSpPr>
          <p:cNvPr id="26646" name="Line 49">
            <a:extLst>
              <a:ext uri="{FF2B5EF4-FFF2-40B4-BE49-F238E27FC236}">
                <a16:creationId xmlns:a16="http://schemas.microsoft.com/office/drawing/2014/main" xmlns="" id="{730BD988-C5C9-BF27-C5EC-852CE8383BC0}"/>
              </a:ext>
            </a:extLst>
          </p:cNvPr>
          <p:cNvSpPr>
            <a:spLocks noChangeShapeType="1"/>
          </p:cNvSpPr>
          <p:nvPr/>
        </p:nvSpPr>
        <p:spPr bwMode="auto">
          <a:xfrm>
            <a:off x="2269331" y="3973576"/>
            <a:ext cx="2540000" cy="0"/>
          </a:xfrm>
          <a:prstGeom prst="line">
            <a:avLst/>
          </a:prstGeom>
          <a:noFill/>
          <a:ln w="9525">
            <a:solidFill>
              <a:srgbClr val="333333"/>
            </a:solidFill>
            <a:round/>
            <a:headEnd/>
            <a:tailEnd/>
          </a:ln>
          <a:extLst>
            <a:ext uri="{909E8E84-426E-40DD-AFC4-6F175D3DCCD1}">
              <a14:hiddenFill xmlns:a14="http://schemas.microsoft.com/office/drawing/2010/main">
                <a:noFill/>
              </a14:hiddenFill>
            </a:ext>
          </a:extLst>
        </p:spPr>
        <p:txBody>
          <a:bodyPr anchor="ctr"/>
          <a:lstStyle/>
          <a:p>
            <a:endParaRPr lang="fr-FR"/>
          </a:p>
        </p:txBody>
      </p:sp>
      <p:sp>
        <p:nvSpPr>
          <p:cNvPr id="26647" name="Line 50">
            <a:extLst>
              <a:ext uri="{FF2B5EF4-FFF2-40B4-BE49-F238E27FC236}">
                <a16:creationId xmlns:a16="http://schemas.microsoft.com/office/drawing/2014/main" xmlns="" id="{06B1E613-C757-4C9A-729D-F551BB3087D2}"/>
              </a:ext>
            </a:extLst>
          </p:cNvPr>
          <p:cNvSpPr>
            <a:spLocks noChangeShapeType="1"/>
          </p:cNvSpPr>
          <p:nvPr/>
        </p:nvSpPr>
        <p:spPr bwMode="auto">
          <a:xfrm>
            <a:off x="2274094" y="4338701"/>
            <a:ext cx="2538412" cy="0"/>
          </a:xfrm>
          <a:prstGeom prst="line">
            <a:avLst/>
          </a:prstGeom>
          <a:noFill/>
          <a:ln w="9525">
            <a:solidFill>
              <a:srgbClr val="333333"/>
            </a:solidFill>
            <a:round/>
            <a:headEnd/>
            <a:tailEnd/>
          </a:ln>
          <a:extLst>
            <a:ext uri="{909E8E84-426E-40DD-AFC4-6F175D3DCCD1}">
              <a14:hiddenFill xmlns:a14="http://schemas.microsoft.com/office/drawing/2010/main">
                <a:noFill/>
              </a14:hiddenFill>
            </a:ext>
          </a:extLst>
        </p:spPr>
        <p:txBody>
          <a:bodyPr anchor="ctr"/>
          <a:lstStyle/>
          <a:p>
            <a:endParaRPr lang="fr-FR"/>
          </a:p>
        </p:txBody>
      </p:sp>
      <p:sp>
        <p:nvSpPr>
          <p:cNvPr id="26648" name="Line 42">
            <a:extLst>
              <a:ext uri="{FF2B5EF4-FFF2-40B4-BE49-F238E27FC236}">
                <a16:creationId xmlns:a16="http://schemas.microsoft.com/office/drawing/2014/main" xmlns="" id="{1685B9BB-205B-51A3-100A-5BBF4804B025}"/>
              </a:ext>
            </a:extLst>
          </p:cNvPr>
          <p:cNvSpPr>
            <a:spLocks noChangeShapeType="1"/>
          </p:cNvSpPr>
          <p:nvPr/>
        </p:nvSpPr>
        <p:spPr bwMode="auto">
          <a:xfrm>
            <a:off x="4171157" y="3284601"/>
            <a:ext cx="3175" cy="1384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FR"/>
          </a:p>
        </p:txBody>
      </p:sp>
      <p:sp>
        <p:nvSpPr>
          <p:cNvPr id="26649" name="Line 41">
            <a:extLst>
              <a:ext uri="{FF2B5EF4-FFF2-40B4-BE49-F238E27FC236}">
                <a16:creationId xmlns:a16="http://schemas.microsoft.com/office/drawing/2014/main" xmlns="" id="{0E087578-E541-18C4-159B-498EFF5A731C}"/>
              </a:ext>
            </a:extLst>
          </p:cNvPr>
          <p:cNvSpPr>
            <a:spLocks noChangeShapeType="1"/>
          </p:cNvSpPr>
          <p:nvPr/>
        </p:nvSpPr>
        <p:spPr bwMode="auto">
          <a:xfrm>
            <a:off x="3537745" y="3284601"/>
            <a:ext cx="1587" cy="1384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FR"/>
          </a:p>
        </p:txBody>
      </p:sp>
      <p:sp>
        <p:nvSpPr>
          <p:cNvPr id="26650" name="Line 40">
            <a:extLst>
              <a:ext uri="{FF2B5EF4-FFF2-40B4-BE49-F238E27FC236}">
                <a16:creationId xmlns:a16="http://schemas.microsoft.com/office/drawing/2014/main" xmlns="" id="{593436E3-EF75-7115-FCA0-2C9FA058B45D}"/>
              </a:ext>
            </a:extLst>
          </p:cNvPr>
          <p:cNvSpPr>
            <a:spLocks noChangeShapeType="1"/>
          </p:cNvSpPr>
          <p:nvPr/>
        </p:nvSpPr>
        <p:spPr bwMode="auto">
          <a:xfrm>
            <a:off x="2902745" y="3284601"/>
            <a:ext cx="1587" cy="1384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FR"/>
          </a:p>
        </p:txBody>
      </p:sp>
      <p:sp>
        <p:nvSpPr>
          <p:cNvPr id="26651" name="Rectangle 81">
            <a:extLst>
              <a:ext uri="{FF2B5EF4-FFF2-40B4-BE49-F238E27FC236}">
                <a16:creationId xmlns:a16="http://schemas.microsoft.com/office/drawing/2014/main" xmlns="" id="{3595090D-9F0A-D843-625D-38605BEB90E1}"/>
              </a:ext>
            </a:extLst>
          </p:cNvPr>
          <p:cNvSpPr>
            <a:spLocks noChangeArrowheads="1"/>
          </p:cNvSpPr>
          <p:nvPr/>
        </p:nvSpPr>
        <p:spPr bwMode="auto">
          <a:xfrm>
            <a:off x="8914606" y="3271901"/>
            <a:ext cx="635000" cy="1392238"/>
          </a:xfrm>
          <a:prstGeom prst="rect">
            <a:avLst/>
          </a:prstGeom>
          <a:solidFill>
            <a:srgbClr val="EEEFD7"/>
          </a:solidFill>
          <a:ln w="9525" algn="ctr">
            <a:solidFill>
              <a:srgbClr val="333333"/>
            </a:solidFill>
            <a:miter lim="800000"/>
            <a:headEnd/>
            <a:tailEnd/>
          </a:ln>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a:p>
        </p:txBody>
      </p:sp>
      <p:sp>
        <p:nvSpPr>
          <p:cNvPr id="26652" name="Line 63">
            <a:extLst>
              <a:ext uri="{FF2B5EF4-FFF2-40B4-BE49-F238E27FC236}">
                <a16:creationId xmlns:a16="http://schemas.microsoft.com/office/drawing/2014/main" xmlns="" id="{BFB1D1D7-8542-AEF6-9084-3F9404A66115}"/>
              </a:ext>
            </a:extLst>
          </p:cNvPr>
          <p:cNvSpPr>
            <a:spLocks noChangeShapeType="1"/>
          </p:cNvSpPr>
          <p:nvPr/>
        </p:nvSpPr>
        <p:spPr bwMode="auto">
          <a:xfrm>
            <a:off x="7647782" y="3622739"/>
            <a:ext cx="2538413" cy="0"/>
          </a:xfrm>
          <a:prstGeom prst="line">
            <a:avLst/>
          </a:prstGeom>
          <a:noFill/>
          <a:ln w="9525">
            <a:solidFill>
              <a:srgbClr val="333333"/>
            </a:solidFill>
            <a:round/>
            <a:headEnd/>
            <a:tailEnd/>
          </a:ln>
          <a:extLst>
            <a:ext uri="{909E8E84-426E-40DD-AFC4-6F175D3DCCD1}">
              <a14:hiddenFill xmlns:a14="http://schemas.microsoft.com/office/drawing/2010/main">
                <a:noFill/>
              </a14:hiddenFill>
            </a:ext>
          </a:extLst>
        </p:spPr>
        <p:txBody>
          <a:bodyPr anchor="ctr"/>
          <a:lstStyle/>
          <a:p>
            <a:endParaRPr lang="fr-FR"/>
          </a:p>
        </p:txBody>
      </p:sp>
      <p:sp>
        <p:nvSpPr>
          <p:cNvPr id="26653" name="Line 64">
            <a:extLst>
              <a:ext uri="{FF2B5EF4-FFF2-40B4-BE49-F238E27FC236}">
                <a16:creationId xmlns:a16="http://schemas.microsoft.com/office/drawing/2014/main" xmlns="" id="{4AE58574-7093-CDCC-C1DD-92BA57AC4AA4}"/>
              </a:ext>
            </a:extLst>
          </p:cNvPr>
          <p:cNvSpPr>
            <a:spLocks noChangeShapeType="1"/>
          </p:cNvSpPr>
          <p:nvPr/>
        </p:nvSpPr>
        <p:spPr bwMode="auto">
          <a:xfrm>
            <a:off x="7647782" y="3973576"/>
            <a:ext cx="2538413" cy="0"/>
          </a:xfrm>
          <a:prstGeom prst="line">
            <a:avLst/>
          </a:prstGeom>
          <a:noFill/>
          <a:ln w="9525">
            <a:solidFill>
              <a:srgbClr val="333333"/>
            </a:solidFill>
            <a:round/>
            <a:headEnd/>
            <a:tailEnd/>
          </a:ln>
          <a:extLst>
            <a:ext uri="{909E8E84-426E-40DD-AFC4-6F175D3DCCD1}">
              <a14:hiddenFill xmlns:a14="http://schemas.microsoft.com/office/drawing/2010/main">
                <a:noFill/>
              </a14:hiddenFill>
            </a:ext>
          </a:extLst>
        </p:spPr>
        <p:txBody>
          <a:bodyPr anchor="ctr"/>
          <a:lstStyle/>
          <a:p>
            <a:endParaRPr lang="fr-FR"/>
          </a:p>
        </p:txBody>
      </p:sp>
      <p:sp>
        <p:nvSpPr>
          <p:cNvPr id="26654" name="Line 65">
            <a:extLst>
              <a:ext uri="{FF2B5EF4-FFF2-40B4-BE49-F238E27FC236}">
                <a16:creationId xmlns:a16="http://schemas.microsoft.com/office/drawing/2014/main" xmlns="" id="{07A9B2AE-4AF6-5725-6510-A85D95E5DCF1}"/>
              </a:ext>
            </a:extLst>
          </p:cNvPr>
          <p:cNvSpPr>
            <a:spLocks noChangeShapeType="1"/>
          </p:cNvSpPr>
          <p:nvPr/>
        </p:nvSpPr>
        <p:spPr bwMode="auto">
          <a:xfrm>
            <a:off x="7647782" y="4326001"/>
            <a:ext cx="2538413" cy="0"/>
          </a:xfrm>
          <a:prstGeom prst="line">
            <a:avLst/>
          </a:prstGeom>
          <a:noFill/>
          <a:ln w="9525">
            <a:solidFill>
              <a:srgbClr val="333333"/>
            </a:solidFill>
            <a:round/>
            <a:headEnd/>
            <a:tailEnd/>
          </a:ln>
          <a:extLst>
            <a:ext uri="{909E8E84-426E-40DD-AFC4-6F175D3DCCD1}">
              <a14:hiddenFill xmlns:a14="http://schemas.microsoft.com/office/drawing/2010/main">
                <a:noFill/>
              </a14:hiddenFill>
            </a:ext>
          </a:extLst>
        </p:spPr>
        <p:txBody>
          <a:bodyPr anchor="ctr"/>
          <a:lstStyle/>
          <a:p>
            <a:endParaRPr lang="fr-FR"/>
          </a:p>
        </p:txBody>
      </p:sp>
      <p:sp>
        <p:nvSpPr>
          <p:cNvPr id="26655" name="Line 62">
            <a:extLst>
              <a:ext uri="{FF2B5EF4-FFF2-40B4-BE49-F238E27FC236}">
                <a16:creationId xmlns:a16="http://schemas.microsoft.com/office/drawing/2014/main" xmlns="" id="{1CD627A8-C6EC-27D8-0365-117AF700691E}"/>
              </a:ext>
            </a:extLst>
          </p:cNvPr>
          <p:cNvSpPr>
            <a:spLocks noChangeShapeType="1"/>
          </p:cNvSpPr>
          <p:nvPr/>
        </p:nvSpPr>
        <p:spPr bwMode="auto">
          <a:xfrm>
            <a:off x="9549606" y="3271901"/>
            <a:ext cx="0" cy="1384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FR"/>
          </a:p>
        </p:txBody>
      </p:sp>
      <p:sp>
        <p:nvSpPr>
          <p:cNvPr id="26656" name="Line 61">
            <a:extLst>
              <a:ext uri="{FF2B5EF4-FFF2-40B4-BE49-F238E27FC236}">
                <a16:creationId xmlns:a16="http://schemas.microsoft.com/office/drawing/2014/main" xmlns="" id="{0E986F2F-9B7F-4E89-28BD-47DCCDDD7872}"/>
              </a:ext>
            </a:extLst>
          </p:cNvPr>
          <p:cNvSpPr>
            <a:spLocks noChangeShapeType="1"/>
          </p:cNvSpPr>
          <p:nvPr/>
        </p:nvSpPr>
        <p:spPr bwMode="auto">
          <a:xfrm>
            <a:off x="8914606" y="3271901"/>
            <a:ext cx="0" cy="1384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FR"/>
          </a:p>
        </p:txBody>
      </p:sp>
      <p:sp>
        <p:nvSpPr>
          <p:cNvPr id="26657" name="Line 60">
            <a:extLst>
              <a:ext uri="{FF2B5EF4-FFF2-40B4-BE49-F238E27FC236}">
                <a16:creationId xmlns:a16="http://schemas.microsoft.com/office/drawing/2014/main" xmlns="" id="{4F2EE44B-D9CF-BD8F-B5B1-BC51E1A426CD}"/>
              </a:ext>
            </a:extLst>
          </p:cNvPr>
          <p:cNvSpPr>
            <a:spLocks noChangeShapeType="1"/>
          </p:cNvSpPr>
          <p:nvPr/>
        </p:nvSpPr>
        <p:spPr bwMode="auto">
          <a:xfrm>
            <a:off x="8284369" y="3273489"/>
            <a:ext cx="0" cy="1384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FR"/>
          </a:p>
        </p:txBody>
      </p:sp>
      <p:grpSp>
        <p:nvGrpSpPr>
          <p:cNvPr id="26658" name="Group 89">
            <a:extLst>
              <a:ext uri="{FF2B5EF4-FFF2-40B4-BE49-F238E27FC236}">
                <a16:creationId xmlns:a16="http://schemas.microsoft.com/office/drawing/2014/main" xmlns="" id="{30B22EBA-15E0-6386-8A60-E139735CB1DB}"/>
              </a:ext>
            </a:extLst>
          </p:cNvPr>
          <p:cNvGrpSpPr>
            <a:grpSpLocks/>
          </p:cNvGrpSpPr>
          <p:nvPr/>
        </p:nvGrpSpPr>
        <p:grpSpPr bwMode="auto">
          <a:xfrm>
            <a:off x="4931569" y="5688077"/>
            <a:ext cx="2722562" cy="415925"/>
            <a:chOff x="2234" y="3342"/>
            <a:chExt cx="1235" cy="189"/>
          </a:xfrm>
        </p:grpSpPr>
        <p:sp>
          <p:nvSpPr>
            <p:cNvPr id="26666" name="Rectangle 87">
              <a:extLst>
                <a:ext uri="{FF2B5EF4-FFF2-40B4-BE49-F238E27FC236}">
                  <a16:creationId xmlns:a16="http://schemas.microsoft.com/office/drawing/2014/main" xmlns="" id="{3C250E58-CCD0-8A35-1954-E7879C6A16BB}"/>
                </a:ext>
              </a:extLst>
            </p:cNvPr>
            <p:cNvSpPr>
              <a:spLocks noChangeArrowheads="1"/>
            </p:cNvSpPr>
            <p:nvPr/>
          </p:nvSpPr>
          <p:spPr bwMode="auto">
            <a:xfrm>
              <a:off x="2236" y="3349"/>
              <a:ext cx="1231" cy="182"/>
            </a:xfrm>
            <a:prstGeom prst="rect">
              <a:avLst/>
            </a:prstGeom>
            <a:solidFill>
              <a:srgbClr val="DEE7F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b="0"/>
            </a:p>
          </p:txBody>
        </p:sp>
        <p:sp>
          <p:nvSpPr>
            <p:cNvPr id="26667" name="Text Box 79">
              <a:extLst>
                <a:ext uri="{FF2B5EF4-FFF2-40B4-BE49-F238E27FC236}">
                  <a16:creationId xmlns:a16="http://schemas.microsoft.com/office/drawing/2014/main" xmlns="" id="{127A61F2-DE56-488D-2FBB-FF2DD9E2FDA2}"/>
                </a:ext>
              </a:extLst>
            </p:cNvPr>
            <p:cNvSpPr txBox="1">
              <a:spLocks noChangeArrowheads="1"/>
            </p:cNvSpPr>
            <p:nvPr/>
          </p:nvSpPr>
          <p:spPr bwMode="auto">
            <a:xfrm>
              <a:off x="2234" y="3342"/>
              <a:ext cx="1235"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pPr>
              <a:r>
                <a:rPr lang="en-US" altLang="fr-FR" sz="1600"/>
                <a:t>Clé étrangère</a:t>
              </a:r>
            </a:p>
          </p:txBody>
        </p:sp>
      </p:grpSp>
      <p:grpSp>
        <p:nvGrpSpPr>
          <p:cNvPr id="26659" name="Group 90">
            <a:extLst>
              <a:ext uri="{FF2B5EF4-FFF2-40B4-BE49-F238E27FC236}">
                <a16:creationId xmlns:a16="http://schemas.microsoft.com/office/drawing/2014/main" xmlns="" id="{143C9F6C-FAD0-6FCB-EC69-80A2887F62BB}"/>
              </a:ext>
            </a:extLst>
          </p:cNvPr>
          <p:cNvGrpSpPr>
            <a:grpSpLocks/>
          </p:cNvGrpSpPr>
          <p:nvPr/>
        </p:nvGrpSpPr>
        <p:grpSpPr bwMode="auto">
          <a:xfrm>
            <a:off x="4931569" y="6086540"/>
            <a:ext cx="2722562" cy="401637"/>
            <a:chOff x="2234" y="3349"/>
            <a:chExt cx="1235" cy="182"/>
          </a:xfrm>
        </p:grpSpPr>
        <p:sp>
          <p:nvSpPr>
            <p:cNvPr id="26664" name="Rectangle 91">
              <a:extLst>
                <a:ext uri="{FF2B5EF4-FFF2-40B4-BE49-F238E27FC236}">
                  <a16:creationId xmlns:a16="http://schemas.microsoft.com/office/drawing/2014/main" xmlns="" id="{DF0E9E91-B69A-4A6C-61FE-DA57666D2BFF}"/>
                </a:ext>
              </a:extLst>
            </p:cNvPr>
            <p:cNvSpPr>
              <a:spLocks noChangeArrowheads="1"/>
            </p:cNvSpPr>
            <p:nvPr/>
          </p:nvSpPr>
          <p:spPr bwMode="auto">
            <a:xfrm>
              <a:off x="2236" y="3349"/>
              <a:ext cx="1231" cy="182"/>
            </a:xfrm>
            <a:prstGeom prst="rect">
              <a:avLst/>
            </a:prstGeom>
            <a:solidFill>
              <a:srgbClr val="DEE7F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b="0"/>
            </a:p>
          </p:txBody>
        </p:sp>
        <p:sp>
          <p:nvSpPr>
            <p:cNvPr id="26665" name="Text Box 92">
              <a:extLst>
                <a:ext uri="{FF2B5EF4-FFF2-40B4-BE49-F238E27FC236}">
                  <a16:creationId xmlns:a16="http://schemas.microsoft.com/office/drawing/2014/main" xmlns="" id="{DD9CC46F-537B-B9CC-EE8C-D9E6A6993E60}"/>
                </a:ext>
              </a:extLst>
            </p:cNvPr>
            <p:cNvSpPr txBox="1">
              <a:spLocks noChangeArrowheads="1"/>
            </p:cNvSpPr>
            <p:nvPr/>
          </p:nvSpPr>
          <p:spPr bwMode="auto">
            <a:xfrm>
              <a:off x="2234" y="3372"/>
              <a:ext cx="123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pPr>
              <a:r>
                <a:rPr lang="en-US" altLang="fr-FR" sz="1600"/>
                <a:t>DataRelation</a:t>
              </a:r>
            </a:p>
          </p:txBody>
        </p:sp>
      </p:grpSp>
      <p:sp>
        <p:nvSpPr>
          <p:cNvPr id="26660" name="Freeform 93">
            <a:extLst>
              <a:ext uri="{FF2B5EF4-FFF2-40B4-BE49-F238E27FC236}">
                <a16:creationId xmlns:a16="http://schemas.microsoft.com/office/drawing/2014/main" xmlns="" id="{48E502F3-74ED-26C9-3C22-314014D87F0D}"/>
              </a:ext>
            </a:extLst>
          </p:cNvPr>
          <p:cNvSpPr>
            <a:spLocks/>
          </p:cNvSpPr>
          <p:nvPr/>
        </p:nvSpPr>
        <p:spPr bwMode="auto">
          <a:xfrm>
            <a:off x="3290095" y="4618101"/>
            <a:ext cx="6073775" cy="1487488"/>
          </a:xfrm>
          <a:custGeom>
            <a:avLst/>
            <a:gdLst>
              <a:gd name="T0" fmla="*/ 0 w 2676"/>
              <a:gd name="T1" fmla="*/ 0 h 318"/>
              <a:gd name="T2" fmla="*/ 0 w 2676"/>
              <a:gd name="T3" fmla="*/ 2147483647 h 318"/>
              <a:gd name="T4" fmla="*/ 2147483647 w 2676"/>
              <a:gd name="T5" fmla="*/ 2147483647 h 318"/>
              <a:gd name="T6" fmla="*/ 2147483647 w 2676"/>
              <a:gd name="T7" fmla="*/ 0 h 318"/>
              <a:gd name="T8" fmla="*/ 0 60000 65536"/>
              <a:gd name="T9" fmla="*/ 0 60000 65536"/>
              <a:gd name="T10" fmla="*/ 0 60000 65536"/>
              <a:gd name="T11" fmla="*/ 0 60000 65536"/>
              <a:gd name="T12" fmla="*/ 0 w 2676"/>
              <a:gd name="T13" fmla="*/ 0 h 318"/>
              <a:gd name="T14" fmla="*/ 2676 w 2676"/>
              <a:gd name="T15" fmla="*/ 318 h 318"/>
            </a:gdLst>
            <a:ahLst/>
            <a:cxnLst>
              <a:cxn ang="T8">
                <a:pos x="T0" y="T1"/>
              </a:cxn>
              <a:cxn ang="T9">
                <a:pos x="T2" y="T3"/>
              </a:cxn>
              <a:cxn ang="T10">
                <a:pos x="T4" y="T5"/>
              </a:cxn>
              <a:cxn ang="T11">
                <a:pos x="T6" y="T7"/>
              </a:cxn>
            </a:cxnLst>
            <a:rect l="T12" t="T13" r="T14" b="T15"/>
            <a:pathLst>
              <a:path w="2676" h="318">
                <a:moveTo>
                  <a:pt x="0" y="0"/>
                </a:moveTo>
                <a:lnTo>
                  <a:pt x="0" y="318"/>
                </a:lnTo>
                <a:lnTo>
                  <a:pt x="2676" y="318"/>
                </a:lnTo>
                <a:lnTo>
                  <a:pt x="2676" y="0"/>
                </a:lnTo>
              </a:path>
            </a:pathLst>
          </a:custGeom>
          <a:noFill/>
          <a:ln w="38100" cap="flat" cmpd="sng">
            <a:solidFill>
              <a:srgbClr val="CC0000"/>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fr-FR"/>
          </a:p>
        </p:txBody>
      </p:sp>
      <p:sp>
        <p:nvSpPr>
          <p:cNvPr id="26661" name="Line 104">
            <a:extLst>
              <a:ext uri="{FF2B5EF4-FFF2-40B4-BE49-F238E27FC236}">
                <a16:creationId xmlns:a16="http://schemas.microsoft.com/office/drawing/2014/main" xmlns="" id="{4823A298-DAC1-843E-9825-E19EDDA4AEEE}"/>
              </a:ext>
            </a:extLst>
          </p:cNvPr>
          <p:cNvSpPr>
            <a:spLocks noChangeShapeType="1"/>
          </p:cNvSpPr>
          <p:nvPr/>
        </p:nvSpPr>
        <p:spPr bwMode="auto">
          <a:xfrm rot="16200000">
            <a:off x="2894013" y="4677633"/>
            <a:ext cx="328613" cy="20955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lIns="0" anchor="ctr"/>
          <a:lstStyle/>
          <a:p>
            <a:endParaRPr lang="fr-FR"/>
          </a:p>
        </p:txBody>
      </p:sp>
      <p:sp>
        <p:nvSpPr>
          <p:cNvPr id="26662" name="Line 105">
            <a:extLst>
              <a:ext uri="{FF2B5EF4-FFF2-40B4-BE49-F238E27FC236}">
                <a16:creationId xmlns:a16="http://schemas.microsoft.com/office/drawing/2014/main" xmlns="" id="{3D7EFC73-C545-CE2C-C6D8-900AC0D19086}"/>
              </a:ext>
            </a:extLst>
          </p:cNvPr>
          <p:cNvSpPr>
            <a:spLocks noChangeShapeType="1"/>
          </p:cNvSpPr>
          <p:nvPr/>
        </p:nvSpPr>
        <p:spPr bwMode="auto">
          <a:xfrm rot="5400000" flipH="1">
            <a:off x="3790157" y="4667314"/>
            <a:ext cx="273050" cy="174625"/>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lIns="0" anchor="ctr"/>
          <a:lstStyle/>
          <a:p>
            <a:endParaRPr lang="fr-FR"/>
          </a:p>
        </p:txBody>
      </p:sp>
      <p:sp>
        <p:nvSpPr>
          <p:cNvPr id="26663" name="Text Box 5">
            <a:extLst>
              <a:ext uri="{FF2B5EF4-FFF2-40B4-BE49-F238E27FC236}">
                <a16:creationId xmlns:a16="http://schemas.microsoft.com/office/drawing/2014/main" xmlns="" id="{ED919B17-D223-B56A-6C57-1CFE3D3C5B8B}"/>
              </a:ext>
            </a:extLst>
          </p:cNvPr>
          <p:cNvSpPr txBox="1">
            <a:spLocks noChangeArrowheads="1"/>
          </p:cNvSpPr>
          <p:nvPr/>
        </p:nvSpPr>
        <p:spPr bwMode="auto">
          <a:xfrm>
            <a:off x="1883569" y="2330514"/>
            <a:ext cx="3886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pPr>
            <a:r>
              <a:rPr lang="en-US" altLang="fr-FR" sz="2000" b="0"/>
              <a:t>Objet </a:t>
            </a:r>
            <a:r>
              <a:rPr lang="en-US" altLang="fr-FR" sz="2000"/>
              <a:t>DataSet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3">
            <a:extLst>
              <a:ext uri="{FF2B5EF4-FFF2-40B4-BE49-F238E27FC236}">
                <a16:creationId xmlns:a16="http://schemas.microsoft.com/office/drawing/2014/main" xmlns="" id="{E46C8BBB-B405-0CB0-F758-BF2965F9BD90}"/>
              </a:ext>
            </a:extLst>
          </p:cNvPr>
          <p:cNvSpPr>
            <a:spLocks noGrp="1" noChangeArrowheads="1"/>
          </p:cNvSpPr>
          <p:nvPr>
            <p:ph type="title"/>
          </p:nvPr>
        </p:nvSpPr>
        <p:spPr/>
        <p:txBody>
          <a:bodyPr/>
          <a:lstStyle/>
          <a:p>
            <a:pPr eaLnBrk="1" hangingPunct="1"/>
            <a:r>
              <a:rPr lang="fr-FR" altLang="fr-FR"/>
              <a:t>Typage</a:t>
            </a:r>
          </a:p>
        </p:txBody>
      </p:sp>
      <p:sp>
        <p:nvSpPr>
          <p:cNvPr id="27651" name="AutoShape 140">
            <a:extLst>
              <a:ext uri="{FF2B5EF4-FFF2-40B4-BE49-F238E27FC236}">
                <a16:creationId xmlns:a16="http://schemas.microsoft.com/office/drawing/2014/main" xmlns="" id="{B81770FC-85F3-D046-8081-8D89F277D3CA}"/>
              </a:ext>
            </a:extLst>
          </p:cNvPr>
          <p:cNvSpPr>
            <a:spLocks noChangeArrowheads="1"/>
          </p:cNvSpPr>
          <p:nvPr/>
        </p:nvSpPr>
        <p:spPr bwMode="auto">
          <a:xfrm>
            <a:off x="1826418" y="1358540"/>
            <a:ext cx="8539163" cy="5126037"/>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sz="2200"/>
          </a:p>
        </p:txBody>
      </p:sp>
      <p:sp>
        <p:nvSpPr>
          <p:cNvPr id="27652" name="Rounded Rectangle 24">
            <a:extLst>
              <a:ext uri="{FF2B5EF4-FFF2-40B4-BE49-F238E27FC236}">
                <a16:creationId xmlns:a16="http://schemas.microsoft.com/office/drawing/2014/main" xmlns="" id="{0DD04EA4-ECCB-FCA0-317F-6B41C1D2314E}"/>
              </a:ext>
            </a:extLst>
          </p:cNvPr>
          <p:cNvSpPr>
            <a:spLocks noChangeArrowheads="1"/>
          </p:cNvSpPr>
          <p:nvPr/>
        </p:nvSpPr>
        <p:spPr bwMode="auto">
          <a:xfrm>
            <a:off x="1964530" y="1641115"/>
            <a:ext cx="8189912" cy="765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fr-FR" altLang="fr-FR" b="0"/>
              <a:t>Un </a:t>
            </a:r>
            <a:r>
              <a:rPr lang="fr-FR" altLang="fr-FR"/>
              <a:t>DataSet</a:t>
            </a:r>
            <a:r>
              <a:rPr lang="fr-FR" altLang="fr-FR" b="0"/>
              <a:t> typé est défini à l’aide d’un fichier </a:t>
            </a:r>
            <a:r>
              <a:rPr lang="fr-FR" altLang="fr-FR" b="0" i="1"/>
              <a:t>XSD</a:t>
            </a:r>
          </a:p>
        </p:txBody>
      </p:sp>
      <p:sp>
        <p:nvSpPr>
          <p:cNvPr id="27653" name="Rounded Rectangle 25">
            <a:extLst>
              <a:ext uri="{FF2B5EF4-FFF2-40B4-BE49-F238E27FC236}">
                <a16:creationId xmlns:a16="http://schemas.microsoft.com/office/drawing/2014/main" xmlns="" id="{11126D4F-45CA-E3EE-97E8-FA35E1578C9D}"/>
              </a:ext>
            </a:extLst>
          </p:cNvPr>
          <p:cNvSpPr>
            <a:spLocks noChangeArrowheads="1"/>
          </p:cNvSpPr>
          <p:nvPr/>
        </p:nvSpPr>
        <p:spPr bwMode="auto">
          <a:xfrm>
            <a:off x="1964530" y="2655527"/>
            <a:ext cx="8189912" cy="765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fr-FR" altLang="fr-FR" b="0"/>
              <a:t>Sans typage, les </a:t>
            </a:r>
            <a:r>
              <a:rPr lang="fr-FR" altLang="fr-FR"/>
              <a:t>DataTable</a:t>
            </a:r>
            <a:r>
              <a:rPr lang="fr-FR" altLang="fr-FR" b="0"/>
              <a:t> et </a:t>
            </a:r>
            <a:r>
              <a:rPr lang="fr-FR" altLang="fr-FR"/>
              <a:t>DataRow</a:t>
            </a:r>
            <a:r>
              <a:rPr lang="fr-FR" altLang="fr-FR" b="0"/>
              <a:t> sont génériques</a:t>
            </a:r>
            <a:endParaRPr lang="fr-FR" altLang="fr-FR" b="0" i="1"/>
          </a:p>
        </p:txBody>
      </p:sp>
      <p:sp>
        <p:nvSpPr>
          <p:cNvPr id="8" name="Rounded Rectangle 26">
            <a:extLst>
              <a:ext uri="{FF2B5EF4-FFF2-40B4-BE49-F238E27FC236}">
                <a16:creationId xmlns:a16="http://schemas.microsoft.com/office/drawing/2014/main" xmlns="" id="{8D07215C-4D6E-BAEE-5CA3-BB3CC19EBB8C}"/>
              </a:ext>
            </a:extLst>
          </p:cNvPr>
          <p:cNvSpPr>
            <a:spLocks noChangeArrowheads="1"/>
          </p:cNvSpPr>
          <p:nvPr/>
        </p:nvSpPr>
        <p:spPr bwMode="auto">
          <a:xfrm>
            <a:off x="1966118" y="3674702"/>
            <a:ext cx="8189913" cy="25939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p>
            <a:pPr indent="4763">
              <a:buSzPct val="80000"/>
              <a:defRPr/>
            </a:pPr>
            <a:r>
              <a:rPr lang="fr-FR" dirty="0">
                <a:cs typeface="Arial" charset="0"/>
              </a:rPr>
              <a:t>Avec typage, le compilateur connaît les données que va </a:t>
            </a:r>
          </a:p>
          <a:p>
            <a:pPr indent="4763">
              <a:buSzPct val="80000"/>
              <a:defRPr/>
            </a:pPr>
            <a:r>
              <a:rPr lang="fr-FR" dirty="0">
                <a:cs typeface="Arial" charset="0"/>
              </a:rPr>
              <a:t>manipuler le programme:</a:t>
            </a:r>
          </a:p>
          <a:p>
            <a:pPr indent="4763">
              <a:buSzPct val="80000"/>
              <a:defRPr/>
            </a:pPr>
            <a:endParaRPr lang="fr-FR" dirty="0">
              <a:cs typeface="Arial" charset="0"/>
            </a:endParaRPr>
          </a:p>
          <a:p>
            <a:pPr>
              <a:lnSpc>
                <a:spcPct val="90000"/>
              </a:lnSpc>
              <a:spcBef>
                <a:spcPct val="40000"/>
              </a:spcBef>
              <a:buClr>
                <a:schemeClr val="hlink"/>
              </a:buClr>
              <a:buSzPct val="80000"/>
              <a:buFontTx/>
              <a:buChar char="•"/>
              <a:defRPr/>
            </a:pPr>
            <a:r>
              <a:rPr lang="en-US" altLang="fr-FR" dirty="0" err="1">
                <a:cs typeface="Arial" charset="0"/>
              </a:rPr>
              <a:t>Définition</a:t>
            </a:r>
            <a:r>
              <a:rPr lang="en-US" altLang="fr-FR" dirty="0">
                <a:cs typeface="Arial" charset="0"/>
              </a:rPr>
              <a:t> de </a:t>
            </a:r>
            <a:r>
              <a:rPr lang="en-US" altLang="fr-FR" dirty="0" err="1">
                <a:cs typeface="Arial" charset="0"/>
              </a:rPr>
              <a:t>propriétés</a:t>
            </a:r>
            <a:r>
              <a:rPr lang="en-US" altLang="fr-FR" dirty="0">
                <a:cs typeface="Arial" charset="0"/>
              </a:rPr>
              <a:t> </a:t>
            </a:r>
            <a:r>
              <a:rPr lang="en-US" altLang="fr-FR" dirty="0" err="1">
                <a:cs typeface="Arial" charset="0"/>
              </a:rPr>
              <a:t>DataTable</a:t>
            </a:r>
            <a:r>
              <a:rPr lang="en-US" altLang="fr-FR" dirty="0">
                <a:cs typeface="Arial" charset="0"/>
              </a:rPr>
              <a:t> </a:t>
            </a:r>
            <a:r>
              <a:rPr lang="en-US" altLang="fr-FR" dirty="0" err="1">
                <a:cs typeface="Arial" charset="0"/>
              </a:rPr>
              <a:t>dans</a:t>
            </a:r>
            <a:r>
              <a:rPr lang="en-US" altLang="fr-FR" dirty="0">
                <a:cs typeface="Arial" charset="0"/>
              </a:rPr>
              <a:t> le </a:t>
            </a:r>
            <a:r>
              <a:rPr lang="en-US" altLang="fr-FR" dirty="0" err="1">
                <a:cs typeface="Arial" charset="0"/>
              </a:rPr>
              <a:t>DataSet</a:t>
            </a:r>
            <a:endParaRPr lang="en-US" altLang="fr-FR" dirty="0">
              <a:cs typeface="Arial" charset="0"/>
            </a:endParaRPr>
          </a:p>
          <a:p>
            <a:pPr>
              <a:lnSpc>
                <a:spcPct val="90000"/>
              </a:lnSpc>
              <a:spcBef>
                <a:spcPct val="40000"/>
              </a:spcBef>
              <a:buClr>
                <a:schemeClr val="hlink"/>
              </a:buClr>
              <a:buSzPct val="80000"/>
              <a:buFontTx/>
              <a:buChar char="•"/>
              <a:defRPr/>
            </a:pPr>
            <a:r>
              <a:rPr lang="en-US" altLang="fr-FR" dirty="0" err="1">
                <a:cs typeface="Arial" charset="0"/>
              </a:rPr>
              <a:t>Définition</a:t>
            </a:r>
            <a:r>
              <a:rPr lang="en-US" altLang="fr-FR" dirty="0">
                <a:cs typeface="Arial" charset="0"/>
              </a:rPr>
              <a:t> </a:t>
            </a:r>
            <a:r>
              <a:rPr lang="en-US" altLang="fr-FR" dirty="0" err="1">
                <a:cs typeface="Arial" charset="0"/>
              </a:rPr>
              <a:t>d’une</a:t>
            </a:r>
            <a:r>
              <a:rPr lang="en-US" altLang="fr-FR" dirty="0">
                <a:cs typeface="Arial" charset="0"/>
              </a:rPr>
              <a:t> </a:t>
            </a:r>
            <a:r>
              <a:rPr lang="en-US" altLang="fr-FR" dirty="0" err="1">
                <a:cs typeface="Arial" charset="0"/>
              </a:rPr>
              <a:t>classe</a:t>
            </a:r>
            <a:r>
              <a:rPr lang="en-US" altLang="fr-FR" dirty="0">
                <a:cs typeface="Arial" charset="0"/>
              </a:rPr>
              <a:t> </a:t>
            </a:r>
            <a:r>
              <a:rPr lang="en-US" altLang="fr-FR" dirty="0" err="1">
                <a:cs typeface="Arial" charset="0"/>
              </a:rPr>
              <a:t>DataRow</a:t>
            </a:r>
            <a:r>
              <a:rPr lang="en-US" altLang="fr-FR" dirty="0">
                <a:cs typeface="Arial" charset="0"/>
              </a:rPr>
              <a:t> pour le </a:t>
            </a:r>
            <a:r>
              <a:rPr lang="en-US" altLang="fr-FR" dirty="0" err="1">
                <a:cs typeface="Arial" charset="0"/>
              </a:rPr>
              <a:t>DataTable</a:t>
            </a:r>
            <a:endParaRPr lang="en-US" altLang="fr-FR" dirty="0">
              <a:cs typeface="Arial" charset="0"/>
            </a:endParaRPr>
          </a:p>
          <a:p>
            <a:pPr>
              <a:lnSpc>
                <a:spcPct val="90000"/>
              </a:lnSpc>
              <a:spcBef>
                <a:spcPct val="40000"/>
              </a:spcBef>
              <a:buClr>
                <a:schemeClr val="hlink"/>
              </a:buClr>
              <a:buSzPct val="80000"/>
              <a:buFontTx/>
              <a:buChar char="•"/>
              <a:defRPr/>
            </a:pPr>
            <a:r>
              <a:rPr lang="en-US" altLang="fr-FR" dirty="0" err="1">
                <a:cs typeface="Arial" charset="0"/>
              </a:rPr>
              <a:t>Définition</a:t>
            </a:r>
            <a:r>
              <a:rPr lang="en-US" altLang="fr-FR" dirty="0">
                <a:cs typeface="Arial" charset="0"/>
              </a:rPr>
              <a:t> d’un </a:t>
            </a:r>
            <a:r>
              <a:rPr lang="en-US" altLang="fr-FR" dirty="0" err="1">
                <a:cs typeface="Arial" charset="0"/>
              </a:rPr>
              <a:t>TableAdapter</a:t>
            </a:r>
            <a:r>
              <a:rPr lang="en-US" altLang="fr-FR" dirty="0">
                <a:cs typeface="Arial" charset="0"/>
              </a:rPr>
              <a:t> par </a:t>
            </a:r>
            <a:r>
              <a:rPr lang="en-US" altLang="fr-FR" dirty="0" err="1">
                <a:cs typeface="Arial" charset="0"/>
              </a:rPr>
              <a:t>DataTable</a:t>
            </a:r>
            <a:endParaRPr lang="en-US" altLang="fr-FR" dirty="0">
              <a:cs typeface="Arial" charset="0"/>
            </a:endParaRPr>
          </a:p>
          <a:p>
            <a:pPr>
              <a:lnSpc>
                <a:spcPct val="90000"/>
              </a:lnSpc>
              <a:spcBef>
                <a:spcPct val="40000"/>
              </a:spcBef>
              <a:buClr>
                <a:schemeClr val="hlink"/>
              </a:buClr>
              <a:buSzPct val="80000"/>
              <a:buFontTx/>
              <a:buChar char="•"/>
              <a:defRPr/>
            </a:pPr>
            <a:r>
              <a:rPr lang="en-US" altLang="fr-FR" dirty="0" err="1">
                <a:cs typeface="Arial" charset="0"/>
              </a:rPr>
              <a:t>Création</a:t>
            </a:r>
            <a:r>
              <a:rPr lang="en-US" altLang="fr-FR" dirty="0">
                <a:cs typeface="Arial" charset="0"/>
              </a:rPr>
              <a:t> de </a:t>
            </a:r>
            <a:r>
              <a:rPr lang="en-US" altLang="fr-FR" dirty="0" err="1">
                <a:cs typeface="Arial" charset="0"/>
              </a:rPr>
              <a:t>méthodes</a:t>
            </a:r>
            <a:r>
              <a:rPr lang="en-US" altLang="fr-FR" dirty="0">
                <a:cs typeface="Arial" charset="0"/>
              </a:rPr>
              <a:t> </a:t>
            </a:r>
            <a:r>
              <a:rPr lang="en-US" altLang="fr-FR" dirty="0" err="1">
                <a:cs typeface="Arial" charset="0"/>
              </a:rPr>
              <a:t>typées</a:t>
            </a:r>
            <a:r>
              <a:rPr lang="en-US" altLang="fr-FR" dirty="0">
                <a:cs typeface="Arial" charset="0"/>
              </a:rPr>
              <a:t> pour assurer les </a:t>
            </a:r>
            <a:r>
              <a:rPr lang="en-US" altLang="fr-FR" dirty="0" err="1">
                <a:cs typeface="Arial" charset="0"/>
              </a:rPr>
              <a:t>mises</a:t>
            </a:r>
            <a:r>
              <a:rPr lang="en-US" altLang="fr-FR" dirty="0">
                <a:cs typeface="Arial" charset="0"/>
              </a:rPr>
              <a:t> à jour</a:t>
            </a:r>
            <a:endParaRPr lang="fr-FR" dirty="0">
              <a:cs typeface="Arial" charset="0"/>
            </a:endParaRPr>
          </a:p>
          <a:p>
            <a:pPr indent="4763">
              <a:buSzPct val="80000"/>
              <a:defRPr/>
            </a:pPr>
            <a:endParaRPr lang="fr-FR" dirty="0">
              <a:cs typeface="Arial"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xmlns="" id="{10131F8F-749B-3FB9-0432-002200C085E9}"/>
              </a:ext>
            </a:extLst>
          </p:cNvPr>
          <p:cNvSpPr>
            <a:spLocks noGrp="1"/>
          </p:cNvSpPr>
          <p:nvPr>
            <p:ph type="title"/>
          </p:nvPr>
        </p:nvSpPr>
        <p:spPr>
          <a:xfrm>
            <a:off x="1476950" y="462559"/>
            <a:ext cx="10393178" cy="639294"/>
          </a:xfrm>
        </p:spPr>
        <p:txBody>
          <a:bodyPr/>
          <a:lstStyle/>
          <a:p>
            <a:pPr eaLnBrk="1" hangingPunct="1"/>
            <a:r>
              <a:rPr lang="fr-FR" altLang="fr-FR" dirty="0"/>
              <a:t>Mises à jour des données</a:t>
            </a:r>
          </a:p>
        </p:txBody>
      </p:sp>
      <p:sp>
        <p:nvSpPr>
          <p:cNvPr id="28675" name="AutoShape 4">
            <a:extLst>
              <a:ext uri="{FF2B5EF4-FFF2-40B4-BE49-F238E27FC236}">
                <a16:creationId xmlns:a16="http://schemas.microsoft.com/office/drawing/2014/main" xmlns="" id="{97BCD075-0968-33FE-9567-42BED1A401BB}"/>
              </a:ext>
            </a:extLst>
          </p:cNvPr>
          <p:cNvSpPr>
            <a:spLocks noChangeArrowheads="1"/>
          </p:cNvSpPr>
          <p:nvPr/>
        </p:nvSpPr>
        <p:spPr bwMode="auto">
          <a:xfrm>
            <a:off x="1710531" y="1029589"/>
            <a:ext cx="8770937" cy="2057400"/>
          </a:xfrm>
          <a:prstGeom prst="roundRect">
            <a:avLst>
              <a:gd name="adj" fmla="val 7292"/>
            </a:avLst>
          </a:prstGeom>
          <a:solidFill>
            <a:srgbClr val="BBCDE3"/>
          </a:solidFill>
          <a:ln w="9525" algn="ctr">
            <a:solidFill>
              <a:srgbClr val="333333"/>
            </a:solidFill>
            <a:round/>
            <a:headEnd/>
            <a:tailEnd/>
          </a:ln>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20000"/>
              </a:lnSpc>
              <a:buClr>
                <a:srgbClr val="DC0081"/>
              </a:buClr>
              <a:buFont typeface="Wingdings" panose="05000000000000000000" pitchFamily="2" charset="2"/>
              <a:buNone/>
            </a:pPr>
            <a:r>
              <a:rPr lang="en-GB" altLang="fr-FR" b="0"/>
              <a:t>Ajout de lignes</a:t>
            </a:r>
          </a:p>
        </p:txBody>
      </p:sp>
      <p:sp>
        <p:nvSpPr>
          <p:cNvPr id="28676" name="Rounded Rectangle 10">
            <a:extLst>
              <a:ext uri="{FF2B5EF4-FFF2-40B4-BE49-F238E27FC236}">
                <a16:creationId xmlns:a16="http://schemas.microsoft.com/office/drawing/2014/main" xmlns="" id="{23C18625-DAF6-155E-454C-AC0B443D330A}"/>
              </a:ext>
            </a:extLst>
          </p:cNvPr>
          <p:cNvSpPr>
            <a:spLocks noChangeArrowheads="1"/>
          </p:cNvSpPr>
          <p:nvPr/>
        </p:nvSpPr>
        <p:spPr bwMode="auto">
          <a:xfrm>
            <a:off x="1980405" y="1542353"/>
            <a:ext cx="8382000" cy="42862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400" b="0"/>
              <a:t>Appel de la méthode </a:t>
            </a:r>
            <a:r>
              <a:rPr lang="en-GB" altLang="fr-FR" sz="1400"/>
              <a:t>NewRow</a:t>
            </a:r>
            <a:r>
              <a:rPr lang="en-GB" altLang="fr-FR" sz="1400" b="0"/>
              <a:t> (</a:t>
            </a:r>
            <a:r>
              <a:rPr lang="en-GB" altLang="fr-FR" sz="1400" b="0" i="1"/>
              <a:t>non typée</a:t>
            </a:r>
            <a:r>
              <a:rPr lang="en-GB" altLang="fr-FR" sz="1400" b="0"/>
              <a:t>) ou </a:t>
            </a:r>
            <a:r>
              <a:rPr lang="en-GB" altLang="fr-FR" sz="1400"/>
              <a:t>New</a:t>
            </a:r>
            <a:r>
              <a:rPr lang="en-GB" altLang="fr-FR" sz="1400" b="0" i="1"/>
              <a:t>XXX</a:t>
            </a:r>
            <a:r>
              <a:rPr lang="en-GB" altLang="fr-FR" sz="1400"/>
              <a:t>Row</a:t>
            </a:r>
            <a:r>
              <a:rPr lang="en-GB" altLang="fr-FR" sz="1400" b="0"/>
              <a:t> (</a:t>
            </a:r>
            <a:r>
              <a:rPr lang="en-GB" altLang="fr-FR" sz="1400" b="0" i="1"/>
              <a:t>typée</a:t>
            </a:r>
            <a:r>
              <a:rPr lang="en-GB" altLang="fr-FR" sz="1400" b="0"/>
              <a:t>) sur le  </a:t>
            </a:r>
            <a:r>
              <a:rPr lang="en-GB" altLang="fr-FR" sz="1400"/>
              <a:t>DataTable</a:t>
            </a:r>
          </a:p>
        </p:txBody>
      </p:sp>
      <p:sp>
        <p:nvSpPr>
          <p:cNvPr id="28677" name="Rounded Rectangle 12">
            <a:extLst>
              <a:ext uri="{FF2B5EF4-FFF2-40B4-BE49-F238E27FC236}">
                <a16:creationId xmlns:a16="http://schemas.microsoft.com/office/drawing/2014/main" xmlns="" id="{5D977C39-3F14-D035-D470-384F7C7011E6}"/>
              </a:ext>
            </a:extLst>
          </p:cNvPr>
          <p:cNvSpPr>
            <a:spLocks noChangeArrowheads="1"/>
          </p:cNvSpPr>
          <p:nvPr/>
        </p:nvSpPr>
        <p:spPr bwMode="auto">
          <a:xfrm>
            <a:off x="2016917" y="2072578"/>
            <a:ext cx="8345488" cy="42862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400" b="0"/>
              <a:t>Remplir la ligne</a:t>
            </a:r>
          </a:p>
        </p:txBody>
      </p:sp>
      <p:sp>
        <p:nvSpPr>
          <p:cNvPr id="28678" name="Rounded Rectangle 13">
            <a:extLst>
              <a:ext uri="{FF2B5EF4-FFF2-40B4-BE49-F238E27FC236}">
                <a16:creationId xmlns:a16="http://schemas.microsoft.com/office/drawing/2014/main" xmlns="" id="{EC4ABF8F-17D1-0CEC-15B1-854BE3E72A4C}"/>
              </a:ext>
            </a:extLst>
          </p:cNvPr>
          <p:cNvSpPr>
            <a:spLocks noChangeArrowheads="1"/>
          </p:cNvSpPr>
          <p:nvPr/>
        </p:nvSpPr>
        <p:spPr bwMode="auto">
          <a:xfrm>
            <a:off x="1980405" y="2577403"/>
            <a:ext cx="8382000" cy="42862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400" b="0"/>
              <a:t>Ajouter le ligne à la collection </a:t>
            </a:r>
            <a:r>
              <a:rPr lang="en-GB" altLang="fr-FR" sz="1400"/>
              <a:t>Rows</a:t>
            </a:r>
            <a:r>
              <a:rPr lang="en-GB" altLang="fr-FR" sz="1400" b="0"/>
              <a:t> du </a:t>
            </a:r>
            <a:r>
              <a:rPr lang="en-GB" altLang="fr-FR" sz="1400"/>
              <a:t>DataTable</a:t>
            </a:r>
          </a:p>
        </p:txBody>
      </p:sp>
      <p:sp>
        <p:nvSpPr>
          <p:cNvPr id="28679" name="Rounded Rectangle 812100">
            <a:extLst>
              <a:ext uri="{FF2B5EF4-FFF2-40B4-BE49-F238E27FC236}">
                <a16:creationId xmlns:a16="http://schemas.microsoft.com/office/drawing/2014/main" xmlns="" id="{B36B116E-FC7E-EE49-2AD3-F983F2F486EA}"/>
              </a:ext>
            </a:extLst>
          </p:cNvPr>
          <p:cNvSpPr>
            <a:spLocks noChangeArrowheads="1"/>
          </p:cNvSpPr>
          <p:nvPr/>
        </p:nvSpPr>
        <p:spPr bwMode="auto">
          <a:xfrm>
            <a:off x="1766092" y="1520127"/>
            <a:ext cx="3937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fr-FR" sz="2000">
                <a:solidFill>
                  <a:srgbClr val="990033"/>
                </a:solidFill>
                <a:latin typeface="Arial" panose="020B0604020202020204" pitchFamily="34" charset="0"/>
              </a:rPr>
              <a:t>1</a:t>
            </a:r>
          </a:p>
        </p:txBody>
      </p:sp>
      <p:sp>
        <p:nvSpPr>
          <p:cNvPr id="28680" name="Rounded Rectangle 812100">
            <a:extLst>
              <a:ext uri="{FF2B5EF4-FFF2-40B4-BE49-F238E27FC236}">
                <a16:creationId xmlns:a16="http://schemas.microsoft.com/office/drawing/2014/main" xmlns="" id="{E6BFF877-75E2-20A2-F5E9-E6AD364BD696}"/>
              </a:ext>
            </a:extLst>
          </p:cNvPr>
          <p:cNvSpPr>
            <a:spLocks noChangeArrowheads="1"/>
          </p:cNvSpPr>
          <p:nvPr/>
        </p:nvSpPr>
        <p:spPr bwMode="auto">
          <a:xfrm>
            <a:off x="1775617" y="2050352"/>
            <a:ext cx="3937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fr-FR" sz="2000">
                <a:solidFill>
                  <a:srgbClr val="990033"/>
                </a:solidFill>
                <a:latin typeface="Arial" panose="020B0604020202020204" pitchFamily="34" charset="0"/>
              </a:rPr>
              <a:t>2</a:t>
            </a:r>
          </a:p>
        </p:txBody>
      </p:sp>
      <p:sp>
        <p:nvSpPr>
          <p:cNvPr id="28681" name="Rounded Rectangle 812100">
            <a:extLst>
              <a:ext uri="{FF2B5EF4-FFF2-40B4-BE49-F238E27FC236}">
                <a16:creationId xmlns:a16="http://schemas.microsoft.com/office/drawing/2014/main" xmlns="" id="{6D96C18B-04FC-7838-4651-F3D5AB8FD90C}"/>
              </a:ext>
            </a:extLst>
          </p:cNvPr>
          <p:cNvSpPr>
            <a:spLocks noChangeArrowheads="1"/>
          </p:cNvSpPr>
          <p:nvPr/>
        </p:nvSpPr>
        <p:spPr bwMode="auto">
          <a:xfrm>
            <a:off x="1775617" y="2463102"/>
            <a:ext cx="3937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fr-FR" sz="2000">
                <a:solidFill>
                  <a:srgbClr val="990033"/>
                </a:solidFill>
                <a:latin typeface="Arial" panose="020B0604020202020204" pitchFamily="34" charset="0"/>
              </a:rPr>
              <a:t>3</a:t>
            </a:r>
          </a:p>
        </p:txBody>
      </p:sp>
      <p:sp>
        <p:nvSpPr>
          <p:cNvPr id="28682" name="AutoShape 4">
            <a:extLst>
              <a:ext uri="{FF2B5EF4-FFF2-40B4-BE49-F238E27FC236}">
                <a16:creationId xmlns:a16="http://schemas.microsoft.com/office/drawing/2014/main" xmlns="" id="{9A732056-D148-5345-9857-2C456ABF079E}"/>
              </a:ext>
            </a:extLst>
          </p:cNvPr>
          <p:cNvSpPr>
            <a:spLocks noChangeArrowheads="1"/>
          </p:cNvSpPr>
          <p:nvPr/>
        </p:nvSpPr>
        <p:spPr bwMode="auto">
          <a:xfrm>
            <a:off x="1708942" y="3144139"/>
            <a:ext cx="8770938" cy="1530350"/>
          </a:xfrm>
          <a:prstGeom prst="roundRect">
            <a:avLst>
              <a:gd name="adj" fmla="val 4167"/>
            </a:avLst>
          </a:prstGeom>
          <a:solidFill>
            <a:srgbClr val="BBCDE3"/>
          </a:solidFill>
          <a:ln w="9525" algn="ctr">
            <a:solidFill>
              <a:srgbClr val="333333"/>
            </a:solidFill>
            <a:round/>
            <a:headEnd/>
            <a:tailEnd/>
          </a:ln>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20000"/>
              </a:lnSpc>
              <a:buClr>
                <a:srgbClr val="DC0081"/>
              </a:buClr>
              <a:buFont typeface="Wingdings" panose="05000000000000000000" pitchFamily="2" charset="2"/>
              <a:buNone/>
            </a:pPr>
            <a:r>
              <a:rPr lang="en-GB" altLang="fr-FR" b="0"/>
              <a:t>Modification de lignes</a:t>
            </a:r>
          </a:p>
        </p:txBody>
      </p:sp>
      <p:sp>
        <p:nvSpPr>
          <p:cNvPr id="28683" name="Rounded Rectangle 22">
            <a:extLst>
              <a:ext uri="{FF2B5EF4-FFF2-40B4-BE49-F238E27FC236}">
                <a16:creationId xmlns:a16="http://schemas.microsoft.com/office/drawing/2014/main" xmlns="" id="{8C14B4F8-2FA9-E241-2834-F069E1298960}"/>
              </a:ext>
            </a:extLst>
          </p:cNvPr>
          <p:cNvSpPr>
            <a:spLocks noChangeArrowheads="1"/>
          </p:cNvSpPr>
          <p:nvPr/>
        </p:nvSpPr>
        <p:spPr bwMode="auto">
          <a:xfrm>
            <a:off x="1996281" y="3615628"/>
            <a:ext cx="8366125" cy="42862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400" b="0"/>
              <a:t>Localiser la ligne (LINQ to DataSet, méthode </a:t>
            </a:r>
            <a:r>
              <a:rPr lang="en-GB" altLang="fr-FR" sz="1400"/>
              <a:t>FindBy</a:t>
            </a:r>
            <a:r>
              <a:rPr lang="en-GB" altLang="fr-FR" sz="1400" b="0" i="1"/>
              <a:t>XXX</a:t>
            </a:r>
            <a:r>
              <a:rPr lang="en-GB" altLang="fr-FR" sz="1400" b="0"/>
              <a:t>, </a:t>
            </a:r>
            <a:r>
              <a:rPr lang="en-GB" altLang="fr-FR" sz="1400"/>
              <a:t>Select</a:t>
            </a:r>
            <a:r>
              <a:rPr lang="en-GB" altLang="fr-FR" sz="1400" b="0"/>
              <a:t>, ...)</a:t>
            </a:r>
          </a:p>
        </p:txBody>
      </p:sp>
      <p:sp>
        <p:nvSpPr>
          <p:cNvPr id="28684" name="Rounded Rectangle 23">
            <a:extLst>
              <a:ext uri="{FF2B5EF4-FFF2-40B4-BE49-F238E27FC236}">
                <a16:creationId xmlns:a16="http://schemas.microsoft.com/office/drawing/2014/main" xmlns="" id="{D4131583-3449-8465-26EC-BFA0C14F657A}"/>
              </a:ext>
            </a:extLst>
          </p:cNvPr>
          <p:cNvSpPr>
            <a:spLocks noChangeArrowheads="1"/>
          </p:cNvSpPr>
          <p:nvPr/>
        </p:nvSpPr>
        <p:spPr bwMode="auto">
          <a:xfrm>
            <a:off x="1996281" y="4147440"/>
            <a:ext cx="8366125" cy="42862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400" b="0"/>
              <a:t>Modifier les données de la ligne</a:t>
            </a:r>
          </a:p>
        </p:txBody>
      </p:sp>
      <p:sp>
        <p:nvSpPr>
          <p:cNvPr id="28685" name="Rounded Rectangle 812100">
            <a:extLst>
              <a:ext uri="{FF2B5EF4-FFF2-40B4-BE49-F238E27FC236}">
                <a16:creationId xmlns:a16="http://schemas.microsoft.com/office/drawing/2014/main" xmlns="" id="{91459763-7302-D2DB-5C59-91D11BFF19E3}"/>
              </a:ext>
            </a:extLst>
          </p:cNvPr>
          <p:cNvSpPr>
            <a:spLocks noChangeArrowheads="1"/>
          </p:cNvSpPr>
          <p:nvPr/>
        </p:nvSpPr>
        <p:spPr bwMode="auto">
          <a:xfrm>
            <a:off x="1781967" y="3607689"/>
            <a:ext cx="3937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fr-FR" sz="2000">
                <a:solidFill>
                  <a:srgbClr val="990033"/>
                </a:solidFill>
                <a:latin typeface="Arial" panose="020B0604020202020204" pitchFamily="34" charset="0"/>
              </a:rPr>
              <a:t>1</a:t>
            </a:r>
          </a:p>
        </p:txBody>
      </p:sp>
      <p:sp>
        <p:nvSpPr>
          <p:cNvPr id="28686" name="Rounded Rectangle 812100">
            <a:extLst>
              <a:ext uri="{FF2B5EF4-FFF2-40B4-BE49-F238E27FC236}">
                <a16:creationId xmlns:a16="http://schemas.microsoft.com/office/drawing/2014/main" xmlns="" id="{6C830950-637D-4047-AB94-769E82F6C7BA}"/>
              </a:ext>
            </a:extLst>
          </p:cNvPr>
          <p:cNvSpPr>
            <a:spLocks noChangeArrowheads="1"/>
          </p:cNvSpPr>
          <p:nvPr/>
        </p:nvSpPr>
        <p:spPr bwMode="auto">
          <a:xfrm>
            <a:off x="1789905" y="4125214"/>
            <a:ext cx="3937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fr-FR" sz="2000">
                <a:solidFill>
                  <a:srgbClr val="990033"/>
                </a:solidFill>
                <a:latin typeface="Arial" panose="020B0604020202020204" pitchFamily="34" charset="0"/>
              </a:rPr>
              <a:t>2</a:t>
            </a:r>
          </a:p>
        </p:txBody>
      </p:sp>
      <p:sp>
        <p:nvSpPr>
          <p:cNvPr id="28687" name="AutoShape 4">
            <a:extLst>
              <a:ext uri="{FF2B5EF4-FFF2-40B4-BE49-F238E27FC236}">
                <a16:creationId xmlns:a16="http://schemas.microsoft.com/office/drawing/2014/main" xmlns="" id="{071EB823-66B9-53D2-49B0-C232240DEF5D}"/>
              </a:ext>
            </a:extLst>
          </p:cNvPr>
          <p:cNvSpPr>
            <a:spLocks noChangeArrowheads="1"/>
          </p:cNvSpPr>
          <p:nvPr/>
        </p:nvSpPr>
        <p:spPr bwMode="auto">
          <a:xfrm>
            <a:off x="1716881" y="4736402"/>
            <a:ext cx="8770937" cy="1536700"/>
          </a:xfrm>
          <a:prstGeom prst="roundRect">
            <a:avLst>
              <a:gd name="adj" fmla="val 4167"/>
            </a:avLst>
          </a:prstGeom>
          <a:solidFill>
            <a:srgbClr val="BBCDE3"/>
          </a:solidFill>
          <a:ln w="9525" algn="ctr">
            <a:solidFill>
              <a:srgbClr val="333333"/>
            </a:solidFill>
            <a:round/>
            <a:headEnd/>
            <a:tailEnd/>
          </a:ln>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20000"/>
              </a:lnSpc>
              <a:buClr>
                <a:srgbClr val="DC0081"/>
              </a:buClr>
              <a:buFont typeface="Wingdings" panose="05000000000000000000" pitchFamily="2" charset="2"/>
              <a:buNone/>
            </a:pPr>
            <a:r>
              <a:rPr lang="en-GB" altLang="fr-FR" b="0"/>
              <a:t>Suppression de lignes</a:t>
            </a:r>
          </a:p>
        </p:txBody>
      </p:sp>
      <p:sp>
        <p:nvSpPr>
          <p:cNvPr id="28688" name="Rounded Rectangle 29">
            <a:extLst>
              <a:ext uri="{FF2B5EF4-FFF2-40B4-BE49-F238E27FC236}">
                <a16:creationId xmlns:a16="http://schemas.microsoft.com/office/drawing/2014/main" xmlns="" id="{679B5A55-2237-1FF0-CD76-B1C10DD3C6DB}"/>
              </a:ext>
            </a:extLst>
          </p:cNvPr>
          <p:cNvSpPr>
            <a:spLocks noChangeArrowheads="1"/>
          </p:cNvSpPr>
          <p:nvPr/>
        </p:nvSpPr>
        <p:spPr bwMode="auto">
          <a:xfrm>
            <a:off x="2004217" y="5207890"/>
            <a:ext cx="8358188" cy="42862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400" b="0"/>
              <a:t>Localiser la ligne (LINQ to DataSet, méthode </a:t>
            </a:r>
            <a:r>
              <a:rPr lang="en-GB" altLang="fr-FR" sz="1400"/>
              <a:t>FindBy</a:t>
            </a:r>
            <a:r>
              <a:rPr lang="en-GB" altLang="fr-FR" sz="1400" b="0" i="1"/>
              <a:t>XXX</a:t>
            </a:r>
            <a:r>
              <a:rPr lang="en-GB" altLang="fr-FR" sz="1400" b="0"/>
              <a:t>, </a:t>
            </a:r>
            <a:r>
              <a:rPr lang="en-GB" altLang="fr-FR" sz="1400"/>
              <a:t>Select</a:t>
            </a:r>
            <a:r>
              <a:rPr lang="en-GB" altLang="fr-FR" sz="1400" b="0"/>
              <a:t>, ...)</a:t>
            </a:r>
          </a:p>
        </p:txBody>
      </p:sp>
      <p:sp>
        <p:nvSpPr>
          <p:cNvPr id="28689" name="Rounded Rectangle 30">
            <a:extLst>
              <a:ext uri="{FF2B5EF4-FFF2-40B4-BE49-F238E27FC236}">
                <a16:creationId xmlns:a16="http://schemas.microsoft.com/office/drawing/2014/main" xmlns="" id="{017A881F-465A-CBEE-B3A4-6C386A8F6BE2}"/>
              </a:ext>
            </a:extLst>
          </p:cNvPr>
          <p:cNvSpPr>
            <a:spLocks noChangeArrowheads="1"/>
          </p:cNvSpPr>
          <p:nvPr/>
        </p:nvSpPr>
        <p:spPr bwMode="auto">
          <a:xfrm>
            <a:off x="2004217" y="5752403"/>
            <a:ext cx="8358188" cy="42862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400" b="0"/>
              <a:t>Appel de la méthode </a:t>
            </a:r>
            <a:r>
              <a:rPr lang="en-GB" altLang="fr-FR" sz="1400"/>
              <a:t>Remove</a:t>
            </a:r>
            <a:r>
              <a:rPr lang="en-GB" altLang="fr-FR" sz="1400" b="0"/>
              <a:t> (</a:t>
            </a:r>
            <a:r>
              <a:rPr lang="en-GB" altLang="fr-FR" sz="1400" b="0" i="1"/>
              <a:t>non typée</a:t>
            </a:r>
            <a:r>
              <a:rPr lang="en-GB" altLang="fr-FR" sz="1400" b="0"/>
              <a:t>) ou </a:t>
            </a:r>
            <a:r>
              <a:rPr lang="en-GB" altLang="fr-FR" sz="1400"/>
              <a:t>Remove</a:t>
            </a:r>
            <a:r>
              <a:rPr lang="en-GB" altLang="fr-FR" sz="1400" b="0" i="1"/>
              <a:t>XXX</a:t>
            </a:r>
            <a:r>
              <a:rPr lang="en-GB" altLang="fr-FR" sz="1400"/>
              <a:t>Row </a:t>
            </a:r>
            <a:r>
              <a:rPr lang="en-GB" altLang="fr-FR" sz="1400" b="0"/>
              <a:t>(</a:t>
            </a:r>
            <a:r>
              <a:rPr lang="en-GB" altLang="fr-FR" sz="1400" b="0" i="1"/>
              <a:t>typée</a:t>
            </a:r>
            <a:r>
              <a:rPr lang="en-GB" altLang="fr-FR" sz="1400" b="0"/>
              <a:t>)</a:t>
            </a:r>
          </a:p>
        </p:txBody>
      </p:sp>
      <p:sp>
        <p:nvSpPr>
          <p:cNvPr id="28690" name="Rounded Rectangle 812100">
            <a:extLst>
              <a:ext uri="{FF2B5EF4-FFF2-40B4-BE49-F238E27FC236}">
                <a16:creationId xmlns:a16="http://schemas.microsoft.com/office/drawing/2014/main" xmlns="" id="{9FE489E4-6EF0-E33B-A929-0338791B688F}"/>
              </a:ext>
            </a:extLst>
          </p:cNvPr>
          <p:cNvSpPr>
            <a:spLocks noChangeArrowheads="1"/>
          </p:cNvSpPr>
          <p:nvPr/>
        </p:nvSpPr>
        <p:spPr bwMode="auto">
          <a:xfrm>
            <a:off x="1789905" y="5185664"/>
            <a:ext cx="3937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fr-FR" sz="2000">
                <a:solidFill>
                  <a:srgbClr val="990033"/>
                </a:solidFill>
                <a:latin typeface="Arial" panose="020B0604020202020204" pitchFamily="34" charset="0"/>
              </a:rPr>
              <a:t>1</a:t>
            </a:r>
          </a:p>
        </p:txBody>
      </p:sp>
      <p:sp>
        <p:nvSpPr>
          <p:cNvPr id="28691" name="Rounded Rectangle 812100">
            <a:extLst>
              <a:ext uri="{FF2B5EF4-FFF2-40B4-BE49-F238E27FC236}">
                <a16:creationId xmlns:a16="http://schemas.microsoft.com/office/drawing/2014/main" xmlns="" id="{BC80B3FB-B4B2-7337-5D31-AC0D581F6640}"/>
              </a:ext>
            </a:extLst>
          </p:cNvPr>
          <p:cNvSpPr>
            <a:spLocks noChangeArrowheads="1"/>
          </p:cNvSpPr>
          <p:nvPr/>
        </p:nvSpPr>
        <p:spPr bwMode="auto">
          <a:xfrm>
            <a:off x="1799430" y="5730177"/>
            <a:ext cx="3937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r>
              <a:rPr lang="en-US" altLang="fr-FR" sz="2000">
                <a:solidFill>
                  <a:srgbClr val="990033"/>
                </a:solidFill>
                <a:latin typeface="Arial" panose="020B0604020202020204" pitchFamily="34" charset="0"/>
              </a:rPr>
              <a:t>2</a:t>
            </a:r>
          </a:p>
        </p:txBody>
      </p:sp>
      <p:sp>
        <p:nvSpPr>
          <p:cNvPr id="28692" name="Rounded Rectangle 29">
            <a:extLst>
              <a:ext uri="{FF2B5EF4-FFF2-40B4-BE49-F238E27FC236}">
                <a16:creationId xmlns:a16="http://schemas.microsoft.com/office/drawing/2014/main" xmlns="" id="{0CD695A7-9EF2-7DDE-76FF-FBC45652E923}"/>
              </a:ext>
            </a:extLst>
          </p:cNvPr>
          <p:cNvSpPr>
            <a:spLocks noChangeArrowheads="1"/>
          </p:cNvSpPr>
          <p:nvPr/>
        </p:nvSpPr>
        <p:spPr bwMode="auto">
          <a:xfrm>
            <a:off x="1799430" y="6341365"/>
            <a:ext cx="8558212" cy="42862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GB" altLang="fr-FR" sz="1400" b="0"/>
              <a:t>Synchroniser les données avec la méthode </a:t>
            </a:r>
            <a:r>
              <a:rPr lang="en-GB" altLang="fr-FR" sz="1400"/>
              <a:t>Update</a:t>
            </a:r>
            <a:r>
              <a:rPr lang="en-GB" altLang="fr-FR" sz="1400" b="0"/>
              <a:t> du </a:t>
            </a:r>
            <a:r>
              <a:rPr lang="en-GB" altLang="fr-FR" sz="1400"/>
              <a:t>DataAdapter/TableAdapter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xmlns="" id="{583E0937-0DE4-581C-1ABA-F9FF33315DDA}"/>
              </a:ext>
            </a:extLst>
          </p:cNvPr>
          <p:cNvSpPr>
            <a:spLocks noGrp="1"/>
          </p:cNvSpPr>
          <p:nvPr>
            <p:ph type="title"/>
          </p:nvPr>
        </p:nvSpPr>
        <p:spPr>
          <a:xfrm>
            <a:off x="1495238" y="525410"/>
            <a:ext cx="10393178" cy="639294"/>
          </a:xfrm>
        </p:spPr>
        <p:txBody>
          <a:bodyPr/>
          <a:lstStyle/>
          <a:p>
            <a:pPr eaLnBrk="1" hangingPunct="1"/>
            <a:r>
              <a:rPr lang="fr-FR" altLang="fr-FR"/>
              <a:t>Sérialisation</a:t>
            </a:r>
          </a:p>
        </p:txBody>
      </p:sp>
      <p:sp>
        <p:nvSpPr>
          <p:cNvPr id="29699" name="AutoShape 140">
            <a:extLst>
              <a:ext uri="{FF2B5EF4-FFF2-40B4-BE49-F238E27FC236}">
                <a16:creationId xmlns:a16="http://schemas.microsoft.com/office/drawing/2014/main" xmlns="" id="{A82C3E24-2C54-6427-C09E-39C83AE18D79}"/>
              </a:ext>
            </a:extLst>
          </p:cNvPr>
          <p:cNvSpPr>
            <a:spLocks noChangeArrowheads="1"/>
          </p:cNvSpPr>
          <p:nvPr/>
        </p:nvSpPr>
        <p:spPr bwMode="auto">
          <a:xfrm>
            <a:off x="1826418" y="1131589"/>
            <a:ext cx="8539163" cy="5126037"/>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sz="2200"/>
          </a:p>
        </p:txBody>
      </p:sp>
      <p:sp>
        <p:nvSpPr>
          <p:cNvPr id="29700" name="Rounded Rectangle 24">
            <a:extLst>
              <a:ext uri="{FF2B5EF4-FFF2-40B4-BE49-F238E27FC236}">
                <a16:creationId xmlns:a16="http://schemas.microsoft.com/office/drawing/2014/main" xmlns="" id="{F561C3AA-D677-CF84-47A0-95490994A64F}"/>
              </a:ext>
            </a:extLst>
          </p:cNvPr>
          <p:cNvSpPr>
            <a:spLocks noChangeArrowheads="1"/>
          </p:cNvSpPr>
          <p:nvPr/>
        </p:nvSpPr>
        <p:spPr bwMode="auto">
          <a:xfrm>
            <a:off x="1964530" y="1414164"/>
            <a:ext cx="8189912" cy="765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fr-FR" altLang="fr-FR" b="0"/>
              <a:t>La sérialisation consiste à matérialiser à travers un fichier </a:t>
            </a:r>
          </a:p>
          <a:p>
            <a:pPr eaLnBrk="1" hangingPunct="1">
              <a:buSzPct val="80000"/>
            </a:pPr>
            <a:r>
              <a:rPr lang="fr-FR" altLang="fr-FR" b="0"/>
              <a:t>le contenu d’un </a:t>
            </a:r>
            <a:r>
              <a:rPr lang="fr-FR" altLang="fr-FR"/>
              <a:t>DataSet</a:t>
            </a:r>
            <a:endParaRPr lang="fr-FR" altLang="fr-FR" i="1"/>
          </a:p>
        </p:txBody>
      </p:sp>
      <p:sp>
        <p:nvSpPr>
          <p:cNvPr id="29701" name="Rounded Rectangle 25">
            <a:extLst>
              <a:ext uri="{FF2B5EF4-FFF2-40B4-BE49-F238E27FC236}">
                <a16:creationId xmlns:a16="http://schemas.microsoft.com/office/drawing/2014/main" xmlns="" id="{404521CB-4863-5DB1-FF4F-DD5B89777B53}"/>
              </a:ext>
            </a:extLst>
          </p:cNvPr>
          <p:cNvSpPr>
            <a:spLocks noChangeArrowheads="1"/>
          </p:cNvSpPr>
          <p:nvPr/>
        </p:nvSpPr>
        <p:spPr bwMode="auto">
          <a:xfrm>
            <a:off x="1964530" y="2379364"/>
            <a:ext cx="8189912" cy="765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fr-FR" altLang="fr-FR" b="0"/>
              <a:t>Utilisation des méthodes </a:t>
            </a:r>
            <a:r>
              <a:rPr lang="fr-FR" altLang="fr-FR"/>
              <a:t>WriteXML</a:t>
            </a:r>
            <a:r>
              <a:rPr lang="fr-FR" altLang="fr-FR" b="0"/>
              <a:t> et </a:t>
            </a:r>
            <a:r>
              <a:rPr lang="fr-FR" altLang="fr-FR"/>
              <a:t>ReadXML</a:t>
            </a:r>
            <a:endParaRPr lang="fr-FR" altLang="fr-FR" i="1"/>
          </a:p>
        </p:txBody>
      </p:sp>
      <p:sp>
        <p:nvSpPr>
          <p:cNvPr id="29702" name="Rounded Rectangle 26">
            <a:extLst>
              <a:ext uri="{FF2B5EF4-FFF2-40B4-BE49-F238E27FC236}">
                <a16:creationId xmlns:a16="http://schemas.microsoft.com/office/drawing/2014/main" xmlns="" id="{917618ED-5B46-8FF2-A021-82DB5A0D4B4A}"/>
              </a:ext>
            </a:extLst>
          </p:cNvPr>
          <p:cNvSpPr>
            <a:spLocks noChangeArrowheads="1"/>
          </p:cNvSpPr>
          <p:nvPr/>
        </p:nvSpPr>
        <p:spPr bwMode="auto">
          <a:xfrm>
            <a:off x="1966118" y="3369963"/>
            <a:ext cx="8189913" cy="811212"/>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fr-FR" altLang="fr-FR" b="0"/>
              <a:t>Il est également possible de générer le schéma XML du </a:t>
            </a:r>
            <a:r>
              <a:rPr lang="fr-FR" altLang="fr-FR"/>
              <a:t>DataSet </a:t>
            </a:r>
          </a:p>
          <a:p>
            <a:pPr eaLnBrk="1" hangingPunct="1">
              <a:buSzPct val="80000"/>
            </a:pPr>
            <a:r>
              <a:rPr lang="fr-FR" altLang="fr-FR" b="0"/>
              <a:t>par la méthode </a:t>
            </a:r>
            <a:r>
              <a:rPr lang="fr-FR" altLang="fr-FR"/>
              <a:t>WriteXmlSchema</a:t>
            </a:r>
          </a:p>
        </p:txBody>
      </p:sp>
      <p:pic>
        <p:nvPicPr>
          <p:cNvPr id="29703" name="Picture 3">
            <a:extLst>
              <a:ext uri="{FF2B5EF4-FFF2-40B4-BE49-F238E27FC236}">
                <a16:creationId xmlns:a16="http://schemas.microsoft.com/office/drawing/2014/main" xmlns="" id="{BC4BC660-041D-CE3C-3DE7-E87CC52C8B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4330" y="4284364"/>
            <a:ext cx="6640512"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5">
            <a:extLst>
              <a:ext uri="{FF2B5EF4-FFF2-40B4-BE49-F238E27FC236}">
                <a16:creationId xmlns:a16="http://schemas.microsoft.com/office/drawing/2014/main" xmlns="" id="{74D52223-3A50-D733-3A5B-3526851E66BA}"/>
              </a:ext>
            </a:extLst>
          </p:cNvPr>
          <p:cNvSpPr txBox="1">
            <a:spLocks noChangeArrowheads="1"/>
          </p:cNvSpPr>
          <p:nvPr/>
        </p:nvSpPr>
        <p:spPr bwMode="auto">
          <a:xfrm>
            <a:off x="4365268" y="863824"/>
            <a:ext cx="7751762" cy="4386262"/>
          </a:xfrm>
          <a:prstGeom prst="rect">
            <a:avLst/>
          </a:prstGeom>
          <a:noFill/>
          <a:ln w="9525">
            <a:noFill/>
            <a:miter lim="800000"/>
            <a:headEnd/>
            <a:tailEnd/>
          </a:ln>
        </p:spPr>
        <p:txBody>
          <a:bodyPr lIns="0" tIns="0" rIns="0" bIns="0"/>
          <a:lstStyle/>
          <a:p>
            <a:pPr marL="174625" indent="-174625">
              <a:lnSpc>
                <a:spcPct val="90000"/>
              </a:lnSpc>
              <a:spcBef>
                <a:spcPct val="70000"/>
              </a:spcBef>
              <a:buClr>
                <a:schemeClr val="hlink"/>
              </a:buClr>
              <a:buSzPct val="90000"/>
              <a:buFontTx/>
              <a:buChar char="•"/>
              <a:defRPr/>
            </a:pPr>
            <a:r>
              <a:rPr lang="fr-FR" sz="2000" kern="0" dirty="0"/>
              <a:t>Exercice 1: </a:t>
            </a:r>
            <a:r>
              <a:rPr lang="fr-FR" sz="2000" dirty="0">
                <a:cs typeface="Arial" charset="0"/>
              </a:rPr>
              <a:t>Approche connectée</a:t>
            </a:r>
            <a:endParaRPr lang="fr-FR" sz="2000" kern="0" dirty="0"/>
          </a:p>
          <a:p>
            <a:pPr marL="174625" indent="-174625">
              <a:lnSpc>
                <a:spcPct val="90000"/>
              </a:lnSpc>
              <a:spcBef>
                <a:spcPct val="70000"/>
              </a:spcBef>
              <a:buClr>
                <a:schemeClr val="hlink"/>
              </a:buClr>
              <a:buSzPct val="90000"/>
              <a:buFontTx/>
              <a:buChar char="•"/>
              <a:defRPr/>
            </a:pPr>
            <a:r>
              <a:rPr lang="fr-FR" sz="2000" kern="0" dirty="0"/>
              <a:t>Exercice 2: Approche déconnectée</a:t>
            </a:r>
          </a:p>
        </p:txBody>
      </p:sp>
      <p:sp>
        <p:nvSpPr>
          <p:cNvPr id="30723" name="Rectangle 64">
            <a:extLst>
              <a:ext uri="{FF2B5EF4-FFF2-40B4-BE49-F238E27FC236}">
                <a16:creationId xmlns:a16="http://schemas.microsoft.com/office/drawing/2014/main" xmlns="" id="{5B95C28F-3935-81C7-979E-946849579A78}"/>
              </a:ext>
            </a:extLst>
          </p:cNvPr>
          <p:cNvSpPr>
            <a:spLocks noGrp="1" noChangeArrowheads="1"/>
          </p:cNvSpPr>
          <p:nvPr>
            <p:ph type="title"/>
          </p:nvPr>
        </p:nvSpPr>
        <p:spPr/>
        <p:txBody>
          <a:bodyPr/>
          <a:lstStyle/>
          <a:p>
            <a:pPr eaLnBrk="1" hangingPunct="1"/>
            <a:r>
              <a:rPr lang="fr-FR" altLang="fr-FR"/>
              <a:t>Atelier </a:t>
            </a:r>
          </a:p>
        </p:txBody>
      </p:sp>
      <p:sp>
        <p:nvSpPr>
          <p:cNvPr id="5" name="Espace réservé du texte 4">
            <a:extLst>
              <a:ext uri="{FF2B5EF4-FFF2-40B4-BE49-F238E27FC236}">
                <a16:creationId xmlns:a16="http://schemas.microsoft.com/office/drawing/2014/main" xmlns="" id="{E42D2048-0794-872F-0E3D-CE990C6B1A90}"/>
              </a:ext>
            </a:extLst>
          </p:cNvPr>
          <p:cNvSpPr>
            <a:spLocks noGrp="1"/>
          </p:cNvSpPr>
          <p:nvPr>
            <p:ph type="body" sz="quarter" idx="20"/>
          </p:nvPr>
        </p:nvSpPr>
        <p:spPr/>
        <p:txBody>
          <a:bodyPr/>
          <a:lstStyle/>
          <a:p>
            <a:endParaRPr lang="fr-F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5">
            <a:extLst>
              <a:ext uri="{FF2B5EF4-FFF2-40B4-BE49-F238E27FC236}">
                <a16:creationId xmlns:a16="http://schemas.microsoft.com/office/drawing/2014/main" xmlns="" id="{DA22F439-093D-302B-B9C3-D7F73ED7742B}"/>
              </a:ext>
            </a:extLst>
          </p:cNvPr>
          <p:cNvSpPr txBox="1">
            <a:spLocks noChangeArrowheads="1"/>
          </p:cNvSpPr>
          <p:nvPr/>
        </p:nvSpPr>
        <p:spPr bwMode="auto">
          <a:xfrm>
            <a:off x="1708468" y="1770741"/>
            <a:ext cx="7751762" cy="4386262"/>
          </a:xfrm>
          <a:prstGeom prst="rect">
            <a:avLst/>
          </a:prstGeom>
          <a:noFill/>
          <a:ln w="9525">
            <a:noFill/>
            <a:miter lim="800000"/>
            <a:headEnd/>
            <a:tailEnd/>
          </a:ln>
        </p:spPr>
        <p:txBody>
          <a:bodyPr lIns="0" tIns="0" rIns="0" bIns="0"/>
          <a:lstStyle/>
          <a:p>
            <a:pPr marL="174625" indent="-174625">
              <a:lnSpc>
                <a:spcPct val="90000"/>
              </a:lnSpc>
              <a:spcBef>
                <a:spcPct val="70000"/>
              </a:spcBef>
              <a:buClr>
                <a:schemeClr val="hlink"/>
              </a:buClr>
              <a:buSzPct val="90000"/>
              <a:buFontTx/>
              <a:buChar char="•"/>
              <a:defRPr/>
            </a:pPr>
            <a:r>
              <a:rPr lang="fr-FR" sz="2000" kern="0" dirty="0"/>
              <a:t>ADO.NET est une approche relativement simple, fortement orienté relationnelle</a:t>
            </a:r>
          </a:p>
          <a:p>
            <a:pPr marL="174625" indent="-174625">
              <a:lnSpc>
                <a:spcPct val="90000"/>
              </a:lnSpc>
              <a:spcBef>
                <a:spcPct val="70000"/>
              </a:spcBef>
              <a:buClr>
                <a:schemeClr val="hlink"/>
              </a:buClr>
              <a:buSzPct val="90000"/>
              <a:buFontTx/>
              <a:buChar char="•"/>
              <a:defRPr/>
            </a:pPr>
            <a:r>
              <a:rPr lang="fr-FR" sz="2000" kern="0" dirty="0"/>
              <a:t>La mise en œuvre d’un </a:t>
            </a:r>
            <a:r>
              <a:rPr lang="fr-FR" sz="2000" kern="0" dirty="0" err="1"/>
              <a:t>DataSet</a:t>
            </a:r>
            <a:r>
              <a:rPr lang="fr-FR" sz="2000" kern="0" dirty="0"/>
              <a:t> typé rapproche d’un modèle de programmation orienté-objet</a:t>
            </a:r>
          </a:p>
          <a:p>
            <a:pPr marL="174625" indent="-174625">
              <a:lnSpc>
                <a:spcPct val="90000"/>
              </a:lnSpc>
              <a:spcBef>
                <a:spcPct val="70000"/>
              </a:spcBef>
              <a:buClr>
                <a:schemeClr val="hlink"/>
              </a:buClr>
              <a:buSzPct val="90000"/>
              <a:buFontTx/>
              <a:buChar char="•"/>
              <a:defRPr/>
            </a:pPr>
            <a:r>
              <a:rPr lang="fr-FR" sz="2000" kern="0" dirty="0"/>
              <a:t>Inconvénients:</a:t>
            </a:r>
          </a:p>
          <a:p>
            <a:pPr marL="631825" lvl="1" indent="-174625">
              <a:lnSpc>
                <a:spcPct val="90000"/>
              </a:lnSpc>
              <a:spcBef>
                <a:spcPct val="70000"/>
              </a:spcBef>
              <a:buClr>
                <a:schemeClr val="hlink"/>
              </a:buClr>
              <a:buSzPct val="90000"/>
              <a:buFontTx/>
              <a:buChar char="•"/>
              <a:defRPr/>
            </a:pPr>
            <a:r>
              <a:rPr lang="fr-FR" sz="2000" kern="0" dirty="0"/>
              <a:t>Lourdeur des manipulations objets</a:t>
            </a:r>
          </a:p>
          <a:p>
            <a:pPr marL="631825" lvl="1" indent="-174625">
              <a:lnSpc>
                <a:spcPct val="90000"/>
              </a:lnSpc>
              <a:spcBef>
                <a:spcPct val="70000"/>
              </a:spcBef>
              <a:buClr>
                <a:schemeClr val="hlink"/>
              </a:buClr>
              <a:buSzPct val="90000"/>
              <a:buFontTx/>
              <a:buChar char="•"/>
              <a:defRPr/>
            </a:pPr>
            <a:r>
              <a:rPr lang="fr-FR" sz="2000" kern="0" dirty="0"/>
              <a:t>Classes peu évolutives et surtout pas réellement maîtrisées par le développeur</a:t>
            </a:r>
          </a:p>
        </p:txBody>
      </p:sp>
      <p:sp>
        <p:nvSpPr>
          <p:cNvPr id="31747" name="Rectangle 64">
            <a:extLst>
              <a:ext uri="{FF2B5EF4-FFF2-40B4-BE49-F238E27FC236}">
                <a16:creationId xmlns:a16="http://schemas.microsoft.com/office/drawing/2014/main" xmlns="" id="{F43CE0AC-F7C0-5721-CD73-44CB1FD011B7}"/>
              </a:ext>
            </a:extLst>
          </p:cNvPr>
          <p:cNvSpPr>
            <a:spLocks noGrp="1" noChangeArrowheads="1"/>
          </p:cNvSpPr>
          <p:nvPr>
            <p:ph type="title"/>
          </p:nvPr>
        </p:nvSpPr>
        <p:spPr/>
        <p:txBody>
          <a:bodyPr/>
          <a:lstStyle/>
          <a:p>
            <a:pPr eaLnBrk="1" hangingPunct="1"/>
            <a:r>
              <a:rPr lang="fr-FR" altLang="fr-FR"/>
              <a:t>Atelier – Bilan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xmlns="" id="{1E230017-AEEF-8594-4037-24FFFED1A55F}"/>
              </a:ext>
            </a:extLst>
          </p:cNvPr>
          <p:cNvSpPr>
            <a:spLocks/>
          </p:cNvSpPr>
          <p:nvPr/>
        </p:nvSpPr>
        <p:spPr bwMode="auto">
          <a:xfrm>
            <a:off x="2382711" y="2837783"/>
            <a:ext cx="4097337" cy="1182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5000"/>
              </a:lnSpc>
              <a:spcBef>
                <a:spcPct val="60000"/>
              </a:spcBef>
              <a:buClr>
                <a:srgbClr val="006699"/>
              </a:buClr>
              <a:buSzPct val="90000"/>
            </a:pPr>
            <a:r>
              <a:rPr lang="en-GB" altLang="fr-FR" sz="2600" dirty="0" err="1">
                <a:solidFill>
                  <a:schemeClr val="bg1"/>
                </a:solidFill>
                <a:latin typeface="+mj-lt"/>
              </a:rPr>
              <a:t>Chapitre</a:t>
            </a:r>
            <a:r>
              <a:rPr lang="en-GB" altLang="fr-FR" sz="2600" dirty="0">
                <a:solidFill>
                  <a:schemeClr val="bg1"/>
                </a:solidFill>
                <a:latin typeface="+mj-lt"/>
              </a:rPr>
              <a:t> 3</a:t>
            </a:r>
          </a:p>
          <a:p>
            <a:pPr algn="ctr" eaLnBrk="1" hangingPunct="1">
              <a:lnSpc>
                <a:spcPct val="95000"/>
              </a:lnSpc>
              <a:spcBef>
                <a:spcPct val="60000"/>
              </a:spcBef>
              <a:buClr>
                <a:srgbClr val="006699"/>
              </a:buClr>
              <a:buSzPct val="90000"/>
            </a:pPr>
            <a:r>
              <a:rPr lang="en-GB" altLang="fr-FR" sz="2600" dirty="0">
                <a:solidFill>
                  <a:schemeClr val="bg1"/>
                </a:solidFill>
                <a:latin typeface="+mj-lt"/>
              </a:rPr>
              <a:t>Entity Framework</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xmlns="" id="{32CDDB64-68A0-A1CE-EC4E-69C50C769589}"/>
              </a:ext>
            </a:extLst>
          </p:cNvPr>
          <p:cNvSpPr>
            <a:spLocks noGrp="1" noChangeArrowheads="1"/>
          </p:cNvSpPr>
          <p:nvPr>
            <p:ph type="body" sz="quarter" idx="12"/>
          </p:nvPr>
        </p:nvSpPr>
        <p:spPr/>
        <p:txBody>
          <a:bodyPr/>
          <a:lstStyle/>
          <a:p>
            <a:pPr eaLnBrk="1" hangingPunct="1"/>
            <a:r>
              <a:rPr lang="fr-FR" altLang="fr-FR"/>
              <a:t>Intérêt du mappage objet-relationnel</a:t>
            </a:r>
          </a:p>
          <a:p>
            <a:pPr eaLnBrk="1" hangingPunct="1"/>
            <a:r>
              <a:rPr lang="fr-FR" altLang="fr-FR"/>
              <a:t>EDMX: Database First, Model First</a:t>
            </a:r>
          </a:p>
          <a:p>
            <a:pPr eaLnBrk="1" hangingPunct="1"/>
            <a:r>
              <a:rPr lang="fr-FR" altLang="fr-FR"/>
              <a:t>Entity Framework 7 et l’approche Code First</a:t>
            </a:r>
          </a:p>
          <a:p>
            <a:pPr eaLnBrk="1" hangingPunct="1"/>
            <a:r>
              <a:rPr lang="fr-FR" altLang="fr-FR"/>
              <a:t>L’objet de contexte</a:t>
            </a:r>
          </a:p>
        </p:txBody>
      </p:sp>
      <p:sp>
        <p:nvSpPr>
          <p:cNvPr id="6146" name="Rectangle 2">
            <a:extLst>
              <a:ext uri="{FF2B5EF4-FFF2-40B4-BE49-F238E27FC236}">
                <a16:creationId xmlns:a16="http://schemas.microsoft.com/office/drawing/2014/main" xmlns="" id="{6B8E5491-A621-97C9-9C5D-E816D977A6D6}"/>
              </a:ext>
            </a:extLst>
          </p:cNvPr>
          <p:cNvSpPr>
            <a:spLocks noGrp="1" noChangeArrowheads="1"/>
          </p:cNvSpPr>
          <p:nvPr>
            <p:ph type="title"/>
          </p:nvPr>
        </p:nvSpPr>
        <p:spPr/>
        <p:txBody>
          <a:bodyPr/>
          <a:lstStyle/>
          <a:p>
            <a:pPr eaLnBrk="1" hangingPunct="1"/>
            <a:r>
              <a:rPr lang="fr-FR" altLang="fr-FR"/>
              <a:t>Vue d’ensemble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xmlns="" id="{49F14099-F239-8997-BF77-210A49D63084}"/>
              </a:ext>
            </a:extLst>
          </p:cNvPr>
          <p:cNvSpPr>
            <a:spLocks noGrp="1" noChangeArrowheads="1"/>
          </p:cNvSpPr>
          <p:nvPr>
            <p:ph type="body" sz="quarter" idx="12"/>
          </p:nvPr>
        </p:nvSpPr>
        <p:spPr/>
        <p:txBody>
          <a:bodyPr/>
          <a:lstStyle/>
          <a:p>
            <a:pPr eaLnBrk="1" hangingPunct="1"/>
            <a:r>
              <a:rPr lang="fr-FR" altLang="fr-FR"/>
              <a:t>Approche relationnelle</a:t>
            </a:r>
          </a:p>
          <a:p>
            <a:pPr eaLnBrk="1" hangingPunct="1"/>
            <a:r>
              <a:rPr lang="fr-FR" altLang="fr-FR"/>
              <a:t>Approche Objet-Relationnel</a:t>
            </a:r>
          </a:p>
          <a:p>
            <a:pPr eaLnBrk="1" hangingPunct="1"/>
            <a:r>
              <a:rPr lang="fr-FR" altLang="fr-FR"/>
              <a:t>Avantages</a:t>
            </a:r>
          </a:p>
          <a:p>
            <a:pPr eaLnBrk="1" hangingPunct="1"/>
            <a:r>
              <a:rPr lang="fr-FR" altLang="fr-FR"/>
              <a:t>Entity Framework</a:t>
            </a:r>
          </a:p>
        </p:txBody>
      </p:sp>
      <p:sp>
        <p:nvSpPr>
          <p:cNvPr id="7170" name="Rectangle 2">
            <a:extLst>
              <a:ext uri="{FF2B5EF4-FFF2-40B4-BE49-F238E27FC236}">
                <a16:creationId xmlns:a16="http://schemas.microsoft.com/office/drawing/2014/main" xmlns="" id="{30D60350-2235-8487-0527-EF63359D5FE1}"/>
              </a:ext>
            </a:extLst>
          </p:cNvPr>
          <p:cNvSpPr>
            <a:spLocks noGrp="1" noChangeArrowheads="1"/>
          </p:cNvSpPr>
          <p:nvPr>
            <p:ph type="title"/>
          </p:nvPr>
        </p:nvSpPr>
        <p:spPr/>
        <p:txBody>
          <a:bodyPr/>
          <a:lstStyle/>
          <a:p>
            <a:pPr eaLnBrk="1" hangingPunct="1"/>
            <a:r>
              <a:rPr lang="fr-FR" altLang="fr-FR"/>
              <a:t>Leçon 1: Intérêt du mappage objet-relationnel</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AutoShape 5">
            <a:extLst>
              <a:ext uri="{FF2B5EF4-FFF2-40B4-BE49-F238E27FC236}">
                <a16:creationId xmlns:a16="http://schemas.microsoft.com/office/drawing/2014/main" xmlns="" id="{A3A76E55-100B-D7BE-F419-90E991250352}"/>
              </a:ext>
            </a:extLst>
          </p:cNvPr>
          <p:cNvSpPr>
            <a:spLocks noChangeArrowheads="1"/>
          </p:cNvSpPr>
          <p:nvPr/>
        </p:nvSpPr>
        <p:spPr bwMode="auto">
          <a:xfrm>
            <a:off x="2810669" y="1426020"/>
            <a:ext cx="6570662" cy="493395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sz="2400" b="0"/>
          </a:p>
          <a:p>
            <a:pPr eaLnBrk="1" hangingPunct="1">
              <a:lnSpc>
                <a:spcPct val="90000"/>
              </a:lnSpc>
              <a:spcBef>
                <a:spcPct val="40000"/>
              </a:spcBef>
            </a:pPr>
            <a:endParaRPr lang="fr-FR" altLang="fr-FR" sz="2400" b="0"/>
          </a:p>
          <a:p>
            <a:pPr eaLnBrk="1" hangingPunct="1">
              <a:lnSpc>
                <a:spcPct val="90000"/>
              </a:lnSpc>
              <a:spcBef>
                <a:spcPct val="40000"/>
              </a:spcBef>
            </a:pPr>
            <a:endParaRPr lang="fr-FR" altLang="fr-FR" sz="2400" b="0"/>
          </a:p>
          <a:p>
            <a:pPr eaLnBrk="1" hangingPunct="1">
              <a:lnSpc>
                <a:spcPct val="90000"/>
              </a:lnSpc>
              <a:spcBef>
                <a:spcPct val="40000"/>
              </a:spcBef>
            </a:pPr>
            <a:r>
              <a:rPr lang="fr-FR" altLang="fr-FR" sz="2400"/>
              <a:t>Avantages</a:t>
            </a:r>
          </a:p>
          <a:p>
            <a:pPr eaLnBrk="1" hangingPunct="1">
              <a:lnSpc>
                <a:spcPct val="90000"/>
              </a:lnSpc>
              <a:spcBef>
                <a:spcPct val="40000"/>
              </a:spcBef>
            </a:pPr>
            <a:endParaRPr lang="fr-FR" altLang="fr-FR" sz="2400"/>
          </a:p>
          <a:p>
            <a:pPr eaLnBrk="1" hangingPunct="1">
              <a:lnSpc>
                <a:spcPct val="90000"/>
              </a:lnSpc>
              <a:spcBef>
                <a:spcPct val="40000"/>
              </a:spcBef>
            </a:pPr>
            <a:endParaRPr lang="fr-FR" altLang="fr-FR" sz="2400"/>
          </a:p>
          <a:p>
            <a:pPr eaLnBrk="1" hangingPunct="1">
              <a:lnSpc>
                <a:spcPct val="90000"/>
              </a:lnSpc>
              <a:spcBef>
                <a:spcPct val="40000"/>
              </a:spcBef>
            </a:pPr>
            <a:r>
              <a:rPr lang="fr-FR" altLang="fr-FR" sz="2400"/>
              <a:t>Inconvénients</a:t>
            </a:r>
          </a:p>
        </p:txBody>
      </p:sp>
      <p:sp>
        <p:nvSpPr>
          <p:cNvPr id="8195" name="Rectangle 2">
            <a:extLst>
              <a:ext uri="{FF2B5EF4-FFF2-40B4-BE49-F238E27FC236}">
                <a16:creationId xmlns:a16="http://schemas.microsoft.com/office/drawing/2014/main" xmlns="" id="{2564231B-FE05-3A6A-22C4-0ABD32766DA5}"/>
              </a:ext>
            </a:extLst>
          </p:cNvPr>
          <p:cNvSpPr>
            <a:spLocks noGrp="1" noChangeArrowheads="1"/>
          </p:cNvSpPr>
          <p:nvPr>
            <p:ph type="title"/>
          </p:nvPr>
        </p:nvSpPr>
        <p:spPr/>
        <p:txBody>
          <a:bodyPr/>
          <a:lstStyle/>
          <a:p>
            <a:pPr eaLnBrk="1" hangingPunct="1"/>
            <a:r>
              <a:rPr lang="fr-FR" altLang="fr-FR"/>
              <a:t>Approche relationnelle</a:t>
            </a:r>
          </a:p>
        </p:txBody>
      </p:sp>
      <p:sp>
        <p:nvSpPr>
          <p:cNvPr id="8196" name="AutoShape 6">
            <a:extLst>
              <a:ext uri="{FF2B5EF4-FFF2-40B4-BE49-F238E27FC236}">
                <a16:creationId xmlns:a16="http://schemas.microsoft.com/office/drawing/2014/main" xmlns="" id="{CFA5A9B3-AEFD-ACDB-D4FD-808F8D324255}"/>
              </a:ext>
            </a:extLst>
          </p:cNvPr>
          <p:cNvSpPr>
            <a:spLocks noChangeArrowheads="1"/>
          </p:cNvSpPr>
          <p:nvPr/>
        </p:nvSpPr>
        <p:spPr bwMode="auto">
          <a:xfrm>
            <a:off x="3044031" y="1983233"/>
            <a:ext cx="6103938" cy="80486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en-US" altLang="ja-JP" b="0">
                <a:ea typeface="ＭＳ Ｐゴシック" panose="020B0600070205080204" pitchFamily="34" charset="-128"/>
              </a:rPr>
              <a:t>Manipulation des données dans leur format natif, ligne/colonne</a:t>
            </a:r>
            <a:endParaRPr lang="en-GB" altLang="fr-FR" b="0">
              <a:latin typeface="Arial" panose="020B0604020202020204" pitchFamily="34" charset="0"/>
              <a:ea typeface="ＭＳ Ｐゴシック" panose="020B0600070205080204" pitchFamily="34" charset="-128"/>
            </a:endParaRPr>
          </a:p>
        </p:txBody>
      </p:sp>
      <p:sp>
        <p:nvSpPr>
          <p:cNvPr id="8197" name="AutoShape 6">
            <a:extLst>
              <a:ext uri="{FF2B5EF4-FFF2-40B4-BE49-F238E27FC236}">
                <a16:creationId xmlns:a16="http://schemas.microsoft.com/office/drawing/2014/main" xmlns="" id="{9BC3A5FC-D93E-D492-9E09-3D5C37EE9CD0}"/>
              </a:ext>
            </a:extLst>
          </p:cNvPr>
          <p:cNvSpPr>
            <a:spLocks noChangeArrowheads="1"/>
          </p:cNvSpPr>
          <p:nvPr/>
        </p:nvSpPr>
        <p:spPr bwMode="auto">
          <a:xfrm>
            <a:off x="3032920" y="3458020"/>
            <a:ext cx="6103937" cy="8064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ja-JP" b="0">
                <a:ea typeface="ＭＳ Ｐゴシック" panose="020B0600070205080204" pitchFamily="34" charset="-128"/>
              </a:rPr>
              <a:t>Exploitable dans tous les langages</a:t>
            </a:r>
            <a:endParaRPr lang="en-GB" altLang="fr-FR" b="0">
              <a:ea typeface="ＭＳ Ｐゴシック" panose="020B0600070205080204" pitchFamily="34" charset="-128"/>
            </a:endParaRPr>
          </a:p>
        </p:txBody>
      </p:sp>
      <p:sp>
        <p:nvSpPr>
          <p:cNvPr id="8198" name="AutoShape 6">
            <a:extLst>
              <a:ext uri="{FF2B5EF4-FFF2-40B4-BE49-F238E27FC236}">
                <a16:creationId xmlns:a16="http://schemas.microsoft.com/office/drawing/2014/main" xmlns="" id="{4CC5F52B-1F0A-0438-9102-A00445BEA158}"/>
              </a:ext>
            </a:extLst>
          </p:cNvPr>
          <p:cNvSpPr>
            <a:spLocks noChangeArrowheads="1"/>
          </p:cNvSpPr>
          <p:nvPr/>
        </p:nvSpPr>
        <p:spPr bwMode="auto">
          <a:xfrm>
            <a:off x="3032920" y="4778820"/>
            <a:ext cx="6103937" cy="12176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en-GB" altLang="ja-JP" b="0">
                <a:ea typeface="ＭＳ Ｐゴシック" panose="020B0600070205080204" pitchFamily="34" charset="-128"/>
              </a:rPr>
              <a:t>Non orienté-objet</a:t>
            </a:r>
          </a:p>
          <a:p>
            <a:pPr eaLnBrk="1" hangingPunct="1">
              <a:lnSpc>
                <a:spcPct val="90000"/>
              </a:lnSpc>
              <a:spcBef>
                <a:spcPct val="40000"/>
              </a:spcBef>
            </a:pPr>
            <a:r>
              <a:rPr lang="en-GB" altLang="fr-FR" b="0">
                <a:ea typeface="ＭＳ Ｐゴシック" panose="020B0600070205080204" pitchFamily="34" charset="-128"/>
              </a:rPr>
              <a:t>Requêtes au format texte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5">
            <a:extLst>
              <a:ext uri="{FF2B5EF4-FFF2-40B4-BE49-F238E27FC236}">
                <a16:creationId xmlns:a16="http://schemas.microsoft.com/office/drawing/2014/main" xmlns="" id="{A511C0B4-BFE7-061C-31CA-F01F2956397A}"/>
              </a:ext>
            </a:extLst>
          </p:cNvPr>
          <p:cNvSpPr>
            <a:spLocks noChangeArrowheads="1"/>
          </p:cNvSpPr>
          <p:nvPr/>
        </p:nvSpPr>
        <p:spPr bwMode="auto">
          <a:xfrm>
            <a:off x="1989138" y="1615282"/>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b="0"/>
          </a:p>
        </p:txBody>
      </p:sp>
      <p:sp>
        <p:nvSpPr>
          <p:cNvPr id="9219" name="Rectangle 2">
            <a:extLst>
              <a:ext uri="{FF2B5EF4-FFF2-40B4-BE49-F238E27FC236}">
                <a16:creationId xmlns:a16="http://schemas.microsoft.com/office/drawing/2014/main" xmlns="" id="{9875A2A0-DAFB-089B-EED8-E555CBDF5D60}"/>
              </a:ext>
            </a:extLst>
          </p:cNvPr>
          <p:cNvSpPr>
            <a:spLocks noGrp="1" noChangeArrowheads="1"/>
          </p:cNvSpPr>
          <p:nvPr>
            <p:ph type="title"/>
          </p:nvPr>
        </p:nvSpPr>
        <p:spPr/>
        <p:txBody>
          <a:bodyPr/>
          <a:lstStyle/>
          <a:p>
            <a:pPr eaLnBrk="1" hangingPunct="1"/>
            <a:r>
              <a:rPr lang="fr-FR" altLang="fr-FR"/>
              <a:t>Approche Objet-Relationnel</a:t>
            </a:r>
          </a:p>
        </p:txBody>
      </p:sp>
      <p:sp>
        <p:nvSpPr>
          <p:cNvPr id="9220" name="AutoShape 6">
            <a:extLst>
              <a:ext uri="{FF2B5EF4-FFF2-40B4-BE49-F238E27FC236}">
                <a16:creationId xmlns:a16="http://schemas.microsoft.com/office/drawing/2014/main" xmlns="" id="{27E9B4C0-97DB-9CFD-8E9B-D0E9414F65CA}"/>
              </a:ext>
            </a:extLst>
          </p:cNvPr>
          <p:cNvSpPr>
            <a:spLocks noChangeArrowheads="1"/>
          </p:cNvSpPr>
          <p:nvPr/>
        </p:nvSpPr>
        <p:spPr bwMode="auto">
          <a:xfrm>
            <a:off x="2247900" y="3778250"/>
            <a:ext cx="7670800" cy="7048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0000"/>
              </a:lnSpc>
              <a:spcBef>
                <a:spcPct val="40000"/>
              </a:spcBef>
            </a:pPr>
            <a:endParaRPr lang="fr-FR" altLang="fr-FR">
              <a:latin typeface="Arial" panose="020B0604020202020204" pitchFamily="34" charset="0"/>
            </a:endParaRPr>
          </a:p>
        </p:txBody>
      </p:sp>
      <p:sp>
        <p:nvSpPr>
          <p:cNvPr id="9221" name="Rectangle 19">
            <a:extLst>
              <a:ext uri="{FF2B5EF4-FFF2-40B4-BE49-F238E27FC236}">
                <a16:creationId xmlns:a16="http://schemas.microsoft.com/office/drawing/2014/main" xmlns="" id="{944F3D62-AE00-98AA-7070-94C9D14089B0}"/>
              </a:ext>
            </a:extLst>
          </p:cNvPr>
          <p:cNvSpPr>
            <a:spLocks noChangeArrowheads="1"/>
          </p:cNvSpPr>
          <p:nvPr/>
        </p:nvSpPr>
        <p:spPr bwMode="auto">
          <a:xfrm>
            <a:off x="2489201" y="3821113"/>
            <a:ext cx="7204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b="0"/>
              <a:t>Un composant métier sert de traducteur entre les deux formats</a:t>
            </a:r>
            <a:endParaRPr lang="en-GB" altLang="fr-FR" b="0"/>
          </a:p>
        </p:txBody>
      </p:sp>
      <p:sp>
        <p:nvSpPr>
          <p:cNvPr id="9222" name="AutoShape 6">
            <a:extLst>
              <a:ext uri="{FF2B5EF4-FFF2-40B4-BE49-F238E27FC236}">
                <a16:creationId xmlns:a16="http://schemas.microsoft.com/office/drawing/2014/main" xmlns="" id="{12A27EC4-6E84-9A18-35DD-E5CE03A47D4F}"/>
              </a:ext>
            </a:extLst>
          </p:cNvPr>
          <p:cNvSpPr>
            <a:spLocks noChangeArrowheads="1"/>
          </p:cNvSpPr>
          <p:nvPr/>
        </p:nvSpPr>
        <p:spPr bwMode="auto">
          <a:xfrm>
            <a:off x="2260600" y="2863850"/>
            <a:ext cx="7670800" cy="7048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0000"/>
              </a:lnSpc>
              <a:spcBef>
                <a:spcPct val="40000"/>
              </a:spcBef>
            </a:pPr>
            <a:endParaRPr lang="fr-FR" altLang="fr-FR">
              <a:latin typeface="Arial" panose="020B0604020202020204" pitchFamily="34" charset="0"/>
            </a:endParaRPr>
          </a:p>
        </p:txBody>
      </p:sp>
      <p:sp>
        <p:nvSpPr>
          <p:cNvPr id="9223" name="Rectangle 18">
            <a:extLst>
              <a:ext uri="{FF2B5EF4-FFF2-40B4-BE49-F238E27FC236}">
                <a16:creationId xmlns:a16="http://schemas.microsoft.com/office/drawing/2014/main" xmlns="" id="{C6C349DB-81C9-520C-01B5-D3AAC8CAFE5E}"/>
              </a:ext>
            </a:extLst>
          </p:cNvPr>
          <p:cNvSpPr>
            <a:spLocks noChangeArrowheads="1"/>
          </p:cNvSpPr>
          <p:nvPr/>
        </p:nvSpPr>
        <p:spPr bwMode="auto">
          <a:xfrm>
            <a:off x="2463801" y="3005138"/>
            <a:ext cx="7191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b="0"/>
              <a:t>Les champs des tables deviennent des attributs de classe</a:t>
            </a:r>
            <a:endParaRPr lang="en-GB" altLang="fr-FR" b="0"/>
          </a:p>
        </p:txBody>
      </p:sp>
      <p:sp>
        <p:nvSpPr>
          <p:cNvPr id="9224" name="AutoShape 6">
            <a:extLst>
              <a:ext uri="{FF2B5EF4-FFF2-40B4-BE49-F238E27FC236}">
                <a16:creationId xmlns:a16="http://schemas.microsoft.com/office/drawing/2014/main" xmlns="" id="{D4019E90-44E1-24C7-4DE4-E6514C99709F}"/>
              </a:ext>
            </a:extLst>
          </p:cNvPr>
          <p:cNvSpPr>
            <a:spLocks noChangeArrowheads="1"/>
          </p:cNvSpPr>
          <p:nvPr/>
        </p:nvSpPr>
        <p:spPr bwMode="auto">
          <a:xfrm>
            <a:off x="2260600" y="1784350"/>
            <a:ext cx="7670800" cy="8445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0000"/>
              </a:lnSpc>
              <a:spcBef>
                <a:spcPct val="40000"/>
              </a:spcBef>
            </a:pPr>
            <a:endParaRPr lang="fr-FR" altLang="fr-FR" b="0">
              <a:latin typeface="Arial" panose="020B0604020202020204" pitchFamily="34" charset="0"/>
            </a:endParaRPr>
          </a:p>
        </p:txBody>
      </p:sp>
      <p:sp>
        <p:nvSpPr>
          <p:cNvPr id="9225" name="Rectangle 17">
            <a:extLst>
              <a:ext uri="{FF2B5EF4-FFF2-40B4-BE49-F238E27FC236}">
                <a16:creationId xmlns:a16="http://schemas.microsoft.com/office/drawing/2014/main" xmlns="" id="{2ED0646E-53A3-F20B-8986-346D65F64EF2}"/>
              </a:ext>
            </a:extLst>
          </p:cNvPr>
          <p:cNvSpPr>
            <a:spLocks noChangeArrowheads="1"/>
          </p:cNvSpPr>
          <p:nvPr/>
        </p:nvSpPr>
        <p:spPr bwMode="auto">
          <a:xfrm>
            <a:off x="2476501" y="1882775"/>
            <a:ext cx="71913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b="0"/>
              <a:t>Consiste à associer une ou plusieurs classes à une ou plusieurs tables en base de données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xmlns="" id="{0C91D068-D824-1C53-06FE-4957635E5651}"/>
              </a:ext>
            </a:extLst>
          </p:cNvPr>
          <p:cNvSpPr>
            <a:spLocks noGrp="1" noChangeArrowheads="1"/>
          </p:cNvSpPr>
          <p:nvPr>
            <p:ph type="title"/>
          </p:nvPr>
        </p:nvSpPr>
        <p:spPr/>
        <p:txBody>
          <a:bodyPr/>
          <a:lstStyle/>
          <a:p>
            <a:pPr eaLnBrk="1" hangingPunct="1"/>
            <a:r>
              <a:rPr lang="fr-FR" altLang="fr-FR"/>
              <a:t>Avantages</a:t>
            </a:r>
          </a:p>
        </p:txBody>
      </p:sp>
      <p:sp>
        <p:nvSpPr>
          <p:cNvPr id="10243" name="AutoShape 5">
            <a:extLst>
              <a:ext uri="{FF2B5EF4-FFF2-40B4-BE49-F238E27FC236}">
                <a16:creationId xmlns:a16="http://schemas.microsoft.com/office/drawing/2014/main" xmlns="" id="{ED2F3E70-311D-5E36-6C1E-BAE4DF5C3F28}"/>
              </a:ext>
            </a:extLst>
          </p:cNvPr>
          <p:cNvSpPr>
            <a:spLocks noChangeArrowheads="1"/>
          </p:cNvSpPr>
          <p:nvPr/>
        </p:nvSpPr>
        <p:spPr bwMode="auto">
          <a:xfrm>
            <a:off x="2025650" y="1606106"/>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b="0"/>
          </a:p>
        </p:txBody>
      </p:sp>
      <p:sp>
        <p:nvSpPr>
          <p:cNvPr id="10244" name="AutoShape 6">
            <a:extLst>
              <a:ext uri="{FF2B5EF4-FFF2-40B4-BE49-F238E27FC236}">
                <a16:creationId xmlns:a16="http://schemas.microsoft.com/office/drawing/2014/main" xmlns="" id="{D88B42F7-7A74-ACF8-02C1-D2E810730EC4}"/>
              </a:ext>
            </a:extLst>
          </p:cNvPr>
          <p:cNvSpPr>
            <a:spLocks noChangeArrowheads="1"/>
          </p:cNvSpPr>
          <p:nvPr/>
        </p:nvSpPr>
        <p:spPr bwMode="auto">
          <a:xfrm>
            <a:off x="2254250" y="4504881"/>
            <a:ext cx="7670800" cy="5461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0000"/>
              </a:lnSpc>
              <a:spcBef>
                <a:spcPct val="40000"/>
              </a:spcBef>
            </a:pPr>
            <a:endParaRPr lang="fr-FR" altLang="fr-FR">
              <a:latin typeface="Arial" panose="020B0604020202020204" pitchFamily="34" charset="0"/>
            </a:endParaRPr>
          </a:p>
        </p:txBody>
      </p:sp>
      <p:sp>
        <p:nvSpPr>
          <p:cNvPr id="10245" name="Rectangle 19">
            <a:extLst>
              <a:ext uri="{FF2B5EF4-FFF2-40B4-BE49-F238E27FC236}">
                <a16:creationId xmlns:a16="http://schemas.microsoft.com/office/drawing/2014/main" xmlns="" id="{25724221-B896-69FE-0B39-AE016596D99B}"/>
              </a:ext>
            </a:extLst>
          </p:cNvPr>
          <p:cNvSpPr>
            <a:spLocks noChangeArrowheads="1"/>
          </p:cNvSpPr>
          <p:nvPr/>
        </p:nvSpPr>
        <p:spPr bwMode="auto">
          <a:xfrm>
            <a:off x="2495551" y="4547743"/>
            <a:ext cx="72040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b="0"/>
              <a:t>Réduit la quantité de code à écrire</a:t>
            </a:r>
            <a:endParaRPr lang="en-GB" altLang="fr-FR" b="0"/>
          </a:p>
        </p:txBody>
      </p:sp>
      <p:sp>
        <p:nvSpPr>
          <p:cNvPr id="10246" name="AutoShape 6">
            <a:extLst>
              <a:ext uri="{FF2B5EF4-FFF2-40B4-BE49-F238E27FC236}">
                <a16:creationId xmlns:a16="http://schemas.microsoft.com/office/drawing/2014/main" xmlns="" id="{12A919FD-6468-6373-0E58-B1C70ABC4D03}"/>
              </a:ext>
            </a:extLst>
          </p:cNvPr>
          <p:cNvSpPr>
            <a:spLocks noChangeArrowheads="1"/>
          </p:cNvSpPr>
          <p:nvPr/>
        </p:nvSpPr>
        <p:spPr bwMode="auto">
          <a:xfrm>
            <a:off x="2266950" y="2410968"/>
            <a:ext cx="7670800" cy="61118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0000"/>
              </a:lnSpc>
              <a:spcBef>
                <a:spcPct val="40000"/>
              </a:spcBef>
            </a:pPr>
            <a:endParaRPr lang="fr-FR" altLang="fr-FR">
              <a:latin typeface="Arial" panose="020B0604020202020204" pitchFamily="34" charset="0"/>
            </a:endParaRPr>
          </a:p>
        </p:txBody>
      </p:sp>
      <p:sp>
        <p:nvSpPr>
          <p:cNvPr id="10247" name="Rectangle 18">
            <a:extLst>
              <a:ext uri="{FF2B5EF4-FFF2-40B4-BE49-F238E27FC236}">
                <a16:creationId xmlns:a16="http://schemas.microsoft.com/office/drawing/2014/main" xmlns="" id="{041A55EC-6FBC-4AAC-21A3-E5D38EE875C6}"/>
              </a:ext>
            </a:extLst>
          </p:cNvPr>
          <p:cNvSpPr>
            <a:spLocks noChangeArrowheads="1"/>
          </p:cNvSpPr>
          <p:nvPr/>
        </p:nvSpPr>
        <p:spPr bwMode="auto">
          <a:xfrm>
            <a:off x="2470151" y="2531618"/>
            <a:ext cx="7191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b="0"/>
              <a:t>Programmation fortement orientée objet</a:t>
            </a:r>
            <a:endParaRPr lang="en-GB" altLang="fr-FR" b="0"/>
          </a:p>
        </p:txBody>
      </p:sp>
      <p:sp>
        <p:nvSpPr>
          <p:cNvPr id="10248" name="AutoShape 6">
            <a:extLst>
              <a:ext uri="{FF2B5EF4-FFF2-40B4-BE49-F238E27FC236}">
                <a16:creationId xmlns:a16="http://schemas.microsoft.com/office/drawing/2014/main" xmlns="" id="{823DEF0E-E73B-41BB-DF01-44419540D09D}"/>
              </a:ext>
            </a:extLst>
          </p:cNvPr>
          <p:cNvSpPr>
            <a:spLocks noChangeArrowheads="1"/>
          </p:cNvSpPr>
          <p:nvPr/>
        </p:nvSpPr>
        <p:spPr bwMode="auto">
          <a:xfrm>
            <a:off x="2266950" y="3455544"/>
            <a:ext cx="7670800" cy="58896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0000"/>
              </a:lnSpc>
              <a:spcBef>
                <a:spcPct val="40000"/>
              </a:spcBef>
            </a:pPr>
            <a:endParaRPr lang="fr-FR" altLang="fr-FR" b="0">
              <a:latin typeface="Arial" panose="020B0604020202020204" pitchFamily="34" charset="0"/>
            </a:endParaRPr>
          </a:p>
        </p:txBody>
      </p:sp>
      <p:sp>
        <p:nvSpPr>
          <p:cNvPr id="10249" name="Rectangle 17">
            <a:extLst>
              <a:ext uri="{FF2B5EF4-FFF2-40B4-BE49-F238E27FC236}">
                <a16:creationId xmlns:a16="http://schemas.microsoft.com/office/drawing/2014/main" xmlns="" id="{791975B1-0DC9-54F3-8102-B24CE59687AB}"/>
              </a:ext>
            </a:extLst>
          </p:cNvPr>
          <p:cNvSpPr>
            <a:spLocks noChangeArrowheads="1"/>
          </p:cNvSpPr>
          <p:nvPr/>
        </p:nvSpPr>
        <p:spPr bwMode="auto">
          <a:xfrm>
            <a:off x="2482851" y="3553968"/>
            <a:ext cx="7191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b="0"/>
              <a:t>Découplage entre l’application et la base de données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xmlns="" id="{650F4FA2-12CC-2837-1034-E1917F830FCD}"/>
              </a:ext>
            </a:extLst>
          </p:cNvPr>
          <p:cNvSpPr>
            <a:spLocks noGrp="1" noChangeArrowheads="1"/>
          </p:cNvSpPr>
          <p:nvPr>
            <p:ph type="title"/>
          </p:nvPr>
        </p:nvSpPr>
        <p:spPr/>
        <p:txBody>
          <a:bodyPr/>
          <a:lstStyle/>
          <a:p>
            <a:pPr eaLnBrk="1" hangingPunct="1"/>
            <a:r>
              <a:rPr lang="fr-FR" altLang="fr-FR"/>
              <a:t>Entity Framework</a:t>
            </a:r>
          </a:p>
        </p:txBody>
      </p:sp>
      <p:sp>
        <p:nvSpPr>
          <p:cNvPr id="11267" name="AutoShape 5">
            <a:extLst>
              <a:ext uri="{FF2B5EF4-FFF2-40B4-BE49-F238E27FC236}">
                <a16:creationId xmlns:a16="http://schemas.microsoft.com/office/drawing/2014/main" xmlns="" id="{143AAA1C-50F1-A07E-B437-90F63447BCB6}"/>
              </a:ext>
            </a:extLst>
          </p:cNvPr>
          <p:cNvSpPr>
            <a:spLocks noChangeArrowheads="1"/>
          </p:cNvSpPr>
          <p:nvPr/>
        </p:nvSpPr>
        <p:spPr bwMode="auto">
          <a:xfrm>
            <a:off x="2229612" y="1624394"/>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b="0"/>
          </a:p>
        </p:txBody>
      </p:sp>
      <p:sp>
        <p:nvSpPr>
          <p:cNvPr id="11268" name="AutoShape 6">
            <a:extLst>
              <a:ext uri="{FF2B5EF4-FFF2-40B4-BE49-F238E27FC236}">
                <a16:creationId xmlns:a16="http://schemas.microsoft.com/office/drawing/2014/main" xmlns="" id="{83A66D37-6320-8978-38D2-A784E61D0AD3}"/>
              </a:ext>
            </a:extLst>
          </p:cNvPr>
          <p:cNvSpPr>
            <a:spLocks noChangeArrowheads="1"/>
          </p:cNvSpPr>
          <p:nvPr/>
        </p:nvSpPr>
        <p:spPr bwMode="auto">
          <a:xfrm>
            <a:off x="2602676" y="3621469"/>
            <a:ext cx="7407275" cy="5461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Introduit avec .NET 3.5 SP1</a:t>
            </a:r>
          </a:p>
        </p:txBody>
      </p:sp>
      <p:sp>
        <p:nvSpPr>
          <p:cNvPr id="11269" name="AutoShape 6">
            <a:extLst>
              <a:ext uri="{FF2B5EF4-FFF2-40B4-BE49-F238E27FC236}">
                <a16:creationId xmlns:a16="http://schemas.microsoft.com/office/drawing/2014/main" xmlns="" id="{9A83AA7D-B2EC-827E-AF6A-5A2AA34C970C}"/>
              </a:ext>
            </a:extLst>
          </p:cNvPr>
          <p:cNvSpPr>
            <a:spLocks noChangeArrowheads="1"/>
          </p:cNvSpPr>
          <p:nvPr/>
        </p:nvSpPr>
        <p:spPr bwMode="auto">
          <a:xfrm>
            <a:off x="2602676" y="2102231"/>
            <a:ext cx="7407275" cy="61118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Solution de Mappage objet-relationnel proposée par Microsoft</a:t>
            </a:r>
          </a:p>
        </p:txBody>
      </p:sp>
      <p:sp>
        <p:nvSpPr>
          <p:cNvPr id="11270" name="AutoShape 6">
            <a:extLst>
              <a:ext uri="{FF2B5EF4-FFF2-40B4-BE49-F238E27FC236}">
                <a16:creationId xmlns:a16="http://schemas.microsoft.com/office/drawing/2014/main" xmlns="" id="{5B363705-9EA7-1FC8-BDFC-7FE859CEC1F9}"/>
              </a:ext>
            </a:extLst>
          </p:cNvPr>
          <p:cNvSpPr>
            <a:spLocks noChangeArrowheads="1"/>
          </p:cNvSpPr>
          <p:nvPr/>
        </p:nvSpPr>
        <p:spPr bwMode="auto">
          <a:xfrm>
            <a:off x="2602676" y="2851531"/>
            <a:ext cx="7407275" cy="5905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Remplace LINQ to SQL</a:t>
            </a:r>
          </a:p>
        </p:txBody>
      </p:sp>
      <p:sp>
        <p:nvSpPr>
          <p:cNvPr id="11271" name="AutoShape 6">
            <a:extLst>
              <a:ext uri="{FF2B5EF4-FFF2-40B4-BE49-F238E27FC236}">
                <a16:creationId xmlns:a16="http://schemas.microsoft.com/office/drawing/2014/main" xmlns="" id="{799461E0-4FC0-BDDA-82F0-78109AAA9448}"/>
              </a:ext>
            </a:extLst>
          </p:cNvPr>
          <p:cNvSpPr>
            <a:spLocks noChangeArrowheads="1"/>
          </p:cNvSpPr>
          <p:nvPr/>
        </p:nvSpPr>
        <p:spPr bwMode="auto">
          <a:xfrm>
            <a:off x="2602676" y="5135944"/>
            <a:ext cx="7407275" cy="5445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Concurrents: Dapper, NHibernate, …</a:t>
            </a:r>
          </a:p>
        </p:txBody>
      </p:sp>
      <p:sp>
        <p:nvSpPr>
          <p:cNvPr id="11272" name="AutoShape 6">
            <a:extLst>
              <a:ext uri="{FF2B5EF4-FFF2-40B4-BE49-F238E27FC236}">
                <a16:creationId xmlns:a16="http://schemas.microsoft.com/office/drawing/2014/main" xmlns="" id="{9FA3B009-D35F-FB0A-7DDE-0B31A54CAD8F}"/>
              </a:ext>
            </a:extLst>
          </p:cNvPr>
          <p:cNvSpPr>
            <a:spLocks noChangeArrowheads="1"/>
          </p:cNvSpPr>
          <p:nvPr/>
        </p:nvSpPr>
        <p:spPr bwMode="auto">
          <a:xfrm>
            <a:off x="2602676" y="4348544"/>
            <a:ext cx="7407275" cy="5461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Support des différents fournisseurs .NET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xmlns="" id="{63240FBE-EC12-FD49-59A9-D33C2D3C98D3}"/>
              </a:ext>
            </a:extLst>
          </p:cNvPr>
          <p:cNvSpPr>
            <a:spLocks noGrp="1" noChangeArrowheads="1"/>
          </p:cNvSpPr>
          <p:nvPr>
            <p:ph type="body" sz="quarter" idx="12"/>
          </p:nvPr>
        </p:nvSpPr>
        <p:spPr/>
        <p:txBody>
          <a:bodyPr/>
          <a:lstStyle/>
          <a:p>
            <a:pPr eaLnBrk="1" hangingPunct="1"/>
            <a:r>
              <a:rPr lang="fr-FR" altLang="fr-FR"/>
              <a:t>Modèles de conception Entity Framework</a:t>
            </a:r>
          </a:p>
          <a:p>
            <a:pPr eaLnBrk="1" hangingPunct="1"/>
            <a:r>
              <a:rPr lang="fr-FR" altLang="fr-FR"/>
              <a:t>Approches Database First et Model First</a:t>
            </a:r>
          </a:p>
          <a:p>
            <a:pPr eaLnBrk="1" hangingPunct="1"/>
            <a:r>
              <a:rPr lang="fr-FR" altLang="fr-FR"/>
              <a:t>EDMX Designer</a:t>
            </a:r>
          </a:p>
          <a:p>
            <a:pPr eaLnBrk="1" hangingPunct="1"/>
            <a:r>
              <a:rPr lang="fr-FR" altLang="fr-FR"/>
              <a:t>EDMX et classes d’entités</a:t>
            </a:r>
          </a:p>
          <a:p>
            <a:pPr eaLnBrk="1" hangingPunct="1"/>
            <a:r>
              <a:rPr lang="fr-FR" altLang="fr-FR"/>
              <a:t>EDMX, CSDL, SSDL et MSL</a:t>
            </a:r>
          </a:p>
        </p:txBody>
      </p:sp>
      <p:sp>
        <p:nvSpPr>
          <p:cNvPr id="12290" name="Rectangle 2">
            <a:extLst>
              <a:ext uri="{FF2B5EF4-FFF2-40B4-BE49-F238E27FC236}">
                <a16:creationId xmlns:a16="http://schemas.microsoft.com/office/drawing/2014/main" xmlns="" id="{F7A45E55-9859-BEA2-CB87-6A2882C4867D}"/>
              </a:ext>
            </a:extLst>
          </p:cNvPr>
          <p:cNvSpPr>
            <a:spLocks noGrp="1" noChangeArrowheads="1"/>
          </p:cNvSpPr>
          <p:nvPr>
            <p:ph type="title"/>
          </p:nvPr>
        </p:nvSpPr>
        <p:spPr/>
        <p:txBody>
          <a:bodyPr/>
          <a:lstStyle/>
          <a:p>
            <a:pPr eaLnBrk="1" hangingPunct="1"/>
            <a:r>
              <a:rPr lang="fr-FR" altLang="fr-FR"/>
              <a:t>Leçon 2: EDMX: Database First, Model First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6">
            <a:extLst>
              <a:ext uri="{FF2B5EF4-FFF2-40B4-BE49-F238E27FC236}">
                <a16:creationId xmlns:a16="http://schemas.microsoft.com/office/drawing/2014/main" xmlns="" id="{7E70E482-EA55-0949-4381-47CFF4DDD440}"/>
              </a:ext>
            </a:extLst>
          </p:cNvPr>
          <p:cNvSpPr>
            <a:spLocks noGrp="1"/>
          </p:cNvSpPr>
          <p:nvPr>
            <p:ph type="title"/>
          </p:nvPr>
        </p:nvSpPr>
        <p:spPr/>
        <p:txBody>
          <a:bodyPr/>
          <a:lstStyle/>
          <a:p>
            <a:pPr eaLnBrk="1" hangingPunct="1"/>
            <a:r>
              <a:rPr lang="fr-FR" altLang="fr-FR"/>
              <a:t>Modèles de conception Entity Framework</a:t>
            </a:r>
          </a:p>
        </p:txBody>
      </p:sp>
      <p:sp>
        <p:nvSpPr>
          <p:cNvPr id="13315" name="AutoShape 140">
            <a:extLst>
              <a:ext uri="{FF2B5EF4-FFF2-40B4-BE49-F238E27FC236}">
                <a16:creationId xmlns:a16="http://schemas.microsoft.com/office/drawing/2014/main" xmlns="" id="{2D7193DF-8D27-6032-10FC-1714C9C64ACC}"/>
              </a:ext>
            </a:extLst>
          </p:cNvPr>
          <p:cNvSpPr>
            <a:spLocks noChangeArrowheads="1"/>
          </p:cNvSpPr>
          <p:nvPr/>
        </p:nvSpPr>
        <p:spPr bwMode="auto">
          <a:xfrm>
            <a:off x="2647950" y="4128834"/>
            <a:ext cx="6877050" cy="2413000"/>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GB" altLang="fr-FR"/>
              <a:t>Entity Framework Core (Entity Framework 7)</a:t>
            </a:r>
            <a:endParaRPr lang="en-US" altLang="fr-FR"/>
          </a:p>
        </p:txBody>
      </p:sp>
      <p:sp>
        <p:nvSpPr>
          <p:cNvPr id="14342" name="AutoShape 141">
            <a:extLst>
              <a:ext uri="{FF2B5EF4-FFF2-40B4-BE49-F238E27FC236}">
                <a16:creationId xmlns:a16="http://schemas.microsoft.com/office/drawing/2014/main" xmlns="" id="{C5AD860B-52F9-85C4-E36B-782A51914C07}"/>
              </a:ext>
            </a:extLst>
          </p:cNvPr>
          <p:cNvSpPr>
            <a:spLocks noChangeArrowheads="1"/>
          </p:cNvSpPr>
          <p:nvPr/>
        </p:nvSpPr>
        <p:spPr bwMode="auto">
          <a:xfrm>
            <a:off x="2773363" y="4870197"/>
            <a:ext cx="6608763" cy="119221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marL="342900" indent="-342900"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lnSpc>
                <a:spcPct val="100000"/>
              </a:lnSpc>
              <a:spcBef>
                <a:spcPct val="0"/>
              </a:spcBef>
              <a:buClrTx/>
              <a:buSzPct val="80000"/>
              <a:buFontTx/>
              <a:buBlip>
                <a:blip r:embed="rId3"/>
              </a:buBlip>
              <a:defRPr/>
            </a:pPr>
            <a:r>
              <a:rPr lang="fr-FR" altLang="fr-FR" sz="1600" dirty="0">
                <a:cs typeface="Arial" charset="0"/>
              </a:rPr>
              <a:t>Code First</a:t>
            </a:r>
          </a:p>
          <a:p>
            <a:pPr marL="0" indent="0" eaLnBrk="1" hangingPunct="1">
              <a:lnSpc>
                <a:spcPct val="100000"/>
              </a:lnSpc>
              <a:spcBef>
                <a:spcPct val="0"/>
              </a:spcBef>
              <a:buClrTx/>
              <a:buSzPct val="80000"/>
              <a:buNone/>
              <a:defRPr/>
            </a:pPr>
            <a:endParaRPr lang="fr-FR" altLang="fr-FR" sz="1600" dirty="0">
              <a:cs typeface="Arial" charset="0"/>
            </a:endParaRPr>
          </a:p>
          <a:p>
            <a:pPr eaLnBrk="1" hangingPunct="1">
              <a:lnSpc>
                <a:spcPct val="100000"/>
              </a:lnSpc>
              <a:spcBef>
                <a:spcPct val="0"/>
              </a:spcBef>
              <a:buClrTx/>
              <a:buSzPct val="80000"/>
              <a:buFontTx/>
              <a:buBlip>
                <a:blip r:embed="rId3"/>
              </a:buBlip>
              <a:defRPr/>
            </a:pPr>
            <a:r>
              <a:rPr lang="fr-FR" altLang="fr-FR" sz="1600" dirty="0">
                <a:cs typeface="Arial" charset="0"/>
              </a:rPr>
              <a:t>Léger, Modulaire, Extensible, Support de données relationnelles et non-relationnelles </a:t>
            </a:r>
          </a:p>
        </p:txBody>
      </p:sp>
      <p:sp>
        <p:nvSpPr>
          <p:cNvPr id="13317" name="AutoShape 140">
            <a:extLst>
              <a:ext uri="{FF2B5EF4-FFF2-40B4-BE49-F238E27FC236}">
                <a16:creationId xmlns:a16="http://schemas.microsoft.com/office/drawing/2014/main" xmlns="" id="{FF7F72D3-9708-6FAA-1123-981FDBDEEA01}"/>
              </a:ext>
            </a:extLst>
          </p:cNvPr>
          <p:cNvSpPr>
            <a:spLocks noChangeArrowheads="1"/>
          </p:cNvSpPr>
          <p:nvPr/>
        </p:nvSpPr>
        <p:spPr bwMode="auto">
          <a:xfrm>
            <a:off x="2657475" y="1398334"/>
            <a:ext cx="6877050" cy="2413000"/>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GB" altLang="fr-FR"/>
              <a:t>Entity Framework 6</a:t>
            </a:r>
            <a:endParaRPr lang="en-US" altLang="fr-FR"/>
          </a:p>
        </p:txBody>
      </p:sp>
      <p:sp>
        <p:nvSpPr>
          <p:cNvPr id="8" name="AutoShape 141">
            <a:extLst>
              <a:ext uri="{FF2B5EF4-FFF2-40B4-BE49-F238E27FC236}">
                <a16:creationId xmlns:a16="http://schemas.microsoft.com/office/drawing/2014/main" xmlns="" id="{50F89F9B-251F-AF46-CE59-D87F6AD722A2}"/>
              </a:ext>
            </a:extLst>
          </p:cNvPr>
          <p:cNvSpPr>
            <a:spLocks noChangeArrowheads="1"/>
          </p:cNvSpPr>
          <p:nvPr/>
        </p:nvSpPr>
        <p:spPr bwMode="auto">
          <a:xfrm>
            <a:off x="2782888" y="1984121"/>
            <a:ext cx="6608763" cy="1443038"/>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marL="342900" indent="-342900"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lnSpc>
                <a:spcPct val="100000"/>
              </a:lnSpc>
              <a:spcBef>
                <a:spcPct val="0"/>
              </a:spcBef>
              <a:buClrTx/>
              <a:buSzPct val="80000"/>
              <a:buFontTx/>
              <a:buBlip>
                <a:blip r:embed="rId3"/>
              </a:buBlip>
              <a:defRPr/>
            </a:pPr>
            <a:r>
              <a:rPr lang="fr-FR" altLang="fr-FR" sz="1600" dirty="0" err="1">
                <a:cs typeface="Arial" charset="0"/>
              </a:rPr>
              <a:t>Database</a:t>
            </a:r>
            <a:r>
              <a:rPr lang="fr-FR" altLang="fr-FR" sz="1600" dirty="0">
                <a:cs typeface="Arial" charset="0"/>
              </a:rPr>
              <a:t> First </a:t>
            </a:r>
          </a:p>
          <a:p>
            <a:pPr eaLnBrk="1" hangingPunct="1">
              <a:lnSpc>
                <a:spcPct val="100000"/>
              </a:lnSpc>
              <a:spcBef>
                <a:spcPct val="0"/>
              </a:spcBef>
              <a:buClrTx/>
              <a:buSzPct val="80000"/>
              <a:buFontTx/>
              <a:buBlip>
                <a:blip r:embed="rId3"/>
              </a:buBlip>
              <a:defRPr/>
            </a:pPr>
            <a:r>
              <a:rPr lang="fr-FR" altLang="fr-FR" sz="1600" dirty="0">
                <a:cs typeface="Arial" charset="0"/>
              </a:rPr>
              <a:t>Model First </a:t>
            </a:r>
          </a:p>
          <a:p>
            <a:pPr eaLnBrk="1" hangingPunct="1">
              <a:lnSpc>
                <a:spcPct val="100000"/>
              </a:lnSpc>
              <a:spcBef>
                <a:spcPct val="0"/>
              </a:spcBef>
              <a:buClrTx/>
              <a:buSzPct val="80000"/>
              <a:buFontTx/>
              <a:buBlip>
                <a:blip r:embed="rId3"/>
              </a:buBlip>
              <a:defRPr/>
            </a:pPr>
            <a:r>
              <a:rPr lang="fr-FR" altLang="fr-FR" sz="1600" dirty="0">
                <a:cs typeface="Arial" charset="0"/>
              </a:rPr>
              <a:t>Code First (avec ou sans assistant)</a:t>
            </a:r>
          </a:p>
          <a:p>
            <a:pPr marL="0" indent="0" eaLnBrk="1" hangingPunct="1">
              <a:lnSpc>
                <a:spcPct val="100000"/>
              </a:lnSpc>
              <a:spcBef>
                <a:spcPct val="0"/>
              </a:spcBef>
              <a:buClrTx/>
              <a:buSzPct val="80000"/>
              <a:buNone/>
              <a:defRPr/>
            </a:pPr>
            <a:endParaRPr lang="fr-FR" altLang="fr-FR" sz="1600" dirty="0">
              <a:cs typeface="Arial" charset="0"/>
            </a:endParaRPr>
          </a:p>
          <a:p>
            <a:pPr eaLnBrk="1" hangingPunct="1">
              <a:lnSpc>
                <a:spcPct val="100000"/>
              </a:lnSpc>
              <a:spcBef>
                <a:spcPct val="0"/>
              </a:spcBef>
              <a:buClrTx/>
              <a:buSzPct val="80000"/>
              <a:buFontTx/>
              <a:buBlip>
                <a:blip r:embed="rId3"/>
              </a:buBlip>
              <a:defRPr/>
            </a:pPr>
            <a:r>
              <a:rPr lang="fr-FR" altLang="fr-FR" sz="1600" dirty="0">
                <a:cs typeface="Arial" charset="0"/>
              </a:rPr>
              <a:t>Disponible à partir de VS 2010 par </a:t>
            </a:r>
            <a:r>
              <a:rPr lang="fr-FR" altLang="fr-FR" sz="1600" dirty="0" err="1">
                <a:cs typeface="Arial" charset="0"/>
              </a:rPr>
              <a:t>NuGet</a:t>
            </a:r>
            <a:endParaRPr lang="fr-FR" altLang="fr-FR" sz="1600" dirty="0">
              <a:cs typeface="Arial" charset="0"/>
            </a:endParaRPr>
          </a:p>
        </p:txBody>
      </p:sp>
      <p:sp>
        <p:nvSpPr>
          <p:cNvPr id="2" name="ZoneTexte 1">
            <a:extLst>
              <a:ext uri="{FF2B5EF4-FFF2-40B4-BE49-F238E27FC236}">
                <a16:creationId xmlns:a16="http://schemas.microsoft.com/office/drawing/2014/main" xmlns="" id="{8DDD521F-3100-0BA2-A68D-79AE7161EB46}"/>
              </a:ext>
            </a:extLst>
          </p:cNvPr>
          <p:cNvSpPr txBox="1"/>
          <p:nvPr/>
        </p:nvSpPr>
        <p:spPr>
          <a:xfrm>
            <a:off x="5678488" y="2077784"/>
            <a:ext cx="782587" cy="369332"/>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pPr>
              <a:defRPr/>
            </a:pPr>
            <a:r>
              <a:rPr lang="fr-FR" dirty="0"/>
              <a:t>EDMX</a:t>
            </a:r>
          </a:p>
        </p:txBody>
      </p:sp>
      <p:pic>
        <p:nvPicPr>
          <p:cNvPr id="13320" name="Picture 47" descr="arrow03">
            <a:extLst>
              <a:ext uri="{FF2B5EF4-FFF2-40B4-BE49-F238E27FC236}">
                <a16:creationId xmlns:a16="http://schemas.microsoft.com/office/drawing/2014/main" xmlns="" id="{3D396402-4405-6F04-920B-DD1A3E7B7A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032830">
            <a:off x="4433888" y="2287334"/>
            <a:ext cx="1241425"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47" descr="arrow03">
            <a:extLst>
              <a:ext uri="{FF2B5EF4-FFF2-40B4-BE49-F238E27FC236}">
                <a16:creationId xmlns:a16="http://schemas.microsoft.com/office/drawing/2014/main" xmlns="" id="{3F398146-C515-E4CB-A28A-498675E366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2025" y="2136522"/>
            <a:ext cx="901700"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xmlns="" id="{27732530-CF8A-E5D9-6D51-83AE2A14F1EC}"/>
              </a:ext>
            </a:extLst>
          </p:cNvPr>
          <p:cNvSpPr>
            <a:spLocks noGrp="1" noChangeArrowheads="1"/>
          </p:cNvSpPr>
          <p:nvPr>
            <p:ph type="title"/>
          </p:nvPr>
        </p:nvSpPr>
        <p:spPr/>
        <p:txBody>
          <a:bodyPr/>
          <a:lstStyle/>
          <a:p>
            <a:pPr eaLnBrk="1" hangingPunct="1"/>
            <a:r>
              <a:rPr lang="fr-FR" altLang="fr-FR"/>
              <a:t>Approches Database First et Model First</a:t>
            </a:r>
          </a:p>
        </p:txBody>
      </p:sp>
      <p:sp>
        <p:nvSpPr>
          <p:cNvPr id="14339" name="AutoShape 140">
            <a:extLst>
              <a:ext uri="{FF2B5EF4-FFF2-40B4-BE49-F238E27FC236}">
                <a16:creationId xmlns:a16="http://schemas.microsoft.com/office/drawing/2014/main" xmlns="" id="{03B533C2-44E3-C639-6FEF-504D1F357C6F}"/>
              </a:ext>
            </a:extLst>
          </p:cNvPr>
          <p:cNvSpPr>
            <a:spLocks noChangeArrowheads="1"/>
          </p:cNvSpPr>
          <p:nvPr/>
        </p:nvSpPr>
        <p:spPr bwMode="auto">
          <a:xfrm>
            <a:off x="2726881" y="1587201"/>
            <a:ext cx="6877050" cy="1822450"/>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GB" altLang="fr-FR"/>
              <a:t>Database First</a:t>
            </a:r>
            <a:endParaRPr lang="en-US" altLang="fr-FR"/>
          </a:p>
        </p:txBody>
      </p:sp>
      <p:sp>
        <p:nvSpPr>
          <p:cNvPr id="14340" name="AutoShape 141">
            <a:extLst>
              <a:ext uri="{FF2B5EF4-FFF2-40B4-BE49-F238E27FC236}">
                <a16:creationId xmlns:a16="http://schemas.microsoft.com/office/drawing/2014/main" xmlns="" id="{64CBBFE0-C27A-C26E-432A-E2419C56BF1C}"/>
              </a:ext>
            </a:extLst>
          </p:cNvPr>
          <p:cNvSpPr>
            <a:spLocks noChangeArrowheads="1"/>
          </p:cNvSpPr>
          <p:nvPr/>
        </p:nvSpPr>
        <p:spPr bwMode="auto">
          <a:xfrm>
            <a:off x="2861819" y="2014239"/>
            <a:ext cx="6608763" cy="1192212"/>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marL="342900" indent="-342900"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buFontTx/>
              <a:buBlip>
                <a:blip r:embed="rId3"/>
              </a:buBlip>
            </a:pPr>
            <a:r>
              <a:rPr lang="fr-FR" altLang="fr-FR" sz="1600" b="0"/>
              <a:t>Génération du modèle à partir d’une base existante</a:t>
            </a:r>
          </a:p>
          <a:p>
            <a:pPr eaLnBrk="1" hangingPunct="1">
              <a:buSzPct val="80000"/>
              <a:buFontTx/>
              <a:buBlip>
                <a:blip r:embed="rId3"/>
              </a:buBlip>
            </a:pPr>
            <a:r>
              <a:rPr lang="fr-FR" altLang="fr-FR" sz="1600" b="0"/>
              <a:t>Prise en compte des relations parent/enfant</a:t>
            </a:r>
          </a:p>
          <a:p>
            <a:pPr eaLnBrk="1" hangingPunct="1">
              <a:buSzPct val="80000"/>
              <a:buFontTx/>
              <a:buBlip>
                <a:blip r:embed="rId3"/>
              </a:buBlip>
            </a:pPr>
            <a:r>
              <a:rPr lang="en-US" altLang="ja-JP" sz="1600" b="0">
                <a:ea typeface="ＭＳ Ｐゴシック" panose="020B0600070205080204" pitchFamily="34" charset="-128"/>
              </a:rPr>
              <a:t>Enregistrement de la chaîne de connexion dans le fichier de configuration de l’application</a:t>
            </a:r>
            <a:endParaRPr lang="fr-FR" altLang="fr-FR" sz="1600" b="0"/>
          </a:p>
        </p:txBody>
      </p:sp>
      <p:sp>
        <p:nvSpPr>
          <p:cNvPr id="14341" name="AutoShape 140">
            <a:extLst>
              <a:ext uri="{FF2B5EF4-FFF2-40B4-BE49-F238E27FC236}">
                <a16:creationId xmlns:a16="http://schemas.microsoft.com/office/drawing/2014/main" xmlns="" id="{B894EE17-1E34-6F96-B1A0-D4D86E64107B}"/>
              </a:ext>
            </a:extLst>
          </p:cNvPr>
          <p:cNvSpPr>
            <a:spLocks noChangeArrowheads="1"/>
          </p:cNvSpPr>
          <p:nvPr/>
        </p:nvSpPr>
        <p:spPr bwMode="auto">
          <a:xfrm>
            <a:off x="2726881" y="3804940"/>
            <a:ext cx="6877050" cy="1603375"/>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GB" altLang="fr-FR"/>
              <a:t>Model First</a:t>
            </a:r>
            <a:endParaRPr lang="en-US" altLang="fr-FR"/>
          </a:p>
        </p:txBody>
      </p:sp>
      <p:sp>
        <p:nvSpPr>
          <p:cNvPr id="14342" name="AutoShape 141">
            <a:extLst>
              <a:ext uri="{FF2B5EF4-FFF2-40B4-BE49-F238E27FC236}">
                <a16:creationId xmlns:a16="http://schemas.microsoft.com/office/drawing/2014/main" xmlns="" id="{A1914D42-EA4F-33A4-7672-B205A8A85BDB}"/>
              </a:ext>
            </a:extLst>
          </p:cNvPr>
          <p:cNvSpPr>
            <a:spLocks noChangeArrowheads="1"/>
          </p:cNvSpPr>
          <p:nvPr/>
        </p:nvSpPr>
        <p:spPr bwMode="auto">
          <a:xfrm>
            <a:off x="2861819" y="4235151"/>
            <a:ext cx="6608763" cy="941388"/>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marL="342900" indent="-342900"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buFontTx/>
              <a:buBlip>
                <a:blip r:embed="rId3"/>
              </a:buBlip>
            </a:pPr>
            <a:r>
              <a:rPr lang="fr-FR" altLang="fr-FR" sz="1600" b="0"/>
              <a:t>Génération du modèle graphiquement</a:t>
            </a:r>
          </a:p>
          <a:p>
            <a:pPr eaLnBrk="1" hangingPunct="1">
              <a:buSzPct val="80000"/>
              <a:buFontTx/>
              <a:buBlip>
                <a:blip r:embed="rId3"/>
              </a:buBlip>
            </a:pPr>
            <a:r>
              <a:rPr lang="fr-FR" altLang="fr-FR" sz="1600" b="0"/>
              <a:t>Possibilité de générer le script de base de données</a:t>
            </a:r>
          </a:p>
          <a:p>
            <a:pPr eaLnBrk="1" hangingPunct="1">
              <a:buSzPct val="80000"/>
              <a:buFontTx/>
              <a:buBlip>
                <a:blip r:embed="rId3"/>
              </a:buBlip>
            </a:pPr>
            <a:r>
              <a:rPr lang="fr-FR" altLang="fr-FR" sz="1600" b="0"/>
              <a:t>Mise en œuvre d’héritage</a:t>
            </a:r>
          </a:p>
        </p:txBody>
      </p:sp>
      <p:sp>
        <p:nvSpPr>
          <p:cNvPr id="14343" name="AutoShape 141">
            <a:extLst>
              <a:ext uri="{FF2B5EF4-FFF2-40B4-BE49-F238E27FC236}">
                <a16:creationId xmlns:a16="http://schemas.microsoft.com/office/drawing/2014/main" xmlns="" id="{2FEB87AD-D9B6-762C-C546-5F5AF972838B}"/>
              </a:ext>
            </a:extLst>
          </p:cNvPr>
          <p:cNvSpPr>
            <a:spLocks noChangeArrowheads="1"/>
          </p:cNvSpPr>
          <p:nvPr/>
        </p:nvSpPr>
        <p:spPr bwMode="auto">
          <a:xfrm>
            <a:off x="2861819" y="5819476"/>
            <a:ext cx="6608763" cy="4381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fr-FR" altLang="fr-FR" sz="1600" b="0"/>
              <a:t>En pratique, les deux approches sont utilisées ensemble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xmlns="" id="{31238EAC-8AB5-3624-0906-CD9FEC68E645}"/>
              </a:ext>
            </a:extLst>
          </p:cNvPr>
          <p:cNvSpPr>
            <a:spLocks noGrp="1" noChangeArrowheads="1"/>
          </p:cNvSpPr>
          <p:nvPr>
            <p:ph type="title"/>
          </p:nvPr>
        </p:nvSpPr>
        <p:spPr/>
        <p:txBody>
          <a:bodyPr/>
          <a:lstStyle/>
          <a:p>
            <a:pPr eaLnBrk="1" hangingPunct="1"/>
            <a:r>
              <a:rPr lang="fr-FR" altLang="fr-FR"/>
              <a:t>EDMX Designer</a:t>
            </a:r>
          </a:p>
        </p:txBody>
      </p:sp>
      <p:pic>
        <p:nvPicPr>
          <p:cNvPr id="15363" name="Picture 22">
            <a:extLst>
              <a:ext uri="{FF2B5EF4-FFF2-40B4-BE49-F238E27FC236}">
                <a16:creationId xmlns:a16="http://schemas.microsoft.com/office/drawing/2014/main" xmlns="" id="{BF9EE9A0-7731-7377-6328-FF3406A9FA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45519" y="1168846"/>
            <a:ext cx="7700962"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re 1">
            <a:extLst>
              <a:ext uri="{FF2B5EF4-FFF2-40B4-BE49-F238E27FC236}">
                <a16:creationId xmlns:a16="http://schemas.microsoft.com/office/drawing/2014/main" xmlns="" id="{9688329A-80C9-D1DA-3D26-D555A845517E}"/>
              </a:ext>
            </a:extLst>
          </p:cNvPr>
          <p:cNvSpPr>
            <a:spLocks noGrp="1"/>
          </p:cNvSpPr>
          <p:nvPr>
            <p:ph type="title"/>
          </p:nvPr>
        </p:nvSpPr>
        <p:spPr/>
        <p:txBody>
          <a:bodyPr/>
          <a:lstStyle/>
          <a:p>
            <a:r>
              <a:rPr lang="fr-FR" altLang="fr-FR"/>
              <a:t>EDMX et classes d’entités</a:t>
            </a:r>
          </a:p>
        </p:txBody>
      </p:sp>
      <p:sp>
        <p:nvSpPr>
          <p:cNvPr id="16387" name="AutoShape 5">
            <a:extLst>
              <a:ext uri="{FF2B5EF4-FFF2-40B4-BE49-F238E27FC236}">
                <a16:creationId xmlns:a16="http://schemas.microsoft.com/office/drawing/2014/main" xmlns="" id="{B781E08E-C549-C272-C990-713955EAB8A1}"/>
              </a:ext>
            </a:extLst>
          </p:cNvPr>
          <p:cNvSpPr>
            <a:spLocks noChangeArrowheads="1"/>
          </p:cNvSpPr>
          <p:nvPr/>
        </p:nvSpPr>
        <p:spPr bwMode="auto">
          <a:xfrm>
            <a:off x="2025650" y="1646302"/>
            <a:ext cx="8140700" cy="4411663"/>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b="0"/>
          </a:p>
        </p:txBody>
      </p:sp>
      <p:sp>
        <p:nvSpPr>
          <p:cNvPr id="16388" name="AutoShape 6">
            <a:extLst>
              <a:ext uri="{FF2B5EF4-FFF2-40B4-BE49-F238E27FC236}">
                <a16:creationId xmlns:a16="http://schemas.microsoft.com/office/drawing/2014/main" xmlns="" id="{22703A99-2495-7F8B-B88F-33729A5DF18F}"/>
              </a:ext>
            </a:extLst>
          </p:cNvPr>
          <p:cNvSpPr>
            <a:spLocks noChangeArrowheads="1"/>
          </p:cNvSpPr>
          <p:nvPr/>
        </p:nvSpPr>
        <p:spPr bwMode="auto">
          <a:xfrm>
            <a:off x="2398714" y="4000564"/>
            <a:ext cx="7407275" cy="5445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Génération basée sur des fichiers T4</a:t>
            </a:r>
          </a:p>
        </p:txBody>
      </p:sp>
      <p:sp>
        <p:nvSpPr>
          <p:cNvPr id="16389" name="AutoShape 6">
            <a:extLst>
              <a:ext uri="{FF2B5EF4-FFF2-40B4-BE49-F238E27FC236}">
                <a16:creationId xmlns:a16="http://schemas.microsoft.com/office/drawing/2014/main" xmlns="" id="{08E56B49-9666-E417-2751-305A79C598CC}"/>
              </a:ext>
            </a:extLst>
          </p:cNvPr>
          <p:cNvSpPr>
            <a:spLocks noChangeArrowheads="1"/>
          </p:cNvSpPr>
          <p:nvPr/>
        </p:nvSpPr>
        <p:spPr bwMode="auto">
          <a:xfrm>
            <a:off x="2398714" y="2092389"/>
            <a:ext cx="7407275" cy="6667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Génération automatique de la classe de contexte de type </a:t>
            </a:r>
            <a:r>
              <a:rPr lang="fr-FR" altLang="fr-FR" sz="2000">
                <a:latin typeface="Arial" panose="020B0604020202020204" pitchFamily="34" charset="0"/>
              </a:rPr>
              <a:t>DbContext</a:t>
            </a:r>
          </a:p>
        </p:txBody>
      </p:sp>
      <p:sp>
        <p:nvSpPr>
          <p:cNvPr id="16390" name="AutoShape 6">
            <a:extLst>
              <a:ext uri="{FF2B5EF4-FFF2-40B4-BE49-F238E27FC236}">
                <a16:creationId xmlns:a16="http://schemas.microsoft.com/office/drawing/2014/main" xmlns="" id="{5353B02C-BB14-5E3F-FDF5-695AB1FD6B90}"/>
              </a:ext>
            </a:extLst>
          </p:cNvPr>
          <p:cNvSpPr>
            <a:spLocks noChangeArrowheads="1"/>
          </p:cNvSpPr>
          <p:nvPr/>
        </p:nvSpPr>
        <p:spPr bwMode="auto">
          <a:xfrm>
            <a:off x="2392364" y="3056002"/>
            <a:ext cx="7407275" cy="58896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Génération automatique des classes d’entités (</a:t>
            </a:r>
            <a:r>
              <a:rPr lang="fr-FR" altLang="fr-FR" sz="2000">
                <a:latin typeface="Arial" panose="020B0604020202020204" pitchFamily="34" charset="0"/>
              </a:rPr>
              <a:t>POCO</a:t>
            </a:r>
            <a:r>
              <a:rPr lang="fr-FR" altLang="fr-FR" sz="2000" b="0">
                <a:latin typeface="Arial" panose="020B0604020202020204" pitchFamily="34" charset="0"/>
              </a:rPr>
              <a:t>, </a:t>
            </a:r>
            <a:r>
              <a:rPr lang="fr-FR" altLang="fr-FR" sz="2000" b="0" i="1">
                <a:latin typeface="Arial" panose="020B0604020202020204" pitchFamily="34" charset="0"/>
              </a:rPr>
              <a:t>partial</a:t>
            </a:r>
            <a:r>
              <a:rPr lang="fr-FR" altLang="fr-FR" sz="2000" b="0">
                <a:latin typeface="Arial" panose="020B0604020202020204" pitchFamily="34" charset="0"/>
              </a:rPr>
              <a:t>)</a:t>
            </a:r>
          </a:p>
        </p:txBody>
      </p:sp>
      <p:sp>
        <p:nvSpPr>
          <p:cNvPr id="16391" name="AutoShape 6">
            <a:extLst>
              <a:ext uri="{FF2B5EF4-FFF2-40B4-BE49-F238E27FC236}">
                <a16:creationId xmlns:a16="http://schemas.microsoft.com/office/drawing/2014/main" xmlns="" id="{13B06B4C-223B-EEF0-2C44-5F718BD2EA19}"/>
              </a:ext>
            </a:extLst>
          </p:cNvPr>
          <p:cNvSpPr>
            <a:spLocks noChangeArrowheads="1"/>
          </p:cNvSpPr>
          <p:nvPr/>
        </p:nvSpPr>
        <p:spPr bwMode="auto">
          <a:xfrm>
            <a:off x="2398714" y="4945126"/>
            <a:ext cx="7407275" cy="5461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EF6: Fin du support des classes EntityObject et ObjectContext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re 1">
            <a:extLst>
              <a:ext uri="{FF2B5EF4-FFF2-40B4-BE49-F238E27FC236}">
                <a16:creationId xmlns:a16="http://schemas.microsoft.com/office/drawing/2014/main" xmlns="" id="{D3293AF5-D729-FC83-DE4D-431D0147BA5F}"/>
              </a:ext>
            </a:extLst>
          </p:cNvPr>
          <p:cNvSpPr>
            <a:spLocks noGrp="1"/>
          </p:cNvSpPr>
          <p:nvPr>
            <p:ph type="title"/>
          </p:nvPr>
        </p:nvSpPr>
        <p:spPr/>
        <p:txBody>
          <a:bodyPr/>
          <a:lstStyle/>
          <a:p>
            <a:r>
              <a:rPr lang="fr-FR" altLang="fr-FR"/>
              <a:t>EDMX, CSDL, SSDL et MSL</a:t>
            </a:r>
          </a:p>
        </p:txBody>
      </p:sp>
      <p:sp>
        <p:nvSpPr>
          <p:cNvPr id="17411" name="AutoShape 5">
            <a:extLst>
              <a:ext uri="{FF2B5EF4-FFF2-40B4-BE49-F238E27FC236}">
                <a16:creationId xmlns:a16="http://schemas.microsoft.com/office/drawing/2014/main" xmlns="" id="{D3108C2A-C486-2CC9-D15D-174D5DABE7BA}"/>
              </a:ext>
            </a:extLst>
          </p:cNvPr>
          <p:cNvSpPr>
            <a:spLocks noChangeArrowheads="1"/>
          </p:cNvSpPr>
          <p:nvPr/>
        </p:nvSpPr>
        <p:spPr bwMode="auto">
          <a:xfrm>
            <a:off x="2025650" y="1682878"/>
            <a:ext cx="8140700" cy="4411663"/>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b="0"/>
          </a:p>
        </p:txBody>
      </p:sp>
      <p:sp>
        <p:nvSpPr>
          <p:cNvPr id="8" name="AutoShape 6">
            <a:extLst>
              <a:ext uri="{FF2B5EF4-FFF2-40B4-BE49-F238E27FC236}">
                <a16:creationId xmlns:a16="http://schemas.microsoft.com/office/drawing/2014/main" xmlns="" id="{58B082F7-6ABE-FEB5-8CF5-EBA17F85D4C5}"/>
              </a:ext>
            </a:extLst>
          </p:cNvPr>
          <p:cNvSpPr>
            <a:spLocks noChangeArrowheads="1"/>
          </p:cNvSpPr>
          <p:nvPr/>
        </p:nvSpPr>
        <p:spPr bwMode="auto">
          <a:xfrm>
            <a:off x="2398714" y="2128966"/>
            <a:ext cx="7407275" cy="231298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spcBef>
                <a:spcPct val="40000"/>
              </a:spcBef>
              <a:buClrTx/>
              <a:buSzTx/>
              <a:buFontTx/>
              <a:buNone/>
              <a:defRPr/>
            </a:pPr>
            <a:r>
              <a:rPr lang="fr-FR" altLang="fr-FR" dirty="0">
                <a:latin typeface="Arial" charset="0"/>
                <a:cs typeface="Arial" charset="0"/>
              </a:rPr>
              <a:t>EDMX est un fichier XML divisé en 2 sections:</a:t>
            </a:r>
          </a:p>
          <a:p>
            <a:pPr marL="342900" indent="-342900" eaLnBrk="1" hangingPunct="1">
              <a:spcBef>
                <a:spcPct val="40000"/>
              </a:spcBef>
              <a:buClrTx/>
              <a:buSzTx/>
              <a:defRPr/>
            </a:pPr>
            <a:r>
              <a:rPr lang="fr-FR" altLang="fr-FR" dirty="0">
                <a:latin typeface="Arial" charset="0"/>
                <a:cs typeface="Arial" charset="0"/>
              </a:rPr>
              <a:t>EF </a:t>
            </a:r>
            <a:r>
              <a:rPr lang="fr-FR" altLang="fr-FR" dirty="0" err="1">
                <a:latin typeface="Arial" charset="0"/>
                <a:cs typeface="Arial" charset="0"/>
              </a:rPr>
              <a:t>Runtime</a:t>
            </a:r>
            <a:r>
              <a:rPr lang="fr-FR" altLang="fr-FR" dirty="0">
                <a:latin typeface="Arial" charset="0"/>
                <a:cs typeface="Arial" charset="0"/>
              </a:rPr>
              <a:t> Content:</a:t>
            </a:r>
          </a:p>
          <a:p>
            <a:pPr marL="1085850" lvl="1" indent="-342900" eaLnBrk="1" hangingPunct="1">
              <a:spcBef>
                <a:spcPct val="40000"/>
              </a:spcBef>
              <a:buClrTx/>
              <a:buSzTx/>
              <a:defRPr/>
            </a:pPr>
            <a:r>
              <a:rPr lang="fr-FR" altLang="fr-FR" dirty="0" err="1">
                <a:latin typeface="Arial" charset="0"/>
                <a:cs typeface="Arial" charset="0"/>
              </a:rPr>
              <a:t>Conceptual</a:t>
            </a:r>
            <a:r>
              <a:rPr lang="fr-FR" altLang="fr-FR" dirty="0">
                <a:latin typeface="Arial" charset="0"/>
                <a:cs typeface="Arial" charset="0"/>
              </a:rPr>
              <a:t> </a:t>
            </a:r>
            <a:r>
              <a:rPr lang="fr-FR" altLang="fr-FR" dirty="0" err="1">
                <a:latin typeface="Arial" charset="0"/>
                <a:cs typeface="Arial" charset="0"/>
              </a:rPr>
              <a:t>Schema</a:t>
            </a:r>
            <a:r>
              <a:rPr lang="fr-FR" altLang="fr-FR" dirty="0">
                <a:latin typeface="Arial" charset="0"/>
                <a:cs typeface="Arial" charset="0"/>
              </a:rPr>
              <a:t> </a:t>
            </a:r>
            <a:r>
              <a:rPr lang="fr-FR" altLang="fr-FR" dirty="0" err="1">
                <a:latin typeface="Arial" charset="0"/>
                <a:cs typeface="Arial" charset="0"/>
              </a:rPr>
              <a:t>Definition</a:t>
            </a:r>
            <a:r>
              <a:rPr lang="fr-FR" altLang="fr-FR" dirty="0">
                <a:latin typeface="Arial" charset="0"/>
                <a:cs typeface="Arial" charset="0"/>
              </a:rPr>
              <a:t> </a:t>
            </a:r>
            <a:r>
              <a:rPr lang="fr-FR" altLang="fr-FR" dirty="0" err="1">
                <a:latin typeface="Arial" charset="0"/>
                <a:cs typeface="Arial" charset="0"/>
              </a:rPr>
              <a:t>Language</a:t>
            </a:r>
            <a:endParaRPr lang="fr-FR" altLang="fr-FR" dirty="0">
              <a:latin typeface="Arial" charset="0"/>
              <a:cs typeface="Arial" charset="0"/>
            </a:endParaRPr>
          </a:p>
          <a:p>
            <a:pPr marL="1085850" lvl="1" indent="-342900" eaLnBrk="1" hangingPunct="1">
              <a:spcBef>
                <a:spcPct val="40000"/>
              </a:spcBef>
              <a:buClrTx/>
              <a:buSzTx/>
              <a:defRPr/>
            </a:pPr>
            <a:r>
              <a:rPr lang="fr-FR" altLang="fr-FR" dirty="0">
                <a:latin typeface="Arial" charset="0"/>
                <a:cs typeface="Arial" charset="0"/>
              </a:rPr>
              <a:t>Store </a:t>
            </a:r>
            <a:r>
              <a:rPr lang="fr-FR" altLang="fr-FR" dirty="0" err="1">
                <a:latin typeface="Arial" charset="0"/>
                <a:cs typeface="Arial" charset="0"/>
              </a:rPr>
              <a:t>Schema</a:t>
            </a:r>
            <a:r>
              <a:rPr lang="fr-FR" altLang="fr-FR" dirty="0">
                <a:latin typeface="Arial" charset="0"/>
                <a:cs typeface="Arial" charset="0"/>
              </a:rPr>
              <a:t> </a:t>
            </a:r>
            <a:r>
              <a:rPr lang="fr-FR" altLang="fr-FR" dirty="0" err="1">
                <a:latin typeface="Arial" charset="0"/>
                <a:cs typeface="Arial" charset="0"/>
              </a:rPr>
              <a:t>Definition</a:t>
            </a:r>
            <a:r>
              <a:rPr lang="fr-FR" altLang="fr-FR" dirty="0">
                <a:latin typeface="Arial" charset="0"/>
                <a:cs typeface="Arial" charset="0"/>
              </a:rPr>
              <a:t> </a:t>
            </a:r>
            <a:r>
              <a:rPr lang="fr-FR" altLang="fr-FR" dirty="0" err="1">
                <a:latin typeface="Arial" charset="0"/>
                <a:cs typeface="Arial" charset="0"/>
              </a:rPr>
              <a:t>Language</a:t>
            </a:r>
            <a:endParaRPr lang="fr-FR" altLang="fr-FR" dirty="0">
              <a:latin typeface="Arial" charset="0"/>
              <a:cs typeface="Arial" charset="0"/>
            </a:endParaRPr>
          </a:p>
          <a:p>
            <a:pPr marL="1085850" lvl="1" indent="-342900" eaLnBrk="1" hangingPunct="1">
              <a:spcBef>
                <a:spcPct val="40000"/>
              </a:spcBef>
              <a:buClrTx/>
              <a:buSzTx/>
              <a:defRPr/>
            </a:pPr>
            <a:r>
              <a:rPr lang="fr-FR" altLang="fr-FR" dirty="0" err="1">
                <a:latin typeface="Arial" charset="0"/>
                <a:cs typeface="Arial" charset="0"/>
              </a:rPr>
              <a:t>Mapping</a:t>
            </a:r>
            <a:r>
              <a:rPr lang="fr-FR" altLang="fr-FR" dirty="0">
                <a:latin typeface="Arial" charset="0"/>
                <a:cs typeface="Arial" charset="0"/>
              </a:rPr>
              <a:t> </a:t>
            </a:r>
            <a:r>
              <a:rPr lang="fr-FR" altLang="fr-FR" dirty="0" err="1">
                <a:latin typeface="Arial" charset="0"/>
                <a:cs typeface="Arial" charset="0"/>
              </a:rPr>
              <a:t>Specification</a:t>
            </a:r>
            <a:r>
              <a:rPr lang="fr-FR" altLang="fr-FR" dirty="0">
                <a:latin typeface="Arial" charset="0"/>
                <a:cs typeface="Arial" charset="0"/>
              </a:rPr>
              <a:t> </a:t>
            </a:r>
            <a:r>
              <a:rPr lang="fr-FR" altLang="fr-FR" dirty="0" err="1">
                <a:latin typeface="Arial" charset="0"/>
                <a:cs typeface="Arial" charset="0"/>
              </a:rPr>
              <a:t>Language</a:t>
            </a:r>
            <a:endParaRPr lang="fr-FR" altLang="fr-FR" dirty="0">
              <a:latin typeface="Arial" charset="0"/>
              <a:cs typeface="Arial" charset="0"/>
            </a:endParaRPr>
          </a:p>
          <a:p>
            <a:pPr marL="342900" indent="-342900" eaLnBrk="1" hangingPunct="1">
              <a:spcBef>
                <a:spcPct val="40000"/>
              </a:spcBef>
              <a:buClrTx/>
              <a:buSzTx/>
              <a:defRPr/>
            </a:pPr>
            <a:r>
              <a:rPr lang="fr-FR" altLang="fr-FR" dirty="0">
                <a:latin typeface="Arial" charset="0"/>
                <a:cs typeface="Arial" charset="0"/>
              </a:rPr>
              <a:t>EF Designer Content</a:t>
            </a:r>
          </a:p>
        </p:txBody>
      </p:sp>
      <p:sp>
        <p:nvSpPr>
          <p:cNvPr id="17413" name="AutoShape 6">
            <a:extLst>
              <a:ext uri="{FF2B5EF4-FFF2-40B4-BE49-F238E27FC236}">
                <a16:creationId xmlns:a16="http://schemas.microsoft.com/office/drawing/2014/main" xmlns="" id="{6D46880D-AE79-28FA-55B3-E954836D12EE}"/>
              </a:ext>
            </a:extLst>
          </p:cNvPr>
          <p:cNvSpPr>
            <a:spLocks noChangeArrowheads="1"/>
          </p:cNvSpPr>
          <p:nvPr/>
        </p:nvSpPr>
        <p:spPr bwMode="auto">
          <a:xfrm>
            <a:off x="2398714" y="4751516"/>
            <a:ext cx="7407275" cy="77628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Possibilité de génération des 3 fichiers CSDL, SSDL et MSL en dehors de l’Assembly</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xmlns="" id="{85A9B39B-41C6-793B-229C-C58662F7BB56}"/>
              </a:ext>
            </a:extLst>
          </p:cNvPr>
          <p:cNvSpPr>
            <a:spLocks noGrp="1" noChangeArrowheads="1"/>
          </p:cNvSpPr>
          <p:nvPr>
            <p:ph type="body" sz="quarter" idx="12"/>
          </p:nvPr>
        </p:nvSpPr>
        <p:spPr/>
        <p:txBody>
          <a:bodyPr/>
          <a:lstStyle/>
          <a:p>
            <a:pPr eaLnBrk="1" hangingPunct="1"/>
            <a:r>
              <a:rPr lang="fr-FR" altLang="fr-FR"/>
              <a:t>Pourquoi l’approche Code First</a:t>
            </a:r>
          </a:p>
          <a:p>
            <a:pPr eaLnBrk="1" hangingPunct="1"/>
            <a:r>
              <a:rPr lang="fr-FR" altLang="fr-FR"/>
              <a:t>Création de classes d’entité</a:t>
            </a:r>
          </a:p>
          <a:p>
            <a:pPr eaLnBrk="1" hangingPunct="1"/>
            <a:r>
              <a:rPr lang="fr-FR" altLang="fr-FR"/>
              <a:t>Annotations</a:t>
            </a:r>
          </a:p>
          <a:p>
            <a:pPr eaLnBrk="1" hangingPunct="1"/>
            <a:r>
              <a:rPr lang="fr-FR" altLang="fr-FR"/>
              <a:t>Migrations</a:t>
            </a:r>
          </a:p>
          <a:p>
            <a:pPr eaLnBrk="1" hangingPunct="1"/>
            <a:r>
              <a:rPr lang="fr-FR" altLang="fr-FR"/>
              <a:t>Entity Framework Core (EF 7)</a:t>
            </a:r>
          </a:p>
        </p:txBody>
      </p:sp>
      <p:sp>
        <p:nvSpPr>
          <p:cNvPr id="18434" name="Rectangle 2">
            <a:extLst>
              <a:ext uri="{FF2B5EF4-FFF2-40B4-BE49-F238E27FC236}">
                <a16:creationId xmlns:a16="http://schemas.microsoft.com/office/drawing/2014/main" xmlns="" id="{38798E0C-98B7-E7BA-0B1D-9550945F5AA6}"/>
              </a:ext>
            </a:extLst>
          </p:cNvPr>
          <p:cNvSpPr>
            <a:spLocks noGrp="1" noChangeArrowheads="1"/>
          </p:cNvSpPr>
          <p:nvPr>
            <p:ph type="title"/>
          </p:nvPr>
        </p:nvSpPr>
        <p:spPr/>
        <p:txBody>
          <a:bodyPr/>
          <a:lstStyle/>
          <a:p>
            <a:pPr eaLnBrk="1" hangingPunct="1"/>
            <a:r>
              <a:rPr lang="fr-FR" altLang="fr-FR"/>
              <a:t>Leçon 3: Entity Framework 7 et l’approche Code First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6">
            <a:extLst>
              <a:ext uri="{FF2B5EF4-FFF2-40B4-BE49-F238E27FC236}">
                <a16:creationId xmlns:a16="http://schemas.microsoft.com/office/drawing/2014/main" xmlns="" id="{27CD739D-033D-D049-1C9F-C0C80A3C9F56}"/>
              </a:ext>
            </a:extLst>
          </p:cNvPr>
          <p:cNvSpPr>
            <a:spLocks noGrp="1"/>
          </p:cNvSpPr>
          <p:nvPr>
            <p:ph type="title"/>
          </p:nvPr>
        </p:nvSpPr>
        <p:spPr/>
        <p:txBody>
          <a:bodyPr/>
          <a:lstStyle/>
          <a:p>
            <a:pPr eaLnBrk="1" hangingPunct="1"/>
            <a:r>
              <a:rPr lang="fr-FR" altLang="fr-FR"/>
              <a:t>Pourquoi l’approche Code First?</a:t>
            </a:r>
          </a:p>
        </p:txBody>
      </p:sp>
      <p:sp>
        <p:nvSpPr>
          <p:cNvPr id="19459" name="AutoShape 5">
            <a:extLst>
              <a:ext uri="{FF2B5EF4-FFF2-40B4-BE49-F238E27FC236}">
                <a16:creationId xmlns:a16="http://schemas.microsoft.com/office/drawing/2014/main" xmlns="" id="{772A0BC0-C852-9228-F566-F98602FF5B5B}"/>
              </a:ext>
            </a:extLst>
          </p:cNvPr>
          <p:cNvSpPr>
            <a:spLocks noChangeArrowheads="1"/>
          </p:cNvSpPr>
          <p:nvPr/>
        </p:nvSpPr>
        <p:spPr bwMode="auto">
          <a:xfrm>
            <a:off x="2025650" y="1417702"/>
            <a:ext cx="8140700" cy="4411663"/>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b="0"/>
          </a:p>
        </p:txBody>
      </p:sp>
      <p:sp>
        <p:nvSpPr>
          <p:cNvPr id="19460" name="AutoShape 6">
            <a:extLst>
              <a:ext uri="{FF2B5EF4-FFF2-40B4-BE49-F238E27FC236}">
                <a16:creationId xmlns:a16="http://schemas.microsoft.com/office/drawing/2014/main" xmlns="" id="{4DF68A2B-8165-3798-9A95-319AC6BF5980}"/>
              </a:ext>
            </a:extLst>
          </p:cNvPr>
          <p:cNvSpPr>
            <a:spLocks noChangeArrowheads="1"/>
          </p:cNvSpPr>
          <p:nvPr/>
        </p:nvSpPr>
        <p:spPr bwMode="auto">
          <a:xfrm>
            <a:off x="2398714" y="3765614"/>
            <a:ext cx="7407275" cy="5461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Réutilisation du code dans d’autres projets sans EF</a:t>
            </a:r>
          </a:p>
        </p:txBody>
      </p:sp>
      <p:sp>
        <p:nvSpPr>
          <p:cNvPr id="19461" name="AutoShape 6">
            <a:extLst>
              <a:ext uri="{FF2B5EF4-FFF2-40B4-BE49-F238E27FC236}">
                <a16:creationId xmlns:a16="http://schemas.microsoft.com/office/drawing/2014/main" xmlns="" id="{0F7BBA19-A495-7AF6-7E64-385472F2B5A1}"/>
              </a:ext>
            </a:extLst>
          </p:cNvPr>
          <p:cNvSpPr>
            <a:spLocks noChangeArrowheads="1"/>
          </p:cNvSpPr>
          <p:nvPr/>
        </p:nvSpPr>
        <p:spPr bwMode="auto">
          <a:xfrm>
            <a:off x="2398714" y="1779651"/>
            <a:ext cx="7407275" cy="6667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Maîtrise des classes d’entité</a:t>
            </a:r>
            <a:endParaRPr lang="fr-FR" altLang="fr-FR" sz="2000">
              <a:latin typeface="Arial" panose="020B0604020202020204" pitchFamily="34" charset="0"/>
            </a:endParaRPr>
          </a:p>
        </p:txBody>
      </p:sp>
      <p:sp>
        <p:nvSpPr>
          <p:cNvPr id="19462" name="AutoShape 6">
            <a:extLst>
              <a:ext uri="{FF2B5EF4-FFF2-40B4-BE49-F238E27FC236}">
                <a16:creationId xmlns:a16="http://schemas.microsoft.com/office/drawing/2014/main" xmlns="" id="{BACE543F-D120-E019-E970-A0E13DC4B060}"/>
              </a:ext>
            </a:extLst>
          </p:cNvPr>
          <p:cNvSpPr>
            <a:spLocks noChangeArrowheads="1"/>
          </p:cNvSpPr>
          <p:nvPr/>
        </p:nvSpPr>
        <p:spPr bwMode="auto">
          <a:xfrm>
            <a:off x="2392364" y="2844864"/>
            <a:ext cx="7407275" cy="58896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Limite les dépendances avec le mécanisme de mapping O-R</a:t>
            </a:r>
          </a:p>
        </p:txBody>
      </p:sp>
      <p:sp>
        <p:nvSpPr>
          <p:cNvPr id="19463" name="AutoShape 6">
            <a:extLst>
              <a:ext uri="{FF2B5EF4-FFF2-40B4-BE49-F238E27FC236}">
                <a16:creationId xmlns:a16="http://schemas.microsoft.com/office/drawing/2014/main" xmlns="" id="{6CE2BFE2-B2F9-3800-5DBB-410EA99F7619}"/>
              </a:ext>
            </a:extLst>
          </p:cNvPr>
          <p:cNvSpPr>
            <a:spLocks noChangeArrowheads="1"/>
          </p:cNvSpPr>
          <p:nvPr/>
        </p:nvSpPr>
        <p:spPr bwMode="auto">
          <a:xfrm>
            <a:off x="2398714" y="4703826"/>
            <a:ext cx="7407275" cy="5461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Principal inconvénient: écrire du code !</a:t>
            </a:r>
          </a:p>
        </p:txBody>
      </p:sp>
      <p:sp>
        <p:nvSpPr>
          <p:cNvPr id="19464" name="AutoShape 6">
            <a:extLst>
              <a:ext uri="{FF2B5EF4-FFF2-40B4-BE49-F238E27FC236}">
                <a16:creationId xmlns:a16="http://schemas.microsoft.com/office/drawing/2014/main" xmlns="" id="{4CFA3C47-8AC3-B9A0-4258-2D2E30BBCAF2}"/>
              </a:ext>
            </a:extLst>
          </p:cNvPr>
          <p:cNvSpPr>
            <a:spLocks noChangeArrowheads="1"/>
          </p:cNvSpPr>
          <p:nvPr/>
        </p:nvSpPr>
        <p:spPr bwMode="auto">
          <a:xfrm>
            <a:off x="7202488" y="4589526"/>
            <a:ext cx="3041650" cy="18034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a:latin typeface="Arial" panose="020B0604020202020204" pitchFamily="34" charset="0"/>
              </a:rPr>
              <a:t>Note</a:t>
            </a:r>
            <a:r>
              <a:rPr lang="fr-FR" altLang="fr-FR" sz="2000" b="0">
                <a:latin typeface="Arial" panose="020B0604020202020204" pitchFamily="34" charset="0"/>
              </a:rPr>
              <a:t>: VS 2015 permet de mettre en œuvre un modèle Code First à partir d’une base existante sans EDMX</a:t>
            </a:r>
            <a:endParaRPr lang="fr-FR" altLang="fr-FR" sz="2000">
              <a:latin typeface="Arial"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6">
            <a:extLst>
              <a:ext uri="{FF2B5EF4-FFF2-40B4-BE49-F238E27FC236}">
                <a16:creationId xmlns:a16="http://schemas.microsoft.com/office/drawing/2014/main" xmlns="" id="{AE8257B4-9040-9548-5DDA-9664BF956B15}"/>
              </a:ext>
            </a:extLst>
          </p:cNvPr>
          <p:cNvSpPr>
            <a:spLocks noGrp="1"/>
          </p:cNvSpPr>
          <p:nvPr>
            <p:ph type="title"/>
          </p:nvPr>
        </p:nvSpPr>
        <p:spPr/>
        <p:txBody>
          <a:bodyPr/>
          <a:lstStyle/>
          <a:p>
            <a:pPr eaLnBrk="1" hangingPunct="1"/>
            <a:r>
              <a:rPr lang="fr-FR" altLang="fr-FR"/>
              <a:t>Création de classes d’entité</a:t>
            </a:r>
          </a:p>
        </p:txBody>
      </p:sp>
      <p:sp>
        <p:nvSpPr>
          <p:cNvPr id="20483" name="AutoShape 3">
            <a:extLst>
              <a:ext uri="{FF2B5EF4-FFF2-40B4-BE49-F238E27FC236}">
                <a16:creationId xmlns:a16="http://schemas.microsoft.com/office/drawing/2014/main" xmlns="" id="{EB7896F7-2738-E578-8702-6A55563EEB6E}"/>
              </a:ext>
            </a:extLst>
          </p:cNvPr>
          <p:cNvSpPr>
            <a:spLocks noChangeArrowheads="1"/>
          </p:cNvSpPr>
          <p:nvPr/>
        </p:nvSpPr>
        <p:spPr bwMode="auto">
          <a:xfrm>
            <a:off x="2060576" y="3920555"/>
            <a:ext cx="4554537" cy="254793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90000"/>
              </a:lnSpc>
              <a:spcBef>
                <a:spcPct val="70000"/>
              </a:spcBef>
              <a:spcAft>
                <a:spcPts val="1000"/>
              </a:spcAft>
              <a:buClr>
                <a:schemeClr val="hlink"/>
              </a:buClr>
              <a:buSzPct val="90000"/>
            </a:pP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public class Photo {</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   public int PhotoID { get; set; }</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   public string Title { get; set; }</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   public byte[] PhotoFile { get; set; }</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   public string Description { get; set; }</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   public DateTime CreatedDate { get; set; }</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   public string Owner { get; set; }</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   public virtual ICollection&lt;Comment&gt;</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 	Comments { get; set; }</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a:t>
            </a:r>
          </a:p>
        </p:txBody>
      </p:sp>
      <p:sp>
        <p:nvSpPr>
          <p:cNvPr id="20484" name="AutoShape 3">
            <a:extLst>
              <a:ext uri="{FF2B5EF4-FFF2-40B4-BE49-F238E27FC236}">
                <a16:creationId xmlns:a16="http://schemas.microsoft.com/office/drawing/2014/main" xmlns="" id="{9CEDCBAF-1DCC-326A-1F43-17394FE6D08D}"/>
              </a:ext>
            </a:extLst>
          </p:cNvPr>
          <p:cNvSpPr>
            <a:spLocks noChangeArrowheads="1"/>
          </p:cNvSpPr>
          <p:nvPr/>
        </p:nvSpPr>
        <p:spPr bwMode="auto">
          <a:xfrm>
            <a:off x="6096000" y="1347216"/>
            <a:ext cx="4259262" cy="21971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90000"/>
              </a:lnSpc>
              <a:spcBef>
                <a:spcPct val="70000"/>
              </a:spcBef>
              <a:spcAft>
                <a:spcPts val="1000"/>
              </a:spcAft>
              <a:buClr>
                <a:schemeClr val="hlink"/>
              </a:buClr>
              <a:buSzPct val="90000"/>
            </a:pP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public class Comment</a:t>
            </a:r>
            <a:r>
              <a:rPr lang="en-GB" altLang="fr-FR" sz="1600" b="0">
                <a:latin typeface="Lucida Sans Unicode" panose="020B0602030504020204" pitchFamily="34" charset="0"/>
                <a:ea typeface="Times New Roman" panose="02020603050405020304" pitchFamily="18" charset="0"/>
                <a:cs typeface="Lucida Sans Unicode" panose="020B0602030504020204" pitchFamily="34" charset="0"/>
              </a:rPr>
              <a:t> </a:t>
            </a: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   public int CommentID { get; set; }</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   public int PhotoID { get; set; }</a:t>
            </a:r>
            <a:r>
              <a:rPr lang="fr-FR" altLang="fr-FR" sz="1600" b="0">
                <a:latin typeface="Lucida Sans Unicode" panose="020B0602030504020204" pitchFamily="34" charset="0"/>
                <a:ea typeface="Times New Roman" panose="02020603050405020304" pitchFamily="18" charset="0"/>
                <a:cs typeface="Lucida Sans Unicode" panose="020B0602030504020204" pitchFamily="34" charset="0"/>
              </a:rPr>
              <a:t/>
            </a:r>
            <a:br>
              <a:rPr lang="fr-FR"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fr-FR" altLang="fr-FR" sz="1600" b="0">
                <a:latin typeface="Lucida Sans Unicode" panose="020B0602030504020204" pitchFamily="34" charset="0"/>
                <a:ea typeface="Times New Roman" panose="02020603050405020304" pitchFamily="18" charset="0"/>
                <a:cs typeface="Lucida Sans Unicode" panose="020B0602030504020204" pitchFamily="34" charset="0"/>
              </a:rPr>
              <a:t>   </a:t>
            </a: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public string UserName { get; set; }</a:t>
            </a:r>
            <a:r>
              <a:rPr lang="fr-FR" altLang="fr-FR" sz="1600" b="0">
                <a:latin typeface="Lucida Sans Unicode" panose="020B0602030504020204" pitchFamily="34" charset="0"/>
                <a:ea typeface="Times New Roman" panose="02020603050405020304" pitchFamily="18" charset="0"/>
                <a:cs typeface="Lucida Sans Unicode" panose="020B0602030504020204" pitchFamily="34" charset="0"/>
              </a:rPr>
              <a:t/>
            </a:r>
            <a:br>
              <a:rPr lang="fr-FR"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fr-FR" altLang="fr-FR" sz="1600" b="0">
                <a:latin typeface="Lucida Sans Unicode" panose="020B0602030504020204" pitchFamily="34" charset="0"/>
                <a:ea typeface="Times New Roman" panose="02020603050405020304" pitchFamily="18" charset="0"/>
                <a:cs typeface="Lucida Sans Unicode" panose="020B0602030504020204" pitchFamily="34" charset="0"/>
              </a:rPr>
              <a:t>   </a:t>
            </a: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public string Subject { get; set; }</a:t>
            </a:r>
            <a:b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  </a:t>
            </a:r>
            <a:r>
              <a:rPr lang="en-GB" altLang="fr-FR" sz="1600" b="0">
                <a:latin typeface="Lucida Sans Unicode" panose="020B0602030504020204" pitchFamily="34" charset="0"/>
                <a:ea typeface="Times New Roman" panose="02020603050405020304" pitchFamily="18" charset="0"/>
                <a:cs typeface="Lucida Sans Unicode" panose="020B0602030504020204" pitchFamily="34" charset="0"/>
              </a:rPr>
              <a:t> </a:t>
            </a: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public string Body { get; set; }</a:t>
            </a:r>
            <a:r>
              <a:rPr lang="fr-FR" altLang="fr-FR" sz="1600" b="0">
                <a:latin typeface="Lucida Sans Unicode" panose="020B0602030504020204" pitchFamily="34" charset="0"/>
                <a:ea typeface="Times New Roman" panose="02020603050405020304" pitchFamily="18" charset="0"/>
                <a:cs typeface="Lucida Sans Unicode" panose="020B0602030504020204" pitchFamily="34" charset="0"/>
              </a:rPr>
              <a:t/>
            </a:r>
            <a:br>
              <a:rPr lang="fr-FR"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fr-FR" altLang="fr-FR" sz="1600" b="0">
                <a:latin typeface="Lucida Sans Unicode" panose="020B0602030504020204" pitchFamily="34" charset="0"/>
                <a:ea typeface="Times New Roman" panose="02020603050405020304" pitchFamily="18" charset="0"/>
                <a:cs typeface="Lucida Sans Unicode" panose="020B0602030504020204" pitchFamily="34" charset="0"/>
              </a:rPr>
              <a:t>   </a:t>
            </a: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public virtual Photo Photo { get; set; }</a:t>
            </a:r>
            <a:r>
              <a:rPr lang="en-GB" altLang="fr-FR" sz="1600" b="0">
                <a:latin typeface="Lucida Sans Unicode" panose="020B0602030504020204" pitchFamily="34" charset="0"/>
                <a:ea typeface="Times New Roman" panose="02020603050405020304" pitchFamily="18" charset="0"/>
                <a:cs typeface="Lucida Sans Unicode" panose="020B0602030504020204" pitchFamily="34" charset="0"/>
              </a:rPr>
              <a:t/>
            </a:r>
            <a:br>
              <a:rPr lang="en-GB" altLang="fr-FR" sz="1600" b="0">
                <a:latin typeface="Lucida Sans Unicode" panose="020B0602030504020204" pitchFamily="34" charset="0"/>
                <a:ea typeface="Times New Roman" panose="02020603050405020304" pitchFamily="18" charset="0"/>
                <a:cs typeface="Lucida Sans Unicode" panose="020B0602030504020204" pitchFamily="34" charset="0"/>
              </a:rPr>
            </a:br>
            <a:r>
              <a:rPr lang="en-US" altLang="fr-FR" sz="1600" b="0">
                <a:latin typeface="Lucida Sans Unicode" panose="020B0602030504020204" pitchFamily="34" charset="0"/>
                <a:ea typeface="Times New Roman" panose="02020603050405020304" pitchFamily="18" charset="0"/>
                <a:cs typeface="Lucida Sans Unicode" panose="020B0602030504020204" pitchFamily="34" charset="0"/>
              </a:rPr>
              <a:t>}</a:t>
            </a:r>
            <a:endParaRPr lang="en-GB" altLang="fr-FR" sz="1600" b="0">
              <a:latin typeface="Lucida Sans Unicode" panose="020B0602030504020204" pitchFamily="34" charset="0"/>
              <a:ea typeface="Times New Roman" panose="02020603050405020304" pitchFamily="18" charset="0"/>
              <a:cs typeface="Lucida Sans Unicode" panose="020B0602030504020204" pitchFamily="34" charset="0"/>
            </a:endParaRPr>
          </a:p>
        </p:txBody>
      </p:sp>
      <p:sp>
        <p:nvSpPr>
          <p:cNvPr id="20485" name="Rectangle 20">
            <a:extLst>
              <a:ext uri="{FF2B5EF4-FFF2-40B4-BE49-F238E27FC236}">
                <a16:creationId xmlns:a16="http://schemas.microsoft.com/office/drawing/2014/main" xmlns="" id="{18A5A188-9C61-5125-200C-0549397B93EC}"/>
              </a:ext>
            </a:extLst>
          </p:cNvPr>
          <p:cNvSpPr>
            <a:spLocks noChangeArrowheads="1"/>
          </p:cNvSpPr>
          <p:nvPr/>
        </p:nvSpPr>
        <p:spPr bwMode="auto">
          <a:xfrm>
            <a:off x="2328863" y="3166491"/>
            <a:ext cx="1827213" cy="3063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486" name="Rectangle 21">
            <a:extLst>
              <a:ext uri="{FF2B5EF4-FFF2-40B4-BE49-F238E27FC236}">
                <a16:creationId xmlns:a16="http://schemas.microsoft.com/office/drawing/2014/main" xmlns="" id="{B5E372D6-977E-02A6-49AC-66351E84BC53}"/>
              </a:ext>
            </a:extLst>
          </p:cNvPr>
          <p:cNvSpPr>
            <a:spLocks noChangeArrowheads="1"/>
          </p:cNvSpPr>
          <p:nvPr/>
        </p:nvSpPr>
        <p:spPr bwMode="auto">
          <a:xfrm>
            <a:off x="2328863" y="3166491"/>
            <a:ext cx="1827213" cy="306388"/>
          </a:xfrm>
          <a:prstGeom prst="rect">
            <a:avLst/>
          </a:prstGeom>
          <a:noFill/>
          <a:ln w="174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487" name="Rectangle 22">
            <a:extLst>
              <a:ext uri="{FF2B5EF4-FFF2-40B4-BE49-F238E27FC236}">
                <a16:creationId xmlns:a16="http://schemas.microsoft.com/office/drawing/2014/main" xmlns="" id="{E5945907-B3ED-68CD-2672-58F95FAB3D8D}"/>
              </a:ext>
            </a:extLst>
          </p:cNvPr>
          <p:cNvSpPr>
            <a:spLocks noChangeArrowheads="1"/>
          </p:cNvSpPr>
          <p:nvPr/>
        </p:nvSpPr>
        <p:spPr bwMode="auto">
          <a:xfrm>
            <a:off x="2328863" y="1725041"/>
            <a:ext cx="1827213" cy="1441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488" name="Rectangle 23">
            <a:extLst>
              <a:ext uri="{FF2B5EF4-FFF2-40B4-BE49-F238E27FC236}">
                <a16:creationId xmlns:a16="http://schemas.microsoft.com/office/drawing/2014/main" xmlns="" id="{DD52CC8E-5520-7D36-C52D-F8D709EC88A2}"/>
              </a:ext>
            </a:extLst>
          </p:cNvPr>
          <p:cNvSpPr>
            <a:spLocks noChangeArrowheads="1"/>
          </p:cNvSpPr>
          <p:nvPr/>
        </p:nvSpPr>
        <p:spPr bwMode="auto">
          <a:xfrm>
            <a:off x="2328863" y="1725041"/>
            <a:ext cx="1827213" cy="1441450"/>
          </a:xfrm>
          <a:prstGeom prst="rect">
            <a:avLst/>
          </a:prstGeom>
          <a:noFill/>
          <a:ln w="174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489" name="Rectangle 24">
            <a:extLst>
              <a:ext uri="{FF2B5EF4-FFF2-40B4-BE49-F238E27FC236}">
                <a16:creationId xmlns:a16="http://schemas.microsoft.com/office/drawing/2014/main" xmlns="" id="{8A219C10-49CF-651A-6376-C2877C3720E8}"/>
              </a:ext>
            </a:extLst>
          </p:cNvPr>
          <p:cNvSpPr>
            <a:spLocks noChangeArrowheads="1"/>
          </p:cNvSpPr>
          <p:nvPr/>
        </p:nvSpPr>
        <p:spPr bwMode="auto">
          <a:xfrm>
            <a:off x="2346325" y="1737742"/>
            <a:ext cx="625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490" name="Rectangle 25">
            <a:extLst>
              <a:ext uri="{FF2B5EF4-FFF2-40B4-BE49-F238E27FC236}">
                <a16:creationId xmlns:a16="http://schemas.microsoft.com/office/drawing/2014/main" xmlns="" id="{7DD376DC-8ABB-F013-A1AC-D2093239A53A}"/>
              </a:ext>
            </a:extLst>
          </p:cNvPr>
          <p:cNvSpPr>
            <a:spLocks noChangeArrowheads="1"/>
          </p:cNvSpPr>
          <p:nvPr/>
        </p:nvSpPr>
        <p:spPr bwMode="auto">
          <a:xfrm>
            <a:off x="2420937" y="1737742"/>
            <a:ext cx="72257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PhotoID </a:t>
            </a:r>
            <a:endParaRPr lang="fr-FR" altLang="fr-FR"/>
          </a:p>
        </p:txBody>
      </p:sp>
      <p:sp>
        <p:nvSpPr>
          <p:cNvPr id="20491" name="Rectangle 26">
            <a:extLst>
              <a:ext uri="{FF2B5EF4-FFF2-40B4-BE49-F238E27FC236}">
                <a16:creationId xmlns:a16="http://schemas.microsoft.com/office/drawing/2014/main" xmlns="" id="{CB7A8F01-528A-4A40-6FD2-1120B70EC726}"/>
              </a:ext>
            </a:extLst>
          </p:cNvPr>
          <p:cNvSpPr>
            <a:spLocks noChangeArrowheads="1"/>
          </p:cNvSpPr>
          <p:nvPr/>
        </p:nvSpPr>
        <p:spPr bwMode="auto">
          <a:xfrm>
            <a:off x="3111500" y="1737742"/>
            <a:ext cx="1009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 </a:t>
            </a:r>
            <a:endParaRPr lang="fr-FR" altLang="fr-FR"/>
          </a:p>
        </p:txBody>
      </p:sp>
      <p:sp>
        <p:nvSpPr>
          <p:cNvPr id="20492" name="Rectangle 27">
            <a:extLst>
              <a:ext uri="{FF2B5EF4-FFF2-40B4-BE49-F238E27FC236}">
                <a16:creationId xmlns:a16="http://schemas.microsoft.com/office/drawing/2014/main" xmlns="" id="{0A3369A8-16C7-154F-A2E2-F5A09DD1160B}"/>
              </a:ext>
            </a:extLst>
          </p:cNvPr>
          <p:cNvSpPr>
            <a:spLocks noChangeArrowheads="1"/>
          </p:cNvSpPr>
          <p:nvPr/>
        </p:nvSpPr>
        <p:spPr bwMode="auto">
          <a:xfrm>
            <a:off x="3203575" y="1737742"/>
            <a:ext cx="22089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int</a:t>
            </a:r>
            <a:endParaRPr lang="fr-FR" altLang="fr-FR"/>
          </a:p>
        </p:txBody>
      </p:sp>
      <p:sp>
        <p:nvSpPr>
          <p:cNvPr id="20493" name="Rectangle 28">
            <a:extLst>
              <a:ext uri="{FF2B5EF4-FFF2-40B4-BE49-F238E27FC236}">
                <a16:creationId xmlns:a16="http://schemas.microsoft.com/office/drawing/2014/main" xmlns="" id="{87E9052A-3238-C7DF-B61F-BB20AA70D01E}"/>
              </a:ext>
            </a:extLst>
          </p:cNvPr>
          <p:cNvSpPr>
            <a:spLocks noChangeArrowheads="1"/>
          </p:cNvSpPr>
          <p:nvPr/>
        </p:nvSpPr>
        <p:spPr bwMode="auto">
          <a:xfrm>
            <a:off x="2346325" y="1974280"/>
            <a:ext cx="625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494" name="Rectangle 29">
            <a:extLst>
              <a:ext uri="{FF2B5EF4-FFF2-40B4-BE49-F238E27FC236}">
                <a16:creationId xmlns:a16="http://schemas.microsoft.com/office/drawing/2014/main" xmlns="" id="{1B85947F-A42E-9876-9242-EE525B42C878}"/>
              </a:ext>
            </a:extLst>
          </p:cNvPr>
          <p:cNvSpPr>
            <a:spLocks noChangeArrowheads="1"/>
          </p:cNvSpPr>
          <p:nvPr/>
        </p:nvSpPr>
        <p:spPr bwMode="auto">
          <a:xfrm>
            <a:off x="2420938" y="1974280"/>
            <a:ext cx="4103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Title </a:t>
            </a:r>
            <a:endParaRPr lang="fr-FR" altLang="fr-FR"/>
          </a:p>
        </p:txBody>
      </p:sp>
      <p:sp>
        <p:nvSpPr>
          <p:cNvPr id="20495" name="Rectangle 30">
            <a:extLst>
              <a:ext uri="{FF2B5EF4-FFF2-40B4-BE49-F238E27FC236}">
                <a16:creationId xmlns:a16="http://schemas.microsoft.com/office/drawing/2014/main" xmlns="" id="{D0059957-8572-EA57-39C8-046FD9A0EF42}"/>
              </a:ext>
            </a:extLst>
          </p:cNvPr>
          <p:cNvSpPr>
            <a:spLocks noChangeArrowheads="1"/>
          </p:cNvSpPr>
          <p:nvPr/>
        </p:nvSpPr>
        <p:spPr bwMode="auto">
          <a:xfrm>
            <a:off x="2813050" y="1974280"/>
            <a:ext cx="1009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 </a:t>
            </a:r>
            <a:endParaRPr lang="fr-FR" altLang="fr-FR"/>
          </a:p>
        </p:txBody>
      </p:sp>
      <p:sp>
        <p:nvSpPr>
          <p:cNvPr id="20496" name="Rectangle 31">
            <a:extLst>
              <a:ext uri="{FF2B5EF4-FFF2-40B4-BE49-F238E27FC236}">
                <a16:creationId xmlns:a16="http://schemas.microsoft.com/office/drawing/2014/main" xmlns="" id="{54B844CA-C8A4-AD3D-08BC-D7BB20A3B359}"/>
              </a:ext>
            </a:extLst>
          </p:cNvPr>
          <p:cNvSpPr>
            <a:spLocks noChangeArrowheads="1"/>
          </p:cNvSpPr>
          <p:nvPr/>
        </p:nvSpPr>
        <p:spPr bwMode="auto">
          <a:xfrm>
            <a:off x="2905126" y="1974280"/>
            <a:ext cx="4689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string</a:t>
            </a:r>
            <a:endParaRPr lang="fr-FR" altLang="fr-FR"/>
          </a:p>
        </p:txBody>
      </p:sp>
      <p:sp>
        <p:nvSpPr>
          <p:cNvPr id="20497" name="Rectangle 32">
            <a:extLst>
              <a:ext uri="{FF2B5EF4-FFF2-40B4-BE49-F238E27FC236}">
                <a16:creationId xmlns:a16="http://schemas.microsoft.com/office/drawing/2014/main" xmlns="" id="{443CDAD5-6B7D-B242-FEBF-36714240C932}"/>
              </a:ext>
            </a:extLst>
          </p:cNvPr>
          <p:cNvSpPr>
            <a:spLocks noChangeArrowheads="1"/>
          </p:cNvSpPr>
          <p:nvPr/>
        </p:nvSpPr>
        <p:spPr bwMode="auto">
          <a:xfrm>
            <a:off x="2346325" y="2209230"/>
            <a:ext cx="625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498" name="Rectangle 33">
            <a:extLst>
              <a:ext uri="{FF2B5EF4-FFF2-40B4-BE49-F238E27FC236}">
                <a16:creationId xmlns:a16="http://schemas.microsoft.com/office/drawing/2014/main" xmlns="" id="{8B467791-E4A8-B0FF-5A98-F810ADE43C6C}"/>
              </a:ext>
            </a:extLst>
          </p:cNvPr>
          <p:cNvSpPr>
            <a:spLocks noChangeArrowheads="1"/>
          </p:cNvSpPr>
          <p:nvPr/>
        </p:nvSpPr>
        <p:spPr bwMode="auto">
          <a:xfrm>
            <a:off x="2420937" y="2209230"/>
            <a:ext cx="83478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PhotoFile </a:t>
            </a:r>
            <a:endParaRPr lang="fr-FR" altLang="fr-FR"/>
          </a:p>
        </p:txBody>
      </p:sp>
      <p:sp>
        <p:nvSpPr>
          <p:cNvPr id="20499" name="Rectangle 34">
            <a:extLst>
              <a:ext uri="{FF2B5EF4-FFF2-40B4-BE49-F238E27FC236}">
                <a16:creationId xmlns:a16="http://schemas.microsoft.com/office/drawing/2014/main" xmlns="" id="{892F3980-5E2B-010B-D6BC-468DB56F166F}"/>
              </a:ext>
            </a:extLst>
          </p:cNvPr>
          <p:cNvSpPr>
            <a:spLocks noChangeArrowheads="1"/>
          </p:cNvSpPr>
          <p:nvPr/>
        </p:nvSpPr>
        <p:spPr bwMode="auto">
          <a:xfrm>
            <a:off x="3222625" y="2209230"/>
            <a:ext cx="1009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 </a:t>
            </a:r>
            <a:endParaRPr lang="fr-FR" altLang="fr-FR"/>
          </a:p>
        </p:txBody>
      </p:sp>
      <p:sp>
        <p:nvSpPr>
          <p:cNvPr id="20500" name="Rectangle 35">
            <a:extLst>
              <a:ext uri="{FF2B5EF4-FFF2-40B4-BE49-F238E27FC236}">
                <a16:creationId xmlns:a16="http://schemas.microsoft.com/office/drawing/2014/main" xmlns="" id="{853C0028-033F-CFC7-720B-D37CEA667D6E}"/>
              </a:ext>
            </a:extLst>
          </p:cNvPr>
          <p:cNvSpPr>
            <a:spLocks noChangeArrowheads="1"/>
          </p:cNvSpPr>
          <p:nvPr/>
        </p:nvSpPr>
        <p:spPr bwMode="auto">
          <a:xfrm>
            <a:off x="3316288" y="2209230"/>
            <a:ext cx="3697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byte</a:t>
            </a:r>
            <a:endParaRPr lang="fr-FR" altLang="fr-FR"/>
          </a:p>
        </p:txBody>
      </p:sp>
      <p:sp>
        <p:nvSpPr>
          <p:cNvPr id="20501" name="Rectangle 36">
            <a:extLst>
              <a:ext uri="{FF2B5EF4-FFF2-40B4-BE49-F238E27FC236}">
                <a16:creationId xmlns:a16="http://schemas.microsoft.com/office/drawing/2014/main" xmlns="" id="{655AD31D-50BE-9182-D98A-EBD93199F120}"/>
              </a:ext>
            </a:extLst>
          </p:cNvPr>
          <p:cNvSpPr>
            <a:spLocks noChangeArrowheads="1"/>
          </p:cNvSpPr>
          <p:nvPr/>
        </p:nvSpPr>
        <p:spPr bwMode="auto">
          <a:xfrm>
            <a:off x="2346325" y="2445767"/>
            <a:ext cx="625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502" name="Rectangle 37">
            <a:extLst>
              <a:ext uri="{FF2B5EF4-FFF2-40B4-BE49-F238E27FC236}">
                <a16:creationId xmlns:a16="http://schemas.microsoft.com/office/drawing/2014/main" xmlns="" id="{6F2C7887-A66A-2DE3-17E9-B69E742801B6}"/>
              </a:ext>
            </a:extLst>
          </p:cNvPr>
          <p:cNvSpPr>
            <a:spLocks noChangeArrowheads="1"/>
          </p:cNvSpPr>
          <p:nvPr/>
        </p:nvSpPr>
        <p:spPr bwMode="auto">
          <a:xfrm>
            <a:off x="2420937" y="2445767"/>
            <a:ext cx="99937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Description </a:t>
            </a:r>
            <a:endParaRPr lang="fr-FR" altLang="fr-FR"/>
          </a:p>
        </p:txBody>
      </p:sp>
      <p:sp>
        <p:nvSpPr>
          <p:cNvPr id="20503" name="Rectangle 38">
            <a:extLst>
              <a:ext uri="{FF2B5EF4-FFF2-40B4-BE49-F238E27FC236}">
                <a16:creationId xmlns:a16="http://schemas.microsoft.com/office/drawing/2014/main" xmlns="" id="{9D3B2D44-DA62-876C-9426-F103C4898A28}"/>
              </a:ext>
            </a:extLst>
          </p:cNvPr>
          <p:cNvSpPr>
            <a:spLocks noChangeArrowheads="1"/>
          </p:cNvSpPr>
          <p:nvPr/>
        </p:nvSpPr>
        <p:spPr bwMode="auto">
          <a:xfrm>
            <a:off x="3390900" y="2445767"/>
            <a:ext cx="1009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 </a:t>
            </a:r>
            <a:endParaRPr lang="fr-FR" altLang="fr-FR"/>
          </a:p>
        </p:txBody>
      </p:sp>
      <p:sp>
        <p:nvSpPr>
          <p:cNvPr id="20504" name="Rectangle 39">
            <a:extLst>
              <a:ext uri="{FF2B5EF4-FFF2-40B4-BE49-F238E27FC236}">
                <a16:creationId xmlns:a16="http://schemas.microsoft.com/office/drawing/2014/main" xmlns="" id="{2D48DC2C-05E3-4D34-B542-BE9D7F7D64C7}"/>
              </a:ext>
            </a:extLst>
          </p:cNvPr>
          <p:cNvSpPr>
            <a:spLocks noChangeArrowheads="1"/>
          </p:cNvSpPr>
          <p:nvPr/>
        </p:nvSpPr>
        <p:spPr bwMode="auto">
          <a:xfrm>
            <a:off x="3482976" y="2445767"/>
            <a:ext cx="4689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string</a:t>
            </a:r>
            <a:endParaRPr lang="fr-FR" altLang="fr-FR"/>
          </a:p>
        </p:txBody>
      </p:sp>
      <p:sp>
        <p:nvSpPr>
          <p:cNvPr id="20505" name="Rectangle 40">
            <a:extLst>
              <a:ext uri="{FF2B5EF4-FFF2-40B4-BE49-F238E27FC236}">
                <a16:creationId xmlns:a16="http://schemas.microsoft.com/office/drawing/2014/main" xmlns="" id="{8CF02970-7DAB-270C-D3F0-4E5CCB80FA31}"/>
              </a:ext>
            </a:extLst>
          </p:cNvPr>
          <p:cNvSpPr>
            <a:spLocks noChangeArrowheads="1"/>
          </p:cNvSpPr>
          <p:nvPr/>
        </p:nvSpPr>
        <p:spPr bwMode="auto">
          <a:xfrm>
            <a:off x="2346325" y="2663255"/>
            <a:ext cx="625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506" name="Rectangle 41">
            <a:extLst>
              <a:ext uri="{FF2B5EF4-FFF2-40B4-BE49-F238E27FC236}">
                <a16:creationId xmlns:a16="http://schemas.microsoft.com/office/drawing/2014/main" xmlns="" id="{A4C29EE4-07B4-DE19-4576-68516C2BBAA8}"/>
              </a:ext>
            </a:extLst>
          </p:cNvPr>
          <p:cNvSpPr>
            <a:spLocks noChangeArrowheads="1"/>
          </p:cNvSpPr>
          <p:nvPr/>
        </p:nvSpPr>
        <p:spPr bwMode="auto">
          <a:xfrm>
            <a:off x="2420937" y="2663255"/>
            <a:ext cx="109196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CreatedDate </a:t>
            </a:r>
            <a:endParaRPr lang="fr-FR" altLang="fr-FR"/>
          </a:p>
        </p:txBody>
      </p:sp>
      <p:sp>
        <p:nvSpPr>
          <p:cNvPr id="20507" name="Rectangle 42">
            <a:extLst>
              <a:ext uri="{FF2B5EF4-FFF2-40B4-BE49-F238E27FC236}">
                <a16:creationId xmlns:a16="http://schemas.microsoft.com/office/drawing/2014/main" xmlns="" id="{27491F06-F949-EECD-9048-047BA7D91125}"/>
              </a:ext>
            </a:extLst>
          </p:cNvPr>
          <p:cNvSpPr>
            <a:spLocks noChangeArrowheads="1"/>
          </p:cNvSpPr>
          <p:nvPr/>
        </p:nvSpPr>
        <p:spPr bwMode="auto">
          <a:xfrm>
            <a:off x="3482975" y="2663255"/>
            <a:ext cx="1009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 </a:t>
            </a:r>
            <a:endParaRPr lang="fr-FR" altLang="fr-FR"/>
          </a:p>
        </p:txBody>
      </p:sp>
      <p:sp>
        <p:nvSpPr>
          <p:cNvPr id="20508" name="Rectangle 43">
            <a:extLst>
              <a:ext uri="{FF2B5EF4-FFF2-40B4-BE49-F238E27FC236}">
                <a16:creationId xmlns:a16="http://schemas.microsoft.com/office/drawing/2014/main" xmlns="" id="{58421678-F6B8-7DB7-2C61-5E6B3F6C6BCF}"/>
              </a:ext>
            </a:extLst>
          </p:cNvPr>
          <p:cNvSpPr>
            <a:spLocks noChangeArrowheads="1"/>
          </p:cNvSpPr>
          <p:nvPr/>
        </p:nvSpPr>
        <p:spPr bwMode="auto">
          <a:xfrm>
            <a:off x="3576637" y="2663255"/>
            <a:ext cx="52418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object</a:t>
            </a:r>
            <a:endParaRPr lang="fr-FR" altLang="fr-FR"/>
          </a:p>
        </p:txBody>
      </p:sp>
      <p:sp>
        <p:nvSpPr>
          <p:cNvPr id="20509" name="Rectangle 44">
            <a:extLst>
              <a:ext uri="{FF2B5EF4-FFF2-40B4-BE49-F238E27FC236}">
                <a16:creationId xmlns:a16="http://schemas.microsoft.com/office/drawing/2014/main" xmlns="" id="{1C84C8A4-605D-1720-201C-3563674D7686}"/>
              </a:ext>
            </a:extLst>
          </p:cNvPr>
          <p:cNvSpPr>
            <a:spLocks noChangeArrowheads="1"/>
          </p:cNvSpPr>
          <p:nvPr/>
        </p:nvSpPr>
        <p:spPr bwMode="auto">
          <a:xfrm>
            <a:off x="2346325" y="2899792"/>
            <a:ext cx="625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510" name="Rectangle 45">
            <a:extLst>
              <a:ext uri="{FF2B5EF4-FFF2-40B4-BE49-F238E27FC236}">
                <a16:creationId xmlns:a16="http://schemas.microsoft.com/office/drawing/2014/main" xmlns="" id="{B1011FED-3572-4096-82AC-10B4973C6C60}"/>
              </a:ext>
            </a:extLst>
          </p:cNvPr>
          <p:cNvSpPr>
            <a:spLocks noChangeArrowheads="1"/>
          </p:cNvSpPr>
          <p:nvPr/>
        </p:nvSpPr>
        <p:spPr bwMode="auto">
          <a:xfrm>
            <a:off x="2420938" y="2899792"/>
            <a:ext cx="61234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Owner </a:t>
            </a:r>
            <a:endParaRPr lang="fr-FR" altLang="fr-FR"/>
          </a:p>
        </p:txBody>
      </p:sp>
      <p:sp>
        <p:nvSpPr>
          <p:cNvPr id="20511" name="Rectangle 46">
            <a:extLst>
              <a:ext uri="{FF2B5EF4-FFF2-40B4-BE49-F238E27FC236}">
                <a16:creationId xmlns:a16="http://schemas.microsoft.com/office/drawing/2014/main" xmlns="" id="{A80FD523-FA85-0124-A087-4BF9592D3990}"/>
              </a:ext>
            </a:extLst>
          </p:cNvPr>
          <p:cNvSpPr>
            <a:spLocks noChangeArrowheads="1"/>
          </p:cNvSpPr>
          <p:nvPr/>
        </p:nvSpPr>
        <p:spPr bwMode="auto">
          <a:xfrm>
            <a:off x="2998787" y="2899792"/>
            <a:ext cx="1009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 </a:t>
            </a:r>
            <a:endParaRPr lang="fr-FR" altLang="fr-FR"/>
          </a:p>
        </p:txBody>
      </p:sp>
      <p:sp>
        <p:nvSpPr>
          <p:cNvPr id="20512" name="Rectangle 47">
            <a:extLst>
              <a:ext uri="{FF2B5EF4-FFF2-40B4-BE49-F238E27FC236}">
                <a16:creationId xmlns:a16="http://schemas.microsoft.com/office/drawing/2014/main" xmlns="" id="{3D054CFE-09A3-2919-4610-FAA1F5AF0C65}"/>
              </a:ext>
            </a:extLst>
          </p:cNvPr>
          <p:cNvSpPr>
            <a:spLocks noChangeArrowheads="1"/>
          </p:cNvSpPr>
          <p:nvPr/>
        </p:nvSpPr>
        <p:spPr bwMode="auto">
          <a:xfrm>
            <a:off x="3111501" y="2899792"/>
            <a:ext cx="4689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string</a:t>
            </a:r>
            <a:endParaRPr lang="fr-FR" altLang="fr-FR"/>
          </a:p>
        </p:txBody>
      </p:sp>
      <p:sp>
        <p:nvSpPr>
          <p:cNvPr id="20513" name="Rectangle 48">
            <a:extLst>
              <a:ext uri="{FF2B5EF4-FFF2-40B4-BE49-F238E27FC236}">
                <a16:creationId xmlns:a16="http://schemas.microsoft.com/office/drawing/2014/main" xmlns="" id="{DD773CD7-6E7B-9C13-8538-E1F6775FEF6B}"/>
              </a:ext>
            </a:extLst>
          </p:cNvPr>
          <p:cNvSpPr>
            <a:spLocks noChangeArrowheads="1"/>
          </p:cNvSpPr>
          <p:nvPr/>
        </p:nvSpPr>
        <p:spPr bwMode="auto">
          <a:xfrm>
            <a:off x="2328863" y="1374205"/>
            <a:ext cx="1827213"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514" name="Rectangle 49">
            <a:extLst>
              <a:ext uri="{FF2B5EF4-FFF2-40B4-BE49-F238E27FC236}">
                <a16:creationId xmlns:a16="http://schemas.microsoft.com/office/drawing/2014/main" xmlns="" id="{40E2C315-6008-33B8-1CA7-50AF94E47430}"/>
              </a:ext>
            </a:extLst>
          </p:cNvPr>
          <p:cNvSpPr>
            <a:spLocks noChangeArrowheads="1"/>
          </p:cNvSpPr>
          <p:nvPr/>
        </p:nvSpPr>
        <p:spPr bwMode="auto">
          <a:xfrm>
            <a:off x="2328863" y="1374205"/>
            <a:ext cx="1827213" cy="350837"/>
          </a:xfrm>
          <a:prstGeom prst="rect">
            <a:avLst/>
          </a:prstGeom>
          <a:noFill/>
          <a:ln w="174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515" name="Rectangle 50">
            <a:extLst>
              <a:ext uri="{FF2B5EF4-FFF2-40B4-BE49-F238E27FC236}">
                <a16:creationId xmlns:a16="http://schemas.microsoft.com/office/drawing/2014/main" xmlns="" id="{3EB9BCB4-F225-1493-8A52-C16E131E3C9E}"/>
              </a:ext>
            </a:extLst>
          </p:cNvPr>
          <p:cNvSpPr>
            <a:spLocks noChangeArrowheads="1"/>
          </p:cNvSpPr>
          <p:nvPr/>
        </p:nvSpPr>
        <p:spPr bwMode="auto">
          <a:xfrm>
            <a:off x="2998787" y="1429767"/>
            <a:ext cx="50937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a:solidFill>
                  <a:srgbClr val="000000"/>
                </a:solidFill>
                <a:latin typeface="Calibri" panose="020F0502020204030204" pitchFamily="34" charset="0"/>
              </a:rPr>
              <a:t>Photo</a:t>
            </a:r>
            <a:endParaRPr lang="fr-FR" altLang="fr-FR"/>
          </a:p>
        </p:txBody>
      </p:sp>
      <p:sp>
        <p:nvSpPr>
          <p:cNvPr id="20516" name="Rectangle 51">
            <a:extLst>
              <a:ext uri="{FF2B5EF4-FFF2-40B4-BE49-F238E27FC236}">
                <a16:creationId xmlns:a16="http://schemas.microsoft.com/office/drawing/2014/main" xmlns="" id="{53F8CBAA-EDFF-8CD4-02C4-40A6A0BB79A2}"/>
              </a:ext>
            </a:extLst>
          </p:cNvPr>
          <p:cNvSpPr>
            <a:spLocks noChangeArrowheads="1"/>
          </p:cNvSpPr>
          <p:nvPr/>
        </p:nvSpPr>
        <p:spPr bwMode="auto">
          <a:xfrm>
            <a:off x="8134350" y="5538216"/>
            <a:ext cx="1485900" cy="3048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517" name="Rectangle 52">
            <a:extLst>
              <a:ext uri="{FF2B5EF4-FFF2-40B4-BE49-F238E27FC236}">
                <a16:creationId xmlns:a16="http://schemas.microsoft.com/office/drawing/2014/main" xmlns="" id="{7E32A390-2B7C-EEED-AC46-E17C753D1578}"/>
              </a:ext>
            </a:extLst>
          </p:cNvPr>
          <p:cNvSpPr>
            <a:spLocks noChangeArrowheads="1"/>
          </p:cNvSpPr>
          <p:nvPr/>
        </p:nvSpPr>
        <p:spPr bwMode="auto">
          <a:xfrm>
            <a:off x="8134350" y="5538216"/>
            <a:ext cx="1485900" cy="304800"/>
          </a:xfrm>
          <a:prstGeom prst="rect">
            <a:avLst/>
          </a:prstGeom>
          <a:noFill/>
          <a:ln w="174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518" name="Rectangle 53">
            <a:extLst>
              <a:ext uri="{FF2B5EF4-FFF2-40B4-BE49-F238E27FC236}">
                <a16:creationId xmlns:a16="http://schemas.microsoft.com/office/drawing/2014/main" xmlns="" id="{A604C8E3-5698-1FFE-A53D-B2C787655221}"/>
              </a:ext>
            </a:extLst>
          </p:cNvPr>
          <p:cNvSpPr>
            <a:spLocks noChangeArrowheads="1"/>
          </p:cNvSpPr>
          <p:nvPr/>
        </p:nvSpPr>
        <p:spPr bwMode="auto">
          <a:xfrm>
            <a:off x="8134350" y="4328542"/>
            <a:ext cx="1485900" cy="1209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519" name="Rectangle 54">
            <a:extLst>
              <a:ext uri="{FF2B5EF4-FFF2-40B4-BE49-F238E27FC236}">
                <a16:creationId xmlns:a16="http://schemas.microsoft.com/office/drawing/2014/main" xmlns="" id="{6E7BEB7C-4D44-C9FD-91A3-D0519CA0A11F}"/>
              </a:ext>
            </a:extLst>
          </p:cNvPr>
          <p:cNvSpPr>
            <a:spLocks noChangeArrowheads="1"/>
          </p:cNvSpPr>
          <p:nvPr/>
        </p:nvSpPr>
        <p:spPr bwMode="auto">
          <a:xfrm>
            <a:off x="8134350" y="4328542"/>
            <a:ext cx="1485900" cy="1209675"/>
          </a:xfrm>
          <a:prstGeom prst="rect">
            <a:avLst/>
          </a:prstGeom>
          <a:noFill/>
          <a:ln w="174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520" name="Rectangle 55">
            <a:extLst>
              <a:ext uri="{FF2B5EF4-FFF2-40B4-BE49-F238E27FC236}">
                <a16:creationId xmlns:a16="http://schemas.microsoft.com/office/drawing/2014/main" xmlns="" id="{E533C04D-1B61-314F-7C4E-BB471CB85524}"/>
              </a:ext>
            </a:extLst>
          </p:cNvPr>
          <p:cNvSpPr>
            <a:spLocks noChangeArrowheads="1"/>
          </p:cNvSpPr>
          <p:nvPr/>
        </p:nvSpPr>
        <p:spPr bwMode="auto">
          <a:xfrm>
            <a:off x="8150225" y="4341242"/>
            <a:ext cx="625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521" name="Rectangle 56">
            <a:extLst>
              <a:ext uri="{FF2B5EF4-FFF2-40B4-BE49-F238E27FC236}">
                <a16:creationId xmlns:a16="http://schemas.microsoft.com/office/drawing/2014/main" xmlns="" id="{209EC6A3-43A6-8043-4B6F-A48EDA3856D3}"/>
              </a:ext>
            </a:extLst>
          </p:cNvPr>
          <p:cNvSpPr>
            <a:spLocks noChangeArrowheads="1"/>
          </p:cNvSpPr>
          <p:nvPr/>
        </p:nvSpPr>
        <p:spPr bwMode="auto">
          <a:xfrm>
            <a:off x="8226425" y="4341242"/>
            <a:ext cx="104644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CommentID </a:t>
            </a:r>
            <a:endParaRPr lang="fr-FR" altLang="fr-FR"/>
          </a:p>
        </p:txBody>
      </p:sp>
      <p:sp>
        <p:nvSpPr>
          <p:cNvPr id="20522" name="Rectangle 57">
            <a:extLst>
              <a:ext uri="{FF2B5EF4-FFF2-40B4-BE49-F238E27FC236}">
                <a16:creationId xmlns:a16="http://schemas.microsoft.com/office/drawing/2014/main" xmlns="" id="{27F0752E-DC9F-836B-C6C6-394A82BD1944}"/>
              </a:ext>
            </a:extLst>
          </p:cNvPr>
          <p:cNvSpPr>
            <a:spLocks noChangeArrowheads="1"/>
          </p:cNvSpPr>
          <p:nvPr/>
        </p:nvSpPr>
        <p:spPr bwMode="auto">
          <a:xfrm>
            <a:off x="9232900" y="4341242"/>
            <a:ext cx="1009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 </a:t>
            </a:r>
            <a:endParaRPr lang="fr-FR" altLang="fr-FR"/>
          </a:p>
        </p:txBody>
      </p:sp>
      <p:sp>
        <p:nvSpPr>
          <p:cNvPr id="20523" name="Rectangle 58">
            <a:extLst>
              <a:ext uri="{FF2B5EF4-FFF2-40B4-BE49-F238E27FC236}">
                <a16:creationId xmlns:a16="http://schemas.microsoft.com/office/drawing/2014/main" xmlns="" id="{79701C0B-D34D-A6F0-B15B-EF0E48CEA318}"/>
              </a:ext>
            </a:extLst>
          </p:cNvPr>
          <p:cNvSpPr>
            <a:spLocks noChangeArrowheads="1"/>
          </p:cNvSpPr>
          <p:nvPr/>
        </p:nvSpPr>
        <p:spPr bwMode="auto">
          <a:xfrm>
            <a:off x="9324975" y="4341242"/>
            <a:ext cx="22089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int</a:t>
            </a:r>
            <a:endParaRPr lang="fr-FR" altLang="fr-FR"/>
          </a:p>
        </p:txBody>
      </p:sp>
      <p:sp>
        <p:nvSpPr>
          <p:cNvPr id="20524" name="Rectangle 59">
            <a:extLst>
              <a:ext uri="{FF2B5EF4-FFF2-40B4-BE49-F238E27FC236}">
                <a16:creationId xmlns:a16="http://schemas.microsoft.com/office/drawing/2014/main" xmlns="" id="{C011CF4A-13EE-AF12-6E5C-8A586C2E2655}"/>
              </a:ext>
            </a:extLst>
          </p:cNvPr>
          <p:cNvSpPr>
            <a:spLocks noChangeArrowheads="1"/>
          </p:cNvSpPr>
          <p:nvPr/>
        </p:nvSpPr>
        <p:spPr bwMode="auto">
          <a:xfrm>
            <a:off x="8150225" y="4577780"/>
            <a:ext cx="625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525" name="Rectangle 60">
            <a:extLst>
              <a:ext uri="{FF2B5EF4-FFF2-40B4-BE49-F238E27FC236}">
                <a16:creationId xmlns:a16="http://schemas.microsoft.com/office/drawing/2014/main" xmlns="" id="{04D0CF67-A54D-167B-4BE0-52E4CBB226EF}"/>
              </a:ext>
            </a:extLst>
          </p:cNvPr>
          <p:cNvSpPr>
            <a:spLocks noChangeArrowheads="1"/>
          </p:cNvSpPr>
          <p:nvPr/>
        </p:nvSpPr>
        <p:spPr bwMode="auto">
          <a:xfrm>
            <a:off x="8226426" y="4577780"/>
            <a:ext cx="43281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User </a:t>
            </a:r>
            <a:endParaRPr lang="fr-FR" altLang="fr-FR"/>
          </a:p>
        </p:txBody>
      </p:sp>
      <p:sp>
        <p:nvSpPr>
          <p:cNvPr id="20526" name="Rectangle 61">
            <a:extLst>
              <a:ext uri="{FF2B5EF4-FFF2-40B4-BE49-F238E27FC236}">
                <a16:creationId xmlns:a16="http://schemas.microsoft.com/office/drawing/2014/main" xmlns="" id="{91C077FB-CA4C-B391-1FB4-D26E137F0342}"/>
              </a:ext>
            </a:extLst>
          </p:cNvPr>
          <p:cNvSpPr>
            <a:spLocks noChangeArrowheads="1"/>
          </p:cNvSpPr>
          <p:nvPr/>
        </p:nvSpPr>
        <p:spPr bwMode="auto">
          <a:xfrm>
            <a:off x="8636000" y="4577780"/>
            <a:ext cx="1009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 </a:t>
            </a:r>
            <a:endParaRPr lang="fr-FR" altLang="fr-FR"/>
          </a:p>
        </p:txBody>
      </p:sp>
      <p:sp>
        <p:nvSpPr>
          <p:cNvPr id="20527" name="Rectangle 62">
            <a:extLst>
              <a:ext uri="{FF2B5EF4-FFF2-40B4-BE49-F238E27FC236}">
                <a16:creationId xmlns:a16="http://schemas.microsoft.com/office/drawing/2014/main" xmlns="" id="{02FA2D5C-089E-7D1C-0ED8-8CAE3AC8FB49}"/>
              </a:ext>
            </a:extLst>
          </p:cNvPr>
          <p:cNvSpPr>
            <a:spLocks noChangeArrowheads="1"/>
          </p:cNvSpPr>
          <p:nvPr/>
        </p:nvSpPr>
        <p:spPr bwMode="auto">
          <a:xfrm>
            <a:off x="8728076" y="4577780"/>
            <a:ext cx="4689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string</a:t>
            </a:r>
            <a:endParaRPr lang="fr-FR" altLang="fr-FR"/>
          </a:p>
        </p:txBody>
      </p:sp>
      <p:sp>
        <p:nvSpPr>
          <p:cNvPr id="20528" name="Rectangle 63">
            <a:extLst>
              <a:ext uri="{FF2B5EF4-FFF2-40B4-BE49-F238E27FC236}">
                <a16:creationId xmlns:a16="http://schemas.microsoft.com/office/drawing/2014/main" xmlns="" id="{AA3A84A4-D713-FE61-2DCF-AD0FEDA08D90}"/>
              </a:ext>
            </a:extLst>
          </p:cNvPr>
          <p:cNvSpPr>
            <a:spLocks noChangeArrowheads="1"/>
          </p:cNvSpPr>
          <p:nvPr/>
        </p:nvSpPr>
        <p:spPr bwMode="auto">
          <a:xfrm>
            <a:off x="8150225" y="4812730"/>
            <a:ext cx="625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529" name="Rectangle 64">
            <a:extLst>
              <a:ext uri="{FF2B5EF4-FFF2-40B4-BE49-F238E27FC236}">
                <a16:creationId xmlns:a16="http://schemas.microsoft.com/office/drawing/2014/main" xmlns="" id="{8A6DB2A4-BFD6-995D-15E6-2D469F665EE9}"/>
              </a:ext>
            </a:extLst>
          </p:cNvPr>
          <p:cNvSpPr>
            <a:spLocks noChangeArrowheads="1"/>
          </p:cNvSpPr>
          <p:nvPr/>
        </p:nvSpPr>
        <p:spPr bwMode="auto">
          <a:xfrm>
            <a:off x="8226426" y="4812730"/>
            <a:ext cx="66364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Subject </a:t>
            </a:r>
            <a:endParaRPr lang="fr-FR" altLang="fr-FR"/>
          </a:p>
        </p:txBody>
      </p:sp>
      <p:sp>
        <p:nvSpPr>
          <p:cNvPr id="20530" name="Rectangle 65">
            <a:extLst>
              <a:ext uri="{FF2B5EF4-FFF2-40B4-BE49-F238E27FC236}">
                <a16:creationId xmlns:a16="http://schemas.microsoft.com/office/drawing/2014/main" xmlns="" id="{408930EF-5618-51FF-71B5-C44A016B4BD1}"/>
              </a:ext>
            </a:extLst>
          </p:cNvPr>
          <p:cNvSpPr>
            <a:spLocks noChangeArrowheads="1"/>
          </p:cNvSpPr>
          <p:nvPr/>
        </p:nvSpPr>
        <p:spPr bwMode="auto">
          <a:xfrm>
            <a:off x="8858250" y="4812730"/>
            <a:ext cx="1009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 </a:t>
            </a:r>
            <a:endParaRPr lang="fr-FR" altLang="fr-FR"/>
          </a:p>
        </p:txBody>
      </p:sp>
      <p:sp>
        <p:nvSpPr>
          <p:cNvPr id="20531" name="Rectangle 66">
            <a:extLst>
              <a:ext uri="{FF2B5EF4-FFF2-40B4-BE49-F238E27FC236}">
                <a16:creationId xmlns:a16="http://schemas.microsoft.com/office/drawing/2014/main" xmlns="" id="{0D91A73F-E5C8-7A13-3548-A5C901260CBB}"/>
              </a:ext>
            </a:extLst>
          </p:cNvPr>
          <p:cNvSpPr>
            <a:spLocks noChangeArrowheads="1"/>
          </p:cNvSpPr>
          <p:nvPr/>
        </p:nvSpPr>
        <p:spPr bwMode="auto">
          <a:xfrm>
            <a:off x="8953501" y="4812730"/>
            <a:ext cx="4689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string</a:t>
            </a:r>
            <a:endParaRPr lang="fr-FR" altLang="fr-FR"/>
          </a:p>
        </p:txBody>
      </p:sp>
      <p:sp>
        <p:nvSpPr>
          <p:cNvPr id="20532" name="Rectangle 67">
            <a:extLst>
              <a:ext uri="{FF2B5EF4-FFF2-40B4-BE49-F238E27FC236}">
                <a16:creationId xmlns:a16="http://schemas.microsoft.com/office/drawing/2014/main" xmlns="" id="{87950C62-5B24-D933-C6B1-B2D9B18A9FF5}"/>
              </a:ext>
            </a:extLst>
          </p:cNvPr>
          <p:cNvSpPr>
            <a:spLocks noChangeArrowheads="1"/>
          </p:cNvSpPr>
          <p:nvPr/>
        </p:nvSpPr>
        <p:spPr bwMode="auto">
          <a:xfrm>
            <a:off x="8150225" y="5049267"/>
            <a:ext cx="625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533" name="Rectangle 68">
            <a:extLst>
              <a:ext uri="{FF2B5EF4-FFF2-40B4-BE49-F238E27FC236}">
                <a16:creationId xmlns:a16="http://schemas.microsoft.com/office/drawing/2014/main" xmlns="" id="{34518837-E07F-8F4B-BADB-61776F09C57C}"/>
              </a:ext>
            </a:extLst>
          </p:cNvPr>
          <p:cNvSpPr>
            <a:spLocks noChangeArrowheads="1"/>
          </p:cNvSpPr>
          <p:nvPr/>
        </p:nvSpPr>
        <p:spPr bwMode="auto">
          <a:xfrm>
            <a:off x="8226426" y="5049267"/>
            <a:ext cx="4680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Body </a:t>
            </a:r>
            <a:endParaRPr lang="fr-FR" altLang="fr-FR"/>
          </a:p>
        </p:txBody>
      </p:sp>
      <p:sp>
        <p:nvSpPr>
          <p:cNvPr id="20534" name="Rectangle 69">
            <a:extLst>
              <a:ext uri="{FF2B5EF4-FFF2-40B4-BE49-F238E27FC236}">
                <a16:creationId xmlns:a16="http://schemas.microsoft.com/office/drawing/2014/main" xmlns="" id="{C3FE149A-7770-70A6-0E02-CE92BFCD450A}"/>
              </a:ext>
            </a:extLst>
          </p:cNvPr>
          <p:cNvSpPr>
            <a:spLocks noChangeArrowheads="1"/>
          </p:cNvSpPr>
          <p:nvPr/>
        </p:nvSpPr>
        <p:spPr bwMode="auto">
          <a:xfrm>
            <a:off x="8674100" y="5049267"/>
            <a:ext cx="1009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 </a:t>
            </a:r>
            <a:endParaRPr lang="fr-FR" altLang="fr-FR"/>
          </a:p>
        </p:txBody>
      </p:sp>
      <p:sp>
        <p:nvSpPr>
          <p:cNvPr id="20535" name="Rectangle 70">
            <a:extLst>
              <a:ext uri="{FF2B5EF4-FFF2-40B4-BE49-F238E27FC236}">
                <a16:creationId xmlns:a16="http://schemas.microsoft.com/office/drawing/2014/main" xmlns="" id="{1D6453BA-09E6-8B07-2CC6-049D9AEF460C}"/>
              </a:ext>
            </a:extLst>
          </p:cNvPr>
          <p:cNvSpPr>
            <a:spLocks noChangeArrowheads="1"/>
          </p:cNvSpPr>
          <p:nvPr/>
        </p:nvSpPr>
        <p:spPr bwMode="auto">
          <a:xfrm>
            <a:off x="8766176" y="5049267"/>
            <a:ext cx="4689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string</a:t>
            </a:r>
            <a:endParaRPr lang="fr-FR" altLang="fr-FR"/>
          </a:p>
        </p:txBody>
      </p:sp>
      <p:sp>
        <p:nvSpPr>
          <p:cNvPr id="20536" name="Rectangle 71">
            <a:extLst>
              <a:ext uri="{FF2B5EF4-FFF2-40B4-BE49-F238E27FC236}">
                <a16:creationId xmlns:a16="http://schemas.microsoft.com/office/drawing/2014/main" xmlns="" id="{2A80EE0A-5B3A-61FE-FDA8-E63F3F6770E5}"/>
              </a:ext>
            </a:extLst>
          </p:cNvPr>
          <p:cNvSpPr>
            <a:spLocks noChangeArrowheads="1"/>
          </p:cNvSpPr>
          <p:nvPr/>
        </p:nvSpPr>
        <p:spPr bwMode="auto">
          <a:xfrm>
            <a:off x="8150225" y="5266755"/>
            <a:ext cx="625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537" name="Rectangle 72">
            <a:extLst>
              <a:ext uri="{FF2B5EF4-FFF2-40B4-BE49-F238E27FC236}">
                <a16:creationId xmlns:a16="http://schemas.microsoft.com/office/drawing/2014/main" xmlns="" id="{BE56B94D-CA68-5D01-870B-592EA77A018B}"/>
              </a:ext>
            </a:extLst>
          </p:cNvPr>
          <p:cNvSpPr>
            <a:spLocks noChangeArrowheads="1"/>
          </p:cNvSpPr>
          <p:nvPr/>
        </p:nvSpPr>
        <p:spPr bwMode="auto">
          <a:xfrm>
            <a:off x="8226425" y="5266755"/>
            <a:ext cx="72257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PhotoID </a:t>
            </a:r>
            <a:endParaRPr lang="fr-FR" altLang="fr-FR"/>
          </a:p>
        </p:txBody>
      </p:sp>
      <p:sp>
        <p:nvSpPr>
          <p:cNvPr id="20538" name="Rectangle 73">
            <a:extLst>
              <a:ext uri="{FF2B5EF4-FFF2-40B4-BE49-F238E27FC236}">
                <a16:creationId xmlns:a16="http://schemas.microsoft.com/office/drawing/2014/main" xmlns="" id="{D430EB76-9504-E87D-7D22-30849DB5F409}"/>
              </a:ext>
            </a:extLst>
          </p:cNvPr>
          <p:cNvSpPr>
            <a:spLocks noChangeArrowheads="1"/>
          </p:cNvSpPr>
          <p:nvPr/>
        </p:nvSpPr>
        <p:spPr bwMode="auto">
          <a:xfrm>
            <a:off x="8915400" y="5266755"/>
            <a:ext cx="1009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 </a:t>
            </a:r>
            <a:endParaRPr lang="fr-FR" altLang="fr-FR"/>
          </a:p>
        </p:txBody>
      </p:sp>
      <p:sp>
        <p:nvSpPr>
          <p:cNvPr id="20539" name="Rectangle 74">
            <a:extLst>
              <a:ext uri="{FF2B5EF4-FFF2-40B4-BE49-F238E27FC236}">
                <a16:creationId xmlns:a16="http://schemas.microsoft.com/office/drawing/2014/main" xmlns="" id="{8029EF6F-F799-9132-FC8D-8F60AC3AA8AF}"/>
              </a:ext>
            </a:extLst>
          </p:cNvPr>
          <p:cNvSpPr>
            <a:spLocks noChangeArrowheads="1"/>
          </p:cNvSpPr>
          <p:nvPr/>
        </p:nvSpPr>
        <p:spPr bwMode="auto">
          <a:xfrm>
            <a:off x="9026525" y="5266755"/>
            <a:ext cx="22089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int</a:t>
            </a:r>
            <a:endParaRPr lang="fr-FR" altLang="fr-FR"/>
          </a:p>
        </p:txBody>
      </p:sp>
      <p:sp>
        <p:nvSpPr>
          <p:cNvPr id="20540" name="Rectangle 75">
            <a:extLst>
              <a:ext uri="{FF2B5EF4-FFF2-40B4-BE49-F238E27FC236}">
                <a16:creationId xmlns:a16="http://schemas.microsoft.com/office/drawing/2014/main" xmlns="" id="{E566E810-CFD2-B051-1285-2EA00238646D}"/>
              </a:ext>
            </a:extLst>
          </p:cNvPr>
          <p:cNvSpPr>
            <a:spLocks noChangeArrowheads="1"/>
          </p:cNvSpPr>
          <p:nvPr/>
        </p:nvSpPr>
        <p:spPr bwMode="auto">
          <a:xfrm>
            <a:off x="8134350" y="3977705"/>
            <a:ext cx="148590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541" name="Rectangle 76">
            <a:extLst>
              <a:ext uri="{FF2B5EF4-FFF2-40B4-BE49-F238E27FC236}">
                <a16:creationId xmlns:a16="http://schemas.microsoft.com/office/drawing/2014/main" xmlns="" id="{D5E621CC-97AA-8807-A9D7-3EED6AC0E64F}"/>
              </a:ext>
            </a:extLst>
          </p:cNvPr>
          <p:cNvSpPr>
            <a:spLocks noChangeArrowheads="1"/>
          </p:cNvSpPr>
          <p:nvPr/>
        </p:nvSpPr>
        <p:spPr bwMode="auto">
          <a:xfrm>
            <a:off x="8134350" y="3977705"/>
            <a:ext cx="1485900" cy="350837"/>
          </a:xfrm>
          <a:prstGeom prst="rect">
            <a:avLst/>
          </a:prstGeom>
          <a:noFill/>
          <a:ln w="17463"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fr-FR" altLang="fr-FR"/>
          </a:p>
        </p:txBody>
      </p:sp>
      <p:sp>
        <p:nvSpPr>
          <p:cNvPr id="20542" name="Rectangle 77">
            <a:extLst>
              <a:ext uri="{FF2B5EF4-FFF2-40B4-BE49-F238E27FC236}">
                <a16:creationId xmlns:a16="http://schemas.microsoft.com/office/drawing/2014/main" xmlns="" id="{46469037-DC0F-0FE6-C1CB-596D8C356150}"/>
              </a:ext>
            </a:extLst>
          </p:cNvPr>
          <p:cNvSpPr>
            <a:spLocks noChangeArrowheads="1"/>
          </p:cNvSpPr>
          <p:nvPr/>
        </p:nvSpPr>
        <p:spPr bwMode="auto">
          <a:xfrm>
            <a:off x="8467725" y="4033267"/>
            <a:ext cx="83484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a:solidFill>
                  <a:srgbClr val="000000"/>
                </a:solidFill>
                <a:latin typeface="Calibri" panose="020F0502020204030204" pitchFamily="34" charset="0"/>
              </a:rPr>
              <a:t>Comment</a:t>
            </a:r>
            <a:endParaRPr lang="fr-FR" altLang="fr-FR"/>
          </a:p>
        </p:txBody>
      </p:sp>
      <p:sp>
        <p:nvSpPr>
          <p:cNvPr id="20543" name="Rectangle 78">
            <a:extLst>
              <a:ext uri="{FF2B5EF4-FFF2-40B4-BE49-F238E27FC236}">
                <a16:creationId xmlns:a16="http://schemas.microsoft.com/office/drawing/2014/main" xmlns="" id="{B1AD4A30-E7EA-703D-C2E5-A13039513010}"/>
              </a:ext>
            </a:extLst>
          </p:cNvPr>
          <p:cNvSpPr>
            <a:spLocks noChangeArrowheads="1"/>
          </p:cNvSpPr>
          <p:nvPr/>
        </p:nvSpPr>
        <p:spPr bwMode="auto">
          <a:xfrm>
            <a:off x="4337050" y="2474342"/>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1</a:t>
            </a:r>
            <a:endParaRPr lang="fr-FR" altLang="fr-FR"/>
          </a:p>
        </p:txBody>
      </p:sp>
      <p:sp>
        <p:nvSpPr>
          <p:cNvPr id="20544" name="Rectangle 79">
            <a:extLst>
              <a:ext uri="{FF2B5EF4-FFF2-40B4-BE49-F238E27FC236}">
                <a16:creationId xmlns:a16="http://schemas.microsoft.com/office/drawing/2014/main" xmlns="" id="{C6745191-E561-097E-AE79-A05C51B50324}"/>
              </a:ext>
            </a:extLst>
          </p:cNvPr>
          <p:cNvSpPr>
            <a:spLocks noChangeArrowheads="1"/>
          </p:cNvSpPr>
          <p:nvPr/>
        </p:nvSpPr>
        <p:spPr bwMode="auto">
          <a:xfrm>
            <a:off x="7405687" y="4933380"/>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0</a:t>
            </a:r>
            <a:endParaRPr lang="fr-FR" altLang="fr-FR"/>
          </a:p>
        </p:txBody>
      </p:sp>
      <p:sp>
        <p:nvSpPr>
          <p:cNvPr id="20545" name="Rectangle 80">
            <a:extLst>
              <a:ext uri="{FF2B5EF4-FFF2-40B4-BE49-F238E27FC236}">
                <a16:creationId xmlns:a16="http://schemas.microsoft.com/office/drawing/2014/main" xmlns="" id="{D6C74FE6-8869-5A1E-83AD-41859AD66182}"/>
              </a:ext>
            </a:extLst>
          </p:cNvPr>
          <p:cNvSpPr>
            <a:spLocks noChangeArrowheads="1"/>
          </p:cNvSpPr>
          <p:nvPr/>
        </p:nvSpPr>
        <p:spPr bwMode="auto">
          <a:xfrm>
            <a:off x="7516812" y="4933380"/>
            <a:ext cx="20518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solidFill>
                  <a:srgbClr val="000000"/>
                </a:solidFill>
                <a:latin typeface="Calibri" panose="020F0502020204030204" pitchFamily="34" charset="0"/>
              </a:rPr>
              <a:t>..*</a:t>
            </a:r>
            <a:endParaRPr lang="fr-FR" altLang="fr-FR"/>
          </a:p>
        </p:txBody>
      </p:sp>
      <p:sp>
        <p:nvSpPr>
          <p:cNvPr id="20546" name="Line 81">
            <a:extLst>
              <a:ext uri="{FF2B5EF4-FFF2-40B4-BE49-F238E27FC236}">
                <a16:creationId xmlns:a16="http://schemas.microsoft.com/office/drawing/2014/main" xmlns="" id="{07B77142-803F-C0EC-DFCB-9CAA5A2C564A}"/>
              </a:ext>
            </a:extLst>
          </p:cNvPr>
          <p:cNvSpPr>
            <a:spLocks noChangeShapeType="1"/>
          </p:cNvSpPr>
          <p:nvPr/>
        </p:nvSpPr>
        <p:spPr bwMode="auto">
          <a:xfrm>
            <a:off x="4156075" y="2118742"/>
            <a:ext cx="3979862" cy="2930525"/>
          </a:xfrm>
          <a:prstGeom prst="line">
            <a:avLst/>
          </a:prstGeom>
          <a:noFill/>
          <a:ln w="1111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5">
            <a:extLst>
              <a:ext uri="{FF2B5EF4-FFF2-40B4-BE49-F238E27FC236}">
                <a16:creationId xmlns:a16="http://schemas.microsoft.com/office/drawing/2014/main" xmlns="" id="{D630ECD0-E22F-650D-0E47-8D49985C1B9F}"/>
              </a:ext>
            </a:extLst>
          </p:cNvPr>
          <p:cNvSpPr>
            <a:spLocks noChangeArrowheads="1"/>
          </p:cNvSpPr>
          <p:nvPr/>
        </p:nvSpPr>
        <p:spPr bwMode="auto">
          <a:xfrm>
            <a:off x="2718118" y="2711515"/>
            <a:ext cx="6570662" cy="112712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sz="2400" b="0"/>
          </a:p>
        </p:txBody>
      </p:sp>
      <p:sp>
        <p:nvSpPr>
          <p:cNvPr id="21507" name="Title 6">
            <a:extLst>
              <a:ext uri="{FF2B5EF4-FFF2-40B4-BE49-F238E27FC236}">
                <a16:creationId xmlns:a16="http://schemas.microsoft.com/office/drawing/2014/main" xmlns="" id="{757FDA7F-9FA0-DEA1-D9E1-30EED8700C84}"/>
              </a:ext>
            </a:extLst>
          </p:cNvPr>
          <p:cNvSpPr>
            <a:spLocks noGrp="1"/>
          </p:cNvSpPr>
          <p:nvPr>
            <p:ph type="title"/>
          </p:nvPr>
        </p:nvSpPr>
        <p:spPr>
          <a:xfrm>
            <a:off x="1495238" y="508532"/>
            <a:ext cx="10393178" cy="639294"/>
          </a:xfrm>
        </p:spPr>
        <p:txBody>
          <a:bodyPr/>
          <a:lstStyle/>
          <a:p>
            <a:pPr eaLnBrk="1" hangingPunct="1"/>
            <a:r>
              <a:rPr lang="fr-FR" altLang="fr-FR" dirty="0"/>
              <a:t>Annotations</a:t>
            </a:r>
          </a:p>
        </p:txBody>
      </p:sp>
      <p:sp>
        <p:nvSpPr>
          <p:cNvPr id="21508" name="AutoShape 5">
            <a:extLst>
              <a:ext uri="{FF2B5EF4-FFF2-40B4-BE49-F238E27FC236}">
                <a16:creationId xmlns:a16="http://schemas.microsoft.com/office/drawing/2014/main" xmlns="" id="{21E5D2A3-12A3-7521-10B4-1EE915156872}"/>
              </a:ext>
            </a:extLst>
          </p:cNvPr>
          <p:cNvSpPr>
            <a:spLocks noChangeArrowheads="1"/>
          </p:cNvSpPr>
          <p:nvPr/>
        </p:nvSpPr>
        <p:spPr bwMode="auto">
          <a:xfrm>
            <a:off x="2714943" y="1063690"/>
            <a:ext cx="6570662" cy="1563687"/>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sz="2400" b="0"/>
          </a:p>
        </p:txBody>
      </p:sp>
      <p:sp>
        <p:nvSpPr>
          <p:cNvPr id="21509" name="AutoShape 6">
            <a:extLst>
              <a:ext uri="{FF2B5EF4-FFF2-40B4-BE49-F238E27FC236}">
                <a16:creationId xmlns:a16="http://schemas.microsoft.com/office/drawing/2014/main" xmlns="" id="{F0D76D12-FCE7-555D-97E1-BB403C0FBAE2}"/>
              </a:ext>
            </a:extLst>
          </p:cNvPr>
          <p:cNvSpPr>
            <a:spLocks noChangeArrowheads="1"/>
          </p:cNvSpPr>
          <p:nvPr/>
        </p:nvSpPr>
        <p:spPr bwMode="auto">
          <a:xfrm>
            <a:off x="2922905" y="3343340"/>
            <a:ext cx="6103938" cy="36353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spcBef>
                <a:spcPct val="40000"/>
              </a:spcBef>
              <a:buSzPct val="80000"/>
            </a:pPr>
            <a:r>
              <a:rPr lang="en-US" altLang="fr-FR" sz="1600" b="0">
                <a:ea typeface="ＭＳ Ｐゴシック" panose="020B0600070205080204" pitchFamily="34" charset="-128"/>
              </a:rPr>
              <a:t>Possibilité de créer ses propres annotations</a:t>
            </a:r>
          </a:p>
        </p:txBody>
      </p:sp>
      <p:sp>
        <p:nvSpPr>
          <p:cNvPr id="21510" name="AutoShape 7">
            <a:extLst>
              <a:ext uri="{FF2B5EF4-FFF2-40B4-BE49-F238E27FC236}">
                <a16:creationId xmlns:a16="http://schemas.microsoft.com/office/drawing/2014/main" xmlns="" id="{E22EFA59-09B5-8766-180F-BFD42AA3E3D9}"/>
              </a:ext>
            </a:extLst>
          </p:cNvPr>
          <p:cNvSpPr>
            <a:spLocks noChangeArrowheads="1"/>
          </p:cNvSpPr>
          <p:nvPr/>
        </p:nvSpPr>
        <p:spPr bwMode="auto">
          <a:xfrm>
            <a:off x="2934019" y="1231964"/>
            <a:ext cx="6103937" cy="361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r>
              <a:rPr lang="en-US" altLang="fr-FR" sz="1600" b="0"/>
              <a:t>Utilisation d’attributs sur la classe ou ses membres</a:t>
            </a:r>
            <a:endParaRPr lang="en-GB" altLang="fr-FR" sz="1600" b="0"/>
          </a:p>
        </p:txBody>
      </p:sp>
      <p:sp>
        <p:nvSpPr>
          <p:cNvPr id="21511" name="AutoShape 8">
            <a:extLst>
              <a:ext uri="{FF2B5EF4-FFF2-40B4-BE49-F238E27FC236}">
                <a16:creationId xmlns:a16="http://schemas.microsoft.com/office/drawing/2014/main" xmlns="" id="{9F949109-D0FD-D0B3-A56C-090D71B564C3}"/>
              </a:ext>
            </a:extLst>
          </p:cNvPr>
          <p:cNvSpPr>
            <a:spLocks noChangeArrowheads="1"/>
          </p:cNvSpPr>
          <p:nvPr/>
        </p:nvSpPr>
        <p:spPr bwMode="auto">
          <a:xfrm>
            <a:off x="2927669" y="2811526"/>
            <a:ext cx="6103937" cy="361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spcBef>
                <a:spcPct val="40000"/>
              </a:spcBef>
              <a:buSzPct val="80000"/>
            </a:pPr>
            <a:r>
              <a:rPr lang="en-US" altLang="fr-FR" sz="1600" b="0"/>
              <a:t>System.ComponentModel.DataAnnotations</a:t>
            </a:r>
          </a:p>
        </p:txBody>
      </p:sp>
      <p:sp>
        <p:nvSpPr>
          <p:cNvPr id="21512" name="AutoShape 6">
            <a:extLst>
              <a:ext uri="{FF2B5EF4-FFF2-40B4-BE49-F238E27FC236}">
                <a16:creationId xmlns:a16="http://schemas.microsoft.com/office/drawing/2014/main" xmlns="" id="{17510C21-FE47-EEBA-F524-9A3E480CE376}"/>
              </a:ext>
            </a:extLst>
          </p:cNvPr>
          <p:cNvSpPr>
            <a:spLocks noChangeArrowheads="1"/>
          </p:cNvSpPr>
          <p:nvPr/>
        </p:nvSpPr>
        <p:spPr bwMode="auto">
          <a:xfrm>
            <a:off x="2929255" y="1820927"/>
            <a:ext cx="6103938" cy="63341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r>
              <a:rPr lang="en-US" altLang="fr-FR" sz="1600" b="0"/>
              <a:t>Ajout de métadonnées pour l’affichage, la validation, la liaison à la base de données…</a:t>
            </a:r>
            <a:endParaRPr lang="en-GB" altLang="fr-FR" sz="1600" b="0"/>
          </a:p>
        </p:txBody>
      </p:sp>
      <p:sp>
        <p:nvSpPr>
          <p:cNvPr id="21513" name="AutoShape 3">
            <a:extLst>
              <a:ext uri="{FF2B5EF4-FFF2-40B4-BE49-F238E27FC236}">
                <a16:creationId xmlns:a16="http://schemas.microsoft.com/office/drawing/2014/main" xmlns="" id="{F8A28B09-66E7-3433-4C7C-5A6CA225F9F0}"/>
              </a:ext>
            </a:extLst>
          </p:cNvPr>
          <p:cNvSpPr>
            <a:spLocks noChangeArrowheads="1"/>
          </p:cNvSpPr>
          <p:nvPr/>
        </p:nvSpPr>
        <p:spPr bwMode="auto">
          <a:xfrm>
            <a:off x="2654618" y="3922777"/>
            <a:ext cx="6697662" cy="28225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400" b="0">
                <a:latin typeface="Lucida Sans Typewriter" panose="020B0509030504030204" pitchFamily="49" charset="0"/>
              </a:rPr>
              <a:t>public class Person {</a:t>
            </a:r>
          </a:p>
          <a:p>
            <a:pPr eaLnBrk="1" hangingPunct="1"/>
            <a:r>
              <a:rPr lang="en-US" altLang="fr-FR" sz="1400" b="0">
                <a:latin typeface="Lucida Sans Typewriter" panose="020B0509030504030204" pitchFamily="49" charset="0"/>
              </a:rPr>
              <a:t>   public int PersonID { get; set; }</a:t>
            </a:r>
            <a:br>
              <a:rPr lang="en-US" altLang="fr-FR" sz="1400" b="0">
                <a:latin typeface="Lucida Sans Typewriter" panose="020B0509030504030204" pitchFamily="49" charset="0"/>
              </a:rPr>
            </a:br>
            <a:endParaRPr lang="en-US" altLang="fr-FR" sz="1400" b="0">
              <a:latin typeface="Lucida Sans Typewriter" panose="020B0509030504030204" pitchFamily="49" charset="0"/>
            </a:endParaRPr>
          </a:p>
          <a:p>
            <a:pPr eaLnBrk="1" hangingPunct="1"/>
            <a:r>
              <a:rPr lang="en-US" altLang="fr-FR" sz="1400" b="0">
                <a:latin typeface="Lucida Sans Typewriter" panose="020B0509030504030204" pitchFamily="49" charset="0"/>
              </a:rPr>
              <a:t>   [Required(ErrorMessage="Please enter a name.")]</a:t>
            </a:r>
          </a:p>
          <a:p>
            <a:pPr eaLnBrk="1" hangingPunct="1"/>
            <a:r>
              <a:rPr lang="en-US" altLang="fr-FR" sz="1400" b="0">
                <a:latin typeface="Lucida Sans Typewriter" panose="020B0509030504030204" pitchFamily="49" charset="0"/>
              </a:rPr>
              <a:t>   public string Name { get; set; }</a:t>
            </a:r>
            <a:br>
              <a:rPr lang="en-US" altLang="fr-FR" sz="1400" b="0">
                <a:latin typeface="Lucida Sans Typewriter" panose="020B0509030504030204" pitchFamily="49" charset="0"/>
              </a:rPr>
            </a:br>
            <a:endParaRPr lang="en-US" altLang="fr-FR" sz="1400" b="0">
              <a:latin typeface="Lucida Sans Typewriter" panose="020B0509030504030204" pitchFamily="49" charset="0"/>
            </a:endParaRPr>
          </a:p>
          <a:p>
            <a:pPr eaLnBrk="1" hangingPunct="1"/>
            <a:r>
              <a:rPr lang="en-US" altLang="fr-FR" sz="1400" b="0">
                <a:latin typeface="Lucida Sans Typewriter" panose="020B0509030504030204" pitchFamily="49" charset="0"/>
              </a:rPr>
              <a:t>   [Range(0, 400)]</a:t>
            </a:r>
          </a:p>
          <a:p>
            <a:pPr eaLnBrk="1" hangingPunct="1"/>
            <a:r>
              <a:rPr lang="en-US" altLang="fr-FR" sz="1400" b="0">
                <a:latin typeface="Lucida Sans Typewriter" panose="020B0509030504030204" pitchFamily="49" charset="0"/>
              </a:rPr>
              <a:t>   public int Height { get; set; }</a:t>
            </a:r>
            <a:br>
              <a:rPr lang="en-US" altLang="fr-FR" sz="1400" b="0">
                <a:latin typeface="Lucida Sans Typewriter" panose="020B0509030504030204" pitchFamily="49" charset="0"/>
              </a:rPr>
            </a:br>
            <a:endParaRPr lang="en-US" altLang="fr-FR" sz="1400" b="0">
              <a:latin typeface="Lucida Sans Typewriter" panose="020B0509030504030204" pitchFamily="49" charset="0"/>
            </a:endParaRPr>
          </a:p>
          <a:p>
            <a:pPr eaLnBrk="1" hangingPunct="1"/>
            <a:r>
              <a:rPr lang="en-US" altLang="fr-FR" sz="1400" b="0">
                <a:latin typeface="Lucida Sans Typewriter" panose="020B0509030504030204" pitchFamily="49" charset="0"/>
              </a:rPr>
              <a:t>   [Required]</a:t>
            </a:r>
          </a:p>
          <a:p>
            <a:pPr eaLnBrk="1" hangingPunct="1"/>
            <a:r>
              <a:rPr lang="en-US" altLang="fr-FR" sz="1400" b="0">
                <a:latin typeface="Lucida Sans Typewriter" panose="020B0509030504030204" pitchFamily="49" charset="0"/>
              </a:rPr>
              <a:t>   [RegularExpression(".+\\@.+\\..+")]</a:t>
            </a:r>
          </a:p>
          <a:p>
            <a:pPr eaLnBrk="1" hangingPunct="1"/>
            <a:r>
              <a:rPr lang="en-US" altLang="fr-FR" sz="1400" b="0">
                <a:latin typeface="Lucida Sans Typewriter" panose="020B0509030504030204" pitchFamily="49" charset="0"/>
              </a:rPr>
              <a:t>   public string EmailAddress { get; set; }   </a:t>
            </a:r>
          </a:p>
          <a:p>
            <a:pPr eaLnBrk="1" hangingPunct="1"/>
            <a:r>
              <a:rPr lang="en-US" altLang="fr-FR" sz="1400" b="0">
                <a:latin typeface="Lucida Sans Typewriter" panose="020B0509030504030204" pitchFamily="49" charset="0"/>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5">
            <a:extLst>
              <a:ext uri="{FF2B5EF4-FFF2-40B4-BE49-F238E27FC236}">
                <a16:creationId xmlns:a16="http://schemas.microsoft.com/office/drawing/2014/main" xmlns="" id="{12875E14-F274-2163-F01C-7A07D431E368}"/>
              </a:ext>
            </a:extLst>
          </p:cNvPr>
          <p:cNvSpPr>
            <a:spLocks noChangeArrowheads="1"/>
          </p:cNvSpPr>
          <p:nvPr/>
        </p:nvSpPr>
        <p:spPr bwMode="auto">
          <a:xfrm>
            <a:off x="2810669" y="2976691"/>
            <a:ext cx="6570662" cy="112712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sz="2400" b="0"/>
          </a:p>
        </p:txBody>
      </p:sp>
      <p:sp>
        <p:nvSpPr>
          <p:cNvPr id="22531" name="Title 6">
            <a:extLst>
              <a:ext uri="{FF2B5EF4-FFF2-40B4-BE49-F238E27FC236}">
                <a16:creationId xmlns:a16="http://schemas.microsoft.com/office/drawing/2014/main" xmlns="" id="{FCBE18E8-78A9-487B-4328-E4D2D00795C2}"/>
              </a:ext>
            </a:extLst>
          </p:cNvPr>
          <p:cNvSpPr>
            <a:spLocks noGrp="1"/>
          </p:cNvSpPr>
          <p:nvPr>
            <p:ph type="title"/>
          </p:nvPr>
        </p:nvSpPr>
        <p:spPr/>
        <p:txBody>
          <a:bodyPr/>
          <a:lstStyle/>
          <a:p>
            <a:pPr eaLnBrk="1" hangingPunct="1"/>
            <a:r>
              <a:rPr lang="fr-FR" altLang="fr-FR"/>
              <a:t>Annotations </a:t>
            </a:r>
            <a:r>
              <a:rPr lang="fr-FR" altLang="fr-FR" i="1"/>
              <a:t>(suite)</a:t>
            </a:r>
            <a:endParaRPr lang="fr-FR" altLang="fr-FR"/>
          </a:p>
        </p:txBody>
      </p:sp>
      <p:sp>
        <p:nvSpPr>
          <p:cNvPr id="22532" name="AutoShape 5">
            <a:extLst>
              <a:ext uri="{FF2B5EF4-FFF2-40B4-BE49-F238E27FC236}">
                <a16:creationId xmlns:a16="http://schemas.microsoft.com/office/drawing/2014/main" xmlns="" id="{12EA5B7E-FD09-C6C3-289A-DA1794CA5664}"/>
              </a:ext>
            </a:extLst>
          </p:cNvPr>
          <p:cNvSpPr>
            <a:spLocks noChangeArrowheads="1"/>
          </p:cNvSpPr>
          <p:nvPr/>
        </p:nvSpPr>
        <p:spPr bwMode="auto">
          <a:xfrm>
            <a:off x="2807494" y="1328866"/>
            <a:ext cx="6570662" cy="1563687"/>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sz="2400" b="0"/>
          </a:p>
        </p:txBody>
      </p:sp>
      <p:sp>
        <p:nvSpPr>
          <p:cNvPr id="22533" name="AutoShape 7">
            <a:extLst>
              <a:ext uri="{FF2B5EF4-FFF2-40B4-BE49-F238E27FC236}">
                <a16:creationId xmlns:a16="http://schemas.microsoft.com/office/drawing/2014/main" xmlns="" id="{86BD43FC-11F3-DCE8-1344-62F5D2003AFE}"/>
              </a:ext>
            </a:extLst>
          </p:cNvPr>
          <p:cNvSpPr>
            <a:spLocks noChangeArrowheads="1"/>
          </p:cNvSpPr>
          <p:nvPr/>
        </p:nvSpPr>
        <p:spPr bwMode="auto">
          <a:xfrm>
            <a:off x="3026570" y="1497141"/>
            <a:ext cx="6103937" cy="61277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r>
              <a:rPr lang="en-US" altLang="fr-FR" sz="1600" b="0"/>
              <a:t>Par défaut, les clés étrangères sont définies par correspondance des noms de propriétés</a:t>
            </a:r>
            <a:endParaRPr lang="en-GB" altLang="fr-FR" sz="1600" b="0"/>
          </a:p>
        </p:txBody>
      </p:sp>
      <p:sp>
        <p:nvSpPr>
          <p:cNvPr id="22534" name="AutoShape 3">
            <a:extLst>
              <a:ext uri="{FF2B5EF4-FFF2-40B4-BE49-F238E27FC236}">
                <a16:creationId xmlns:a16="http://schemas.microsoft.com/office/drawing/2014/main" xmlns="" id="{6EAB497E-662D-2931-9D77-5B646267F671}"/>
              </a:ext>
            </a:extLst>
          </p:cNvPr>
          <p:cNvSpPr>
            <a:spLocks noChangeArrowheads="1"/>
          </p:cNvSpPr>
          <p:nvPr/>
        </p:nvSpPr>
        <p:spPr bwMode="auto">
          <a:xfrm>
            <a:off x="2747169" y="2238502"/>
            <a:ext cx="6697662" cy="43053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400" b="0">
                <a:latin typeface="Lucida Sans Typewriter" panose="020B0509030504030204" pitchFamily="49" charset="0"/>
              </a:rPr>
              <a:t>public class Eleve{</a:t>
            </a:r>
          </a:p>
          <a:p>
            <a:pPr eaLnBrk="1" hangingPunct="1"/>
            <a:r>
              <a:rPr lang="en-US" altLang="fr-FR" sz="1400" b="0">
                <a:latin typeface="Lucida Sans Typewriter" panose="020B0509030504030204" pitchFamily="49" charset="0"/>
              </a:rPr>
              <a:t>    public int EleveId { get; set; }</a:t>
            </a:r>
          </a:p>
          <a:p>
            <a:pPr eaLnBrk="1" hangingPunct="1"/>
            <a:r>
              <a:rPr lang="en-US" altLang="fr-FR" sz="1400" b="0">
                <a:latin typeface="Lucida Sans Typewriter" panose="020B0509030504030204" pitchFamily="49" charset="0"/>
              </a:rPr>
              <a:t>    public string Nom { get; set; }</a:t>
            </a:r>
          </a:p>
          <a:p>
            <a:pPr eaLnBrk="1" hangingPunct="1"/>
            <a:r>
              <a:rPr lang="en-US" altLang="fr-FR" sz="1400" b="0">
                <a:latin typeface="Lucida Sans Typewriter" panose="020B0509030504030204" pitchFamily="49" charset="0"/>
              </a:rPr>
              <a:t>        </a:t>
            </a:r>
          </a:p>
          <a:p>
            <a:pPr eaLnBrk="1" hangingPunct="1"/>
            <a:r>
              <a:rPr lang="en-US" altLang="fr-FR" sz="1400" b="0">
                <a:latin typeface="Lucida Sans Typewriter" panose="020B0509030504030204" pitchFamily="49" charset="0"/>
              </a:rPr>
              <a:t>    // Clé étrangère pour Classe</a:t>
            </a:r>
          </a:p>
          <a:p>
            <a:pPr eaLnBrk="1" hangingPunct="1"/>
            <a:r>
              <a:rPr lang="en-US" altLang="fr-FR" sz="1400" b="0">
                <a:latin typeface="Lucida Sans Typewriter" panose="020B0509030504030204" pitchFamily="49" charset="0"/>
              </a:rPr>
              <a:t>    public int ClasseId { get; set; }</a:t>
            </a:r>
          </a:p>
          <a:p>
            <a:pPr eaLnBrk="1" hangingPunct="1"/>
            <a:endParaRPr lang="en-US" altLang="fr-FR" sz="1400" b="0">
              <a:latin typeface="Lucida Sans Typewriter" panose="020B0509030504030204" pitchFamily="49" charset="0"/>
            </a:endParaRPr>
          </a:p>
          <a:p>
            <a:pPr eaLnBrk="1" hangingPunct="1"/>
            <a:r>
              <a:rPr lang="en-US" altLang="fr-FR" sz="1400" b="0">
                <a:latin typeface="Lucida Sans Typewriter" panose="020B0509030504030204" pitchFamily="49" charset="0"/>
              </a:rPr>
              <a:t>    public Classe Classe { get; set; }</a:t>
            </a:r>
          </a:p>
          <a:p>
            <a:pPr eaLnBrk="1" hangingPunct="1"/>
            <a:r>
              <a:rPr lang="en-US" altLang="fr-FR" sz="1400" b="0">
                <a:latin typeface="Lucida Sans Typewriter" panose="020B0509030504030204" pitchFamily="49" charset="0"/>
              </a:rPr>
              <a:t>}</a:t>
            </a:r>
          </a:p>
          <a:p>
            <a:pPr eaLnBrk="1" hangingPunct="1"/>
            <a:endParaRPr lang="en-US" altLang="fr-FR" sz="1400" b="0">
              <a:latin typeface="Lucida Sans Typewriter" panose="020B0509030504030204" pitchFamily="49" charset="0"/>
            </a:endParaRPr>
          </a:p>
          <a:p>
            <a:pPr eaLnBrk="1" hangingPunct="1"/>
            <a:r>
              <a:rPr lang="en-US" altLang="fr-FR" sz="1400" b="0">
                <a:latin typeface="Lucida Sans Typewriter" panose="020B0509030504030204" pitchFamily="49" charset="0"/>
              </a:rPr>
              <a:t>public class Classe{</a:t>
            </a:r>
          </a:p>
          <a:p>
            <a:pPr eaLnBrk="1" hangingPunct="1"/>
            <a:r>
              <a:rPr lang="en-US" altLang="fr-FR" sz="1400" b="0">
                <a:latin typeface="Lucida Sans Typewriter" panose="020B0509030504030204" pitchFamily="49" charset="0"/>
              </a:rPr>
              <a:t>    public int ClasseId { get; set; }</a:t>
            </a:r>
          </a:p>
          <a:p>
            <a:pPr eaLnBrk="1" hangingPunct="1"/>
            <a:r>
              <a:rPr lang="en-US" altLang="fr-FR" sz="1400" b="0">
                <a:latin typeface="Lucida Sans Typewriter" panose="020B0509030504030204" pitchFamily="49" charset="0"/>
              </a:rPr>
              <a:t>    public string Libelle { get; set; }</a:t>
            </a:r>
          </a:p>
          <a:p>
            <a:pPr eaLnBrk="1" hangingPunct="1"/>
            <a:r>
              <a:rPr lang="en-US" altLang="fr-FR" sz="1400" b="0">
                <a:latin typeface="Lucida Sans Typewriter" panose="020B0509030504030204" pitchFamily="49" charset="0"/>
              </a:rPr>
              <a:t>    </a:t>
            </a:r>
          </a:p>
          <a:p>
            <a:pPr eaLnBrk="1" hangingPunct="1"/>
            <a:r>
              <a:rPr lang="en-US" altLang="fr-FR" sz="1400" b="0">
                <a:latin typeface="Lucida Sans Typewriter" panose="020B0509030504030204" pitchFamily="49" charset="0"/>
              </a:rPr>
              <a:t>    public ICollection&lt;Eleve&gt; Eleves { get; set; }</a:t>
            </a:r>
          </a:p>
          <a:p>
            <a:pPr eaLnBrk="1" hangingPunct="1"/>
            <a:r>
              <a:rPr lang="en-US" altLang="fr-FR" sz="1400" b="0">
                <a:latin typeface="Lucida Sans Typewriter" panose="020B0509030504030204" pitchFamily="49" charset="0"/>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AutoShape 5">
            <a:extLst>
              <a:ext uri="{FF2B5EF4-FFF2-40B4-BE49-F238E27FC236}">
                <a16:creationId xmlns:a16="http://schemas.microsoft.com/office/drawing/2014/main" xmlns="" id="{C14DD285-5928-6410-7FA3-8EFCA9C29B3D}"/>
              </a:ext>
            </a:extLst>
          </p:cNvPr>
          <p:cNvSpPr>
            <a:spLocks noChangeArrowheads="1"/>
          </p:cNvSpPr>
          <p:nvPr/>
        </p:nvSpPr>
        <p:spPr bwMode="auto">
          <a:xfrm>
            <a:off x="2736406" y="2887493"/>
            <a:ext cx="6570662" cy="112712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sz="2400" b="0"/>
          </a:p>
        </p:txBody>
      </p:sp>
      <p:sp>
        <p:nvSpPr>
          <p:cNvPr id="23555" name="Title 6">
            <a:extLst>
              <a:ext uri="{FF2B5EF4-FFF2-40B4-BE49-F238E27FC236}">
                <a16:creationId xmlns:a16="http://schemas.microsoft.com/office/drawing/2014/main" xmlns="" id="{C6784A6F-7108-2296-7D95-18F29FCB4041}"/>
              </a:ext>
            </a:extLst>
          </p:cNvPr>
          <p:cNvSpPr>
            <a:spLocks noGrp="1"/>
          </p:cNvSpPr>
          <p:nvPr>
            <p:ph type="title"/>
          </p:nvPr>
        </p:nvSpPr>
        <p:spPr/>
        <p:txBody>
          <a:bodyPr/>
          <a:lstStyle/>
          <a:p>
            <a:pPr eaLnBrk="1" hangingPunct="1"/>
            <a:r>
              <a:rPr lang="fr-FR" altLang="fr-FR"/>
              <a:t>Annotations </a:t>
            </a:r>
            <a:r>
              <a:rPr lang="fr-FR" altLang="fr-FR" i="1"/>
              <a:t>(suite)</a:t>
            </a:r>
            <a:endParaRPr lang="fr-FR" altLang="fr-FR"/>
          </a:p>
        </p:txBody>
      </p:sp>
      <p:sp>
        <p:nvSpPr>
          <p:cNvPr id="23556" name="AutoShape 5">
            <a:extLst>
              <a:ext uri="{FF2B5EF4-FFF2-40B4-BE49-F238E27FC236}">
                <a16:creationId xmlns:a16="http://schemas.microsoft.com/office/drawing/2014/main" xmlns="" id="{D43A8D5E-81AF-92DC-5AB1-4F8C3AC33D3B}"/>
              </a:ext>
            </a:extLst>
          </p:cNvPr>
          <p:cNvSpPr>
            <a:spLocks noChangeArrowheads="1"/>
          </p:cNvSpPr>
          <p:nvPr/>
        </p:nvSpPr>
        <p:spPr bwMode="auto">
          <a:xfrm>
            <a:off x="2733231" y="1239668"/>
            <a:ext cx="6570662" cy="1563687"/>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fr-FR" altLang="fr-FR" sz="2400" b="0"/>
          </a:p>
        </p:txBody>
      </p:sp>
      <p:sp>
        <p:nvSpPr>
          <p:cNvPr id="23557" name="AutoShape 3">
            <a:extLst>
              <a:ext uri="{FF2B5EF4-FFF2-40B4-BE49-F238E27FC236}">
                <a16:creationId xmlns:a16="http://schemas.microsoft.com/office/drawing/2014/main" xmlns="" id="{5ABDE9C0-6CE7-12F2-54E4-4291154A0DE3}"/>
              </a:ext>
            </a:extLst>
          </p:cNvPr>
          <p:cNvSpPr>
            <a:spLocks noChangeArrowheads="1"/>
          </p:cNvSpPr>
          <p:nvPr/>
        </p:nvSpPr>
        <p:spPr bwMode="auto">
          <a:xfrm>
            <a:off x="2672906" y="2149304"/>
            <a:ext cx="6697662" cy="43053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400" b="0">
                <a:latin typeface="Lucida Sans Typewriter" panose="020B0509030504030204" pitchFamily="49" charset="0"/>
              </a:rPr>
              <a:t>public class Eleve{</a:t>
            </a:r>
          </a:p>
          <a:p>
            <a:pPr eaLnBrk="1" hangingPunct="1"/>
            <a:r>
              <a:rPr lang="en-US" altLang="fr-FR" sz="1400" b="0">
                <a:latin typeface="Lucida Sans Typewriter" panose="020B0509030504030204" pitchFamily="49" charset="0"/>
              </a:rPr>
              <a:t>    public int EleveId { get; set; }</a:t>
            </a:r>
          </a:p>
          <a:p>
            <a:pPr eaLnBrk="1" hangingPunct="1"/>
            <a:r>
              <a:rPr lang="en-US" altLang="fr-FR" sz="1400" b="0">
                <a:latin typeface="Lucida Sans Typewriter" panose="020B0509030504030204" pitchFamily="49" charset="0"/>
              </a:rPr>
              <a:t>    public string Nom { get; set; }</a:t>
            </a:r>
          </a:p>
          <a:p>
            <a:pPr eaLnBrk="1" hangingPunct="1"/>
            <a:r>
              <a:rPr lang="en-US" altLang="fr-FR" sz="1400" b="0">
                <a:latin typeface="Lucida Sans Typewriter" panose="020B0509030504030204" pitchFamily="49" charset="0"/>
              </a:rPr>
              <a:t>        </a:t>
            </a:r>
          </a:p>
          <a:p>
            <a:pPr eaLnBrk="1" hangingPunct="1"/>
            <a:r>
              <a:rPr lang="en-US" altLang="fr-FR" sz="1400" b="0">
                <a:latin typeface="Lucida Sans Typewriter" panose="020B0509030504030204" pitchFamily="49" charset="0"/>
              </a:rPr>
              <a:t>    // Clé étrangère pour Classe</a:t>
            </a:r>
          </a:p>
          <a:p>
            <a:pPr eaLnBrk="1" hangingPunct="1"/>
            <a:r>
              <a:rPr lang="en-US" altLang="fr-FR" sz="1400" b="0">
                <a:latin typeface="Lucida Sans Typewriter" panose="020B0509030504030204" pitchFamily="49" charset="0"/>
              </a:rPr>
              <a:t>    public int ClasseRefId { get; set; }</a:t>
            </a:r>
          </a:p>
          <a:p>
            <a:pPr eaLnBrk="1" hangingPunct="1"/>
            <a:endParaRPr lang="en-US" altLang="fr-FR" sz="1400" b="0">
              <a:latin typeface="Lucida Sans Typewriter" panose="020B0509030504030204" pitchFamily="49" charset="0"/>
            </a:endParaRPr>
          </a:p>
          <a:p>
            <a:pPr eaLnBrk="1" hangingPunct="1"/>
            <a:r>
              <a:rPr lang="en-US" altLang="fr-FR" sz="1400" b="0">
                <a:latin typeface="Lucida Sans Typewriter" panose="020B0509030504030204" pitchFamily="49" charset="0"/>
              </a:rPr>
              <a:t>    [ForeignKey("ClasseRefId")]</a:t>
            </a:r>
          </a:p>
          <a:p>
            <a:pPr eaLnBrk="1" hangingPunct="1"/>
            <a:r>
              <a:rPr lang="en-US" altLang="fr-FR" sz="1400" b="0">
                <a:latin typeface="Lucida Sans Typewriter" panose="020B0509030504030204" pitchFamily="49" charset="0"/>
              </a:rPr>
              <a:t>    public virtual Classe Classe { get; set; }</a:t>
            </a:r>
          </a:p>
          <a:p>
            <a:pPr eaLnBrk="1" hangingPunct="1"/>
            <a:r>
              <a:rPr lang="en-US" altLang="fr-FR" sz="1400" b="0">
                <a:latin typeface="Lucida Sans Typewriter" panose="020B0509030504030204" pitchFamily="49" charset="0"/>
              </a:rPr>
              <a:t>}</a:t>
            </a:r>
          </a:p>
          <a:p>
            <a:pPr eaLnBrk="1" hangingPunct="1"/>
            <a:endParaRPr lang="en-US" altLang="fr-FR" sz="1400" b="0">
              <a:latin typeface="Lucida Sans Typewriter" panose="020B0509030504030204" pitchFamily="49" charset="0"/>
            </a:endParaRPr>
          </a:p>
          <a:p>
            <a:pPr eaLnBrk="1" hangingPunct="1"/>
            <a:r>
              <a:rPr lang="en-US" altLang="fr-FR" sz="1400" b="0">
                <a:latin typeface="Lucida Sans Typewriter" panose="020B0509030504030204" pitchFamily="49" charset="0"/>
              </a:rPr>
              <a:t>public class Classe{</a:t>
            </a:r>
          </a:p>
          <a:p>
            <a:pPr eaLnBrk="1" hangingPunct="1"/>
            <a:r>
              <a:rPr lang="en-US" altLang="fr-FR" sz="1400" b="0">
                <a:latin typeface="Lucida Sans Typewriter" panose="020B0509030504030204" pitchFamily="49" charset="0"/>
              </a:rPr>
              <a:t>    public int ClasseId { get; set; }</a:t>
            </a:r>
          </a:p>
          <a:p>
            <a:pPr eaLnBrk="1" hangingPunct="1"/>
            <a:r>
              <a:rPr lang="en-US" altLang="fr-FR" sz="1400" b="0">
                <a:latin typeface="Lucida Sans Typewriter" panose="020B0509030504030204" pitchFamily="49" charset="0"/>
              </a:rPr>
              <a:t>    public string Libelle { get; set; }</a:t>
            </a:r>
          </a:p>
          <a:p>
            <a:pPr eaLnBrk="1" hangingPunct="1"/>
            <a:r>
              <a:rPr lang="en-US" altLang="fr-FR" sz="1400" b="0">
                <a:latin typeface="Lucida Sans Typewriter" panose="020B0509030504030204" pitchFamily="49" charset="0"/>
              </a:rPr>
              <a:t>    </a:t>
            </a:r>
          </a:p>
          <a:p>
            <a:pPr eaLnBrk="1" hangingPunct="1"/>
            <a:r>
              <a:rPr lang="en-US" altLang="fr-FR" sz="1400" b="0">
                <a:latin typeface="Lucida Sans Typewriter" panose="020B0509030504030204" pitchFamily="49" charset="0"/>
              </a:rPr>
              <a:t>    public ICollection&lt;Eleve&gt; Eleves { get; set; }</a:t>
            </a:r>
          </a:p>
          <a:p>
            <a:pPr eaLnBrk="1" hangingPunct="1"/>
            <a:r>
              <a:rPr lang="en-US" altLang="fr-FR" sz="1400" b="0">
                <a:latin typeface="Lucida Sans Typewriter" panose="020B0509030504030204" pitchFamily="49" charset="0"/>
              </a:rPr>
              <a:t>}</a:t>
            </a:r>
          </a:p>
        </p:txBody>
      </p:sp>
      <p:sp>
        <p:nvSpPr>
          <p:cNvPr id="23558" name="AutoShape 8">
            <a:extLst>
              <a:ext uri="{FF2B5EF4-FFF2-40B4-BE49-F238E27FC236}">
                <a16:creationId xmlns:a16="http://schemas.microsoft.com/office/drawing/2014/main" xmlns="" id="{9A2D5F28-BD8A-CF9C-9BC4-522CF21361CD}"/>
              </a:ext>
            </a:extLst>
          </p:cNvPr>
          <p:cNvSpPr>
            <a:spLocks noChangeArrowheads="1"/>
          </p:cNvSpPr>
          <p:nvPr/>
        </p:nvSpPr>
        <p:spPr bwMode="auto">
          <a:xfrm>
            <a:off x="2966593" y="1365079"/>
            <a:ext cx="6103938" cy="65563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spcBef>
                <a:spcPct val="40000"/>
              </a:spcBef>
              <a:buSzPct val="80000"/>
            </a:pPr>
            <a:r>
              <a:rPr lang="en-US" altLang="fr-FR" sz="1600" b="0"/>
              <a:t>L’attribut ForeignKey permet de changer le comportement par défaut</a:t>
            </a:r>
          </a:p>
        </p:txBody>
      </p:sp>
      <p:sp>
        <p:nvSpPr>
          <p:cNvPr id="23559" name="AutoShape 8">
            <a:extLst>
              <a:ext uri="{FF2B5EF4-FFF2-40B4-BE49-F238E27FC236}">
                <a16:creationId xmlns:a16="http://schemas.microsoft.com/office/drawing/2014/main" xmlns="" id="{5DCF0A11-EF7A-F7A5-3B6F-42454E56EC52}"/>
              </a:ext>
            </a:extLst>
          </p:cNvPr>
          <p:cNvSpPr>
            <a:spLocks noChangeArrowheads="1"/>
          </p:cNvSpPr>
          <p:nvPr/>
        </p:nvSpPr>
        <p:spPr bwMode="auto">
          <a:xfrm>
            <a:off x="7684644" y="2474742"/>
            <a:ext cx="2682875" cy="14208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spcBef>
                <a:spcPct val="40000"/>
              </a:spcBef>
              <a:buSzPct val="80000"/>
            </a:pPr>
            <a:r>
              <a:rPr lang="en-US" altLang="fr-FR" sz="1600"/>
              <a:t>Note: </a:t>
            </a:r>
            <a:r>
              <a:rPr lang="en-US" altLang="fr-FR" sz="1600" b="0"/>
              <a:t> Par défaut, la clé primaire est </a:t>
            </a:r>
            <a:r>
              <a:rPr lang="en-US" altLang="fr-FR" sz="1600" b="0" i="1"/>
              <a:t>Id</a:t>
            </a:r>
            <a:r>
              <a:rPr lang="en-US" altLang="fr-FR" sz="1600" b="0"/>
              <a:t> ou </a:t>
            </a:r>
            <a:r>
              <a:rPr lang="en-US" altLang="fr-FR" sz="1600" b="0" i="1"/>
              <a:t>NomClasseId</a:t>
            </a:r>
            <a:r>
              <a:rPr lang="en-US" altLang="fr-FR" sz="1600" b="0"/>
              <a:t>. L’attribut </a:t>
            </a:r>
            <a:r>
              <a:rPr lang="en-US" altLang="fr-FR" sz="1600"/>
              <a:t>Key</a:t>
            </a:r>
            <a:r>
              <a:rPr lang="en-US" altLang="fr-FR" sz="1600" b="0"/>
              <a:t> permet également de modifier cela</a:t>
            </a:r>
            <a:endParaRPr lang="en-US" altLang="fr-FR" sz="16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Espace réservé du contenu 2">
            <a:extLst>
              <a:ext uri="{FF2B5EF4-FFF2-40B4-BE49-F238E27FC236}">
                <a16:creationId xmlns:a16="http://schemas.microsoft.com/office/drawing/2014/main" xmlns="" id="{FB7A0250-ACF6-6B10-1ABB-C0038FE87D1E}"/>
              </a:ext>
            </a:extLst>
          </p:cNvPr>
          <p:cNvSpPr>
            <a:spLocks noGrp="1"/>
          </p:cNvSpPr>
          <p:nvPr>
            <p:ph type="body" sz="quarter" idx="12"/>
          </p:nvPr>
        </p:nvSpPr>
        <p:spPr/>
        <p:txBody>
          <a:bodyPr>
            <a:normAutofit lnSpcReduction="10000"/>
          </a:bodyPr>
          <a:lstStyle/>
          <a:p>
            <a:r>
              <a:rPr lang="fr-FR" altLang="fr-FR" dirty="0"/>
              <a:t>Alternative à la mise en œuvre d’attributs pour formaliser la liaison à la base sous-jacente</a:t>
            </a:r>
          </a:p>
          <a:p>
            <a:endParaRPr lang="fr-FR" altLang="fr-FR" dirty="0"/>
          </a:p>
          <a:p>
            <a:endParaRPr lang="fr-FR" altLang="fr-FR" dirty="0"/>
          </a:p>
          <a:p>
            <a:endParaRPr lang="fr-FR" altLang="fr-FR" dirty="0"/>
          </a:p>
          <a:p>
            <a:endParaRPr lang="fr-FR" altLang="fr-FR" dirty="0"/>
          </a:p>
          <a:p>
            <a:endParaRPr lang="fr-FR" altLang="fr-FR" dirty="0"/>
          </a:p>
          <a:p>
            <a:r>
              <a:rPr lang="fr-FR" altLang="fr-FR" dirty="0"/>
              <a:t>Personnalisation des conventions, des mappages d’entités, des mappages de propriétés</a:t>
            </a:r>
          </a:p>
          <a:p>
            <a:endParaRPr lang="fr-FR" altLang="fr-FR" dirty="0"/>
          </a:p>
        </p:txBody>
      </p:sp>
      <p:sp>
        <p:nvSpPr>
          <p:cNvPr id="24578" name="Titre 1">
            <a:extLst>
              <a:ext uri="{FF2B5EF4-FFF2-40B4-BE49-F238E27FC236}">
                <a16:creationId xmlns:a16="http://schemas.microsoft.com/office/drawing/2014/main" xmlns="" id="{DF858E4B-9DAA-BB23-FCA7-57621F59D3F2}"/>
              </a:ext>
            </a:extLst>
          </p:cNvPr>
          <p:cNvSpPr>
            <a:spLocks noGrp="1"/>
          </p:cNvSpPr>
          <p:nvPr>
            <p:ph type="title"/>
          </p:nvPr>
        </p:nvSpPr>
        <p:spPr/>
        <p:txBody>
          <a:bodyPr/>
          <a:lstStyle/>
          <a:p>
            <a:r>
              <a:rPr lang="fr-FR" altLang="fr-FR"/>
              <a:t>EF 6: Fluent API</a:t>
            </a:r>
          </a:p>
        </p:txBody>
      </p:sp>
      <p:sp>
        <p:nvSpPr>
          <p:cNvPr id="24580" name="AutoShape 3">
            <a:extLst>
              <a:ext uri="{FF2B5EF4-FFF2-40B4-BE49-F238E27FC236}">
                <a16:creationId xmlns:a16="http://schemas.microsoft.com/office/drawing/2014/main" xmlns="" id="{A0B3C251-DF83-8B14-0864-F831BFBBDAE9}"/>
              </a:ext>
            </a:extLst>
          </p:cNvPr>
          <p:cNvSpPr>
            <a:spLocks noChangeArrowheads="1"/>
          </p:cNvSpPr>
          <p:nvPr/>
        </p:nvSpPr>
        <p:spPr bwMode="auto">
          <a:xfrm>
            <a:off x="2157794" y="2943670"/>
            <a:ext cx="8043862" cy="17653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400" b="0">
                <a:latin typeface="Lucida Sans Typewriter" panose="020B0509030504030204" pitchFamily="49" charset="0"/>
              </a:rPr>
              <a:t>protected override void OnModelCreating(DbModelBuilder modelBuilder)</a:t>
            </a:r>
          </a:p>
          <a:p>
            <a:pPr eaLnBrk="1" hangingPunct="1"/>
            <a:r>
              <a:rPr lang="en-US" altLang="fr-FR" sz="1400" b="0">
                <a:latin typeface="Lucida Sans Typewriter" panose="020B0509030504030204" pitchFamily="49" charset="0"/>
              </a:rPr>
              <a:t>    {</a:t>
            </a:r>
          </a:p>
          <a:p>
            <a:pPr eaLnBrk="1" hangingPunct="1"/>
            <a:r>
              <a:rPr lang="en-US" altLang="fr-FR" sz="1400" b="0">
                <a:latin typeface="Lucida Sans Typewriter" panose="020B0509030504030204" pitchFamily="49" charset="0"/>
              </a:rPr>
              <a:t>        //Configure domain classes using modelBuilder here</a:t>
            </a:r>
          </a:p>
          <a:p>
            <a:pPr eaLnBrk="1" hangingPunct="1"/>
            <a:endParaRPr lang="en-US" altLang="fr-FR" sz="1400" b="0">
              <a:latin typeface="Lucida Sans Typewriter" panose="020B0509030504030204" pitchFamily="49" charset="0"/>
            </a:endParaRPr>
          </a:p>
          <a:p>
            <a:pPr eaLnBrk="1" hangingPunct="1"/>
            <a:r>
              <a:rPr lang="en-US" altLang="fr-FR" sz="1400" b="0">
                <a:latin typeface="Lucida Sans Typewriter" panose="020B0509030504030204" pitchFamily="49" charset="0"/>
              </a:rPr>
              <a:t>        base.OnModelCreating(modelBuilder);</a:t>
            </a:r>
          </a:p>
          <a:p>
            <a:pPr eaLnBrk="1" hangingPunct="1"/>
            <a:r>
              <a:rPr lang="en-US" altLang="fr-FR" sz="1400" b="0">
                <a:latin typeface="Lucida Sans Typewriter" panose="020B0509030504030204" pitchFamily="49" charset="0"/>
              </a:rPr>
              <a:t>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re 1">
            <a:extLst>
              <a:ext uri="{FF2B5EF4-FFF2-40B4-BE49-F238E27FC236}">
                <a16:creationId xmlns:a16="http://schemas.microsoft.com/office/drawing/2014/main" xmlns="" id="{DC17F2B0-8CE8-6CCA-11DC-F0BA4FD3581F}"/>
              </a:ext>
            </a:extLst>
          </p:cNvPr>
          <p:cNvSpPr>
            <a:spLocks noGrp="1"/>
          </p:cNvSpPr>
          <p:nvPr>
            <p:ph type="title"/>
          </p:nvPr>
        </p:nvSpPr>
        <p:spPr/>
        <p:txBody>
          <a:bodyPr/>
          <a:lstStyle/>
          <a:p>
            <a:r>
              <a:rPr lang="fr-FR" altLang="fr-FR"/>
              <a:t>EF 6: Fluent API (suite)</a:t>
            </a:r>
          </a:p>
        </p:txBody>
      </p:sp>
      <p:sp>
        <p:nvSpPr>
          <p:cNvPr id="25603" name="AutoShape 3">
            <a:extLst>
              <a:ext uri="{FF2B5EF4-FFF2-40B4-BE49-F238E27FC236}">
                <a16:creationId xmlns:a16="http://schemas.microsoft.com/office/drawing/2014/main" xmlns="" id="{13C6C287-B34F-F348-5554-C4DB6074D3E7}"/>
              </a:ext>
            </a:extLst>
          </p:cNvPr>
          <p:cNvSpPr>
            <a:spLocks noChangeArrowheads="1"/>
          </p:cNvSpPr>
          <p:nvPr/>
        </p:nvSpPr>
        <p:spPr bwMode="auto">
          <a:xfrm>
            <a:off x="2073275" y="1498029"/>
            <a:ext cx="8045450" cy="322421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400" b="0">
                <a:latin typeface="Lucida Sans Typewriter" panose="020B0509030504030204" pitchFamily="49" charset="0"/>
              </a:rPr>
              <a:t>modelBuilder.Entity&lt;Student&gt;().Map(m =&gt;</a:t>
            </a:r>
          </a:p>
          <a:p>
            <a:pPr eaLnBrk="1" hangingPunct="1"/>
            <a:r>
              <a:rPr lang="en-US" altLang="fr-FR" sz="1400" b="0">
                <a:latin typeface="Lucida Sans Typewriter" panose="020B0509030504030204" pitchFamily="49" charset="0"/>
              </a:rPr>
              <a:t>            {</a:t>
            </a:r>
          </a:p>
          <a:p>
            <a:pPr eaLnBrk="1" hangingPunct="1"/>
            <a:r>
              <a:rPr lang="en-US" altLang="fr-FR" sz="1400" b="0">
                <a:latin typeface="Lucida Sans Typewriter" panose="020B0509030504030204" pitchFamily="49" charset="0"/>
              </a:rPr>
              <a:t>                m.Properties(p =&gt; new { p.StudentId, p.StudentName});</a:t>
            </a:r>
          </a:p>
          <a:p>
            <a:pPr eaLnBrk="1" hangingPunct="1"/>
            <a:r>
              <a:rPr lang="en-US" altLang="fr-FR" sz="1400" b="0">
                <a:latin typeface="Lucida Sans Typewriter" panose="020B0509030504030204" pitchFamily="49" charset="0"/>
              </a:rPr>
              <a:t>                m.ToTable("StudentInfo");</a:t>
            </a:r>
          </a:p>
          <a:p>
            <a:pPr eaLnBrk="1" hangingPunct="1"/>
            <a:endParaRPr lang="en-US" altLang="fr-FR" sz="1400" b="0">
              <a:latin typeface="Lucida Sans Typewriter" panose="020B0509030504030204" pitchFamily="49" charset="0"/>
            </a:endParaRPr>
          </a:p>
          <a:p>
            <a:pPr eaLnBrk="1" hangingPunct="1"/>
            <a:r>
              <a:rPr lang="en-US" altLang="fr-FR" sz="1400" b="0">
                <a:latin typeface="Lucida Sans Typewriter" panose="020B0509030504030204" pitchFamily="49" charset="0"/>
              </a:rPr>
              <a:t>            }).Map(m =&gt; {</a:t>
            </a:r>
          </a:p>
          <a:p>
            <a:pPr eaLnBrk="1" hangingPunct="1"/>
            <a:r>
              <a:rPr lang="en-US" altLang="fr-FR" sz="1400" b="0">
                <a:latin typeface="Lucida Sans Typewriter" panose="020B0509030504030204" pitchFamily="49" charset="0"/>
              </a:rPr>
              <a:t>                m.Properties(p =&gt; new { p.StudentId, p.Height, p.Weight, p.Photo, p.DateOfBirth});</a:t>
            </a:r>
          </a:p>
          <a:p>
            <a:pPr eaLnBrk="1" hangingPunct="1"/>
            <a:r>
              <a:rPr lang="en-US" altLang="fr-FR" sz="1400" b="0">
                <a:latin typeface="Lucida Sans Typewriter" panose="020B0509030504030204" pitchFamily="49" charset="0"/>
              </a:rPr>
              <a:t>                m.ToTable("StudentInfoDetail");</a:t>
            </a:r>
          </a:p>
          <a:p>
            <a:pPr eaLnBrk="1" hangingPunct="1"/>
            <a:endParaRPr lang="en-US" altLang="fr-FR" sz="1400" b="0">
              <a:latin typeface="Lucida Sans Typewriter" panose="020B0509030504030204" pitchFamily="49" charset="0"/>
            </a:endParaRPr>
          </a:p>
          <a:p>
            <a:pPr eaLnBrk="1" hangingPunct="1"/>
            <a:r>
              <a:rPr lang="en-US" altLang="fr-FR" sz="1400" b="0">
                <a:latin typeface="Lucida Sans Typewriter" panose="020B0509030504030204" pitchFamily="49" charset="0"/>
              </a:rPr>
              <a:t>            });</a:t>
            </a:r>
          </a:p>
          <a:p>
            <a:pPr eaLnBrk="1" hangingPunct="1"/>
            <a:endParaRPr lang="en-US" altLang="fr-FR" sz="1400" b="0">
              <a:latin typeface="Lucida Sans Typewriter" panose="020B0509030504030204" pitchFamily="49" charset="0"/>
            </a:endParaRPr>
          </a:p>
          <a:p>
            <a:pPr eaLnBrk="1" hangingPunct="1"/>
            <a:r>
              <a:rPr lang="en-US" altLang="fr-FR" sz="1400" b="0">
                <a:latin typeface="Lucida Sans Typewriter" panose="020B0509030504030204" pitchFamily="49" charset="0"/>
              </a:rPr>
              <a:t>modelBuilder.Entity&lt;Standard&gt;().ToTable("StandardInfo");</a:t>
            </a:r>
          </a:p>
        </p:txBody>
      </p:sp>
      <p:sp>
        <p:nvSpPr>
          <p:cNvPr id="25604" name="AutoShape 6">
            <a:extLst>
              <a:ext uri="{FF2B5EF4-FFF2-40B4-BE49-F238E27FC236}">
                <a16:creationId xmlns:a16="http://schemas.microsoft.com/office/drawing/2014/main" xmlns="" id="{803C7484-82CD-6AC4-2D37-D161B3BD440B}"/>
              </a:ext>
            </a:extLst>
          </p:cNvPr>
          <p:cNvSpPr>
            <a:spLocks noChangeArrowheads="1"/>
          </p:cNvSpPr>
          <p:nvPr/>
        </p:nvSpPr>
        <p:spPr bwMode="auto">
          <a:xfrm>
            <a:off x="2073275" y="5069904"/>
            <a:ext cx="8045450" cy="12954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Mappage de l’entité </a:t>
            </a:r>
            <a:r>
              <a:rPr lang="fr-FR" altLang="fr-FR" sz="2000">
                <a:latin typeface="Arial" panose="020B0604020202020204" pitchFamily="34" charset="0"/>
              </a:rPr>
              <a:t>Student</a:t>
            </a:r>
            <a:r>
              <a:rPr lang="fr-FR" altLang="fr-FR" sz="2000" b="0">
                <a:latin typeface="Arial" panose="020B0604020202020204" pitchFamily="34" charset="0"/>
              </a:rPr>
              <a:t> à deux tables et mappage de l’entité </a:t>
            </a:r>
            <a:r>
              <a:rPr lang="fr-FR" altLang="fr-FR" sz="2000">
                <a:latin typeface="Arial" panose="020B0604020202020204" pitchFamily="34" charset="0"/>
              </a:rPr>
              <a:t>Standard</a:t>
            </a:r>
            <a:r>
              <a:rPr lang="fr-FR" altLang="fr-FR" sz="2000" b="0">
                <a:latin typeface="Arial" panose="020B0604020202020204" pitchFamily="34" charset="0"/>
              </a:rPr>
              <a:t> à une table </a:t>
            </a:r>
            <a:r>
              <a:rPr lang="fr-FR" altLang="fr-FR" sz="2000">
                <a:latin typeface="Arial" panose="020B0604020202020204" pitchFamily="34" charset="0"/>
              </a:rPr>
              <a:t>StandardInfo</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a:extLst>
              <a:ext uri="{FF2B5EF4-FFF2-40B4-BE49-F238E27FC236}">
                <a16:creationId xmlns:a16="http://schemas.microsoft.com/office/drawing/2014/main" xmlns="" id="{EA768FE3-E414-DD99-319C-5EE645AF2C5A}"/>
              </a:ext>
            </a:extLst>
          </p:cNvPr>
          <p:cNvSpPr>
            <a:spLocks noGrp="1"/>
          </p:cNvSpPr>
          <p:nvPr>
            <p:ph type="title"/>
          </p:nvPr>
        </p:nvSpPr>
        <p:spPr/>
        <p:txBody>
          <a:bodyPr/>
          <a:lstStyle/>
          <a:p>
            <a:r>
              <a:rPr lang="fr-FR" altLang="fr-FR"/>
              <a:t>EF 6: Fluent API (suite)</a:t>
            </a:r>
          </a:p>
        </p:txBody>
      </p:sp>
      <p:sp>
        <p:nvSpPr>
          <p:cNvPr id="26627" name="AutoShape 6">
            <a:extLst>
              <a:ext uri="{FF2B5EF4-FFF2-40B4-BE49-F238E27FC236}">
                <a16:creationId xmlns:a16="http://schemas.microsoft.com/office/drawing/2014/main" xmlns="" id="{71CDD42E-6F0D-1058-ADF1-537B9D0AF60B}"/>
              </a:ext>
            </a:extLst>
          </p:cNvPr>
          <p:cNvSpPr>
            <a:spLocks noChangeArrowheads="1"/>
          </p:cNvSpPr>
          <p:nvPr/>
        </p:nvSpPr>
        <p:spPr bwMode="auto">
          <a:xfrm>
            <a:off x="2074068" y="1254040"/>
            <a:ext cx="8043863" cy="7080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Personnalisation des clés primaires et étrangères</a:t>
            </a:r>
            <a:endParaRPr lang="fr-FR" altLang="fr-FR" sz="2000">
              <a:latin typeface="Arial" panose="020B0604020202020204" pitchFamily="34" charset="0"/>
            </a:endParaRPr>
          </a:p>
        </p:txBody>
      </p:sp>
      <p:sp>
        <p:nvSpPr>
          <p:cNvPr id="26628" name="AutoShape 3">
            <a:extLst>
              <a:ext uri="{FF2B5EF4-FFF2-40B4-BE49-F238E27FC236}">
                <a16:creationId xmlns:a16="http://schemas.microsoft.com/office/drawing/2014/main" xmlns="" id="{0695C56C-7C1A-4198-0186-2983A61C7E79}"/>
              </a:ext>
            </a:extLst>
          </p:cNvPr>
          <p:cNvSpPr>
            <a:spLocks noChangeArrowheads="1"/>
          </p:cNvSpPr>
          <p:nvPr/>
        </p:nvSpPr>
        <p:spPr bwMode="auto">
          <a:xfrm>
            <a:off x="2416968" y="1841414"/>
            <a:ext cx="8043863" cy="21669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400" b="0">
                <a:latin typeface="Lucida Sans Typewriter" panose="020B0509030504030204" pitchFamily="49" charset="0"/>
              </a:rPr>
              <a:t>// Configurer StudentId comme PK pour StudentAddress</a:t>
            </a:r>
          </a:p>
          <a:p>
            <a:pPr eaLnBrk="1" hangingPunct="1"/>
            <a:r>
              <a:rPr lang="en-US" altLang="fr-FR" sz="1400" b="0">
                <a:latin typeface="Lucida Sans Typewriter" panose="020B0509030504030204" pitchFamily="49" charset="0"/>
              </a:rPr>
              <a:t>    modelBuilder.Entity&lt;StudentAddress&gt;()</a:t>
            </a:r>
          </a:p>
          <a:p>
            <a:pPr eaLnBrk="1" hangingPunct="1"/>
            <a:r>
              <a:rPr lang="en-US" altLang="fr-FR" sz="1400" b="0">
                <a:latin typeface="Lucida Sans Typewriter" panose="020B0509030504030204" pitchFamily="49" charset="0"/>
              </a:rPr>
              <a:t>        .HasKey(e =&gt; e.StudentId);</a:t>
            </a:r>
          </a:p>
          <a:p>
            <a:pPr eaLnBrk="1" hangingPunct="1"/>
            <a:r>
              <a:rPr lang="en-US" altLang="fr-FR" sz="1400" b="0">
                <a:latin typeface="Lucida Sans Typewriter" panose="020B0509030504030204" pitchFamily="49" charset="0"/>
              </a:rPr>
              <a:t>        </a:t>
            </a:r>
          </a:p>
          <a:p>
            <a:pPr eaLnBrk="1" hangingPunct="1"/>
            <a:r>
              <a:rPr lang="en-US" altLang="fr-FR" sz="1400" b="0">
                <a:latin typeface="Lucida Sans Typewriter" panose="020B0509030504030204" pitchFamily="49" charset="0"/>
              </a:rPr>
              <a:t>// Configurer StudentId comme FK pour StudentAddress</a:t>
            </a:r>
          </a:p>
          <a:p>
            <a:pPr eaLnBrk="1" hangingPunct="1"/>
            <a:r>
              <a:rPr lang="en-US" altLang="fr-FR" sz="1400" b="0">
                <a:latin typeface="Lucida Sans Typewriter" panose="020B0509030504030204" pitchFamily="49" charset="0"/>
              </a:rPr>
              <a:t>    modelBuilder.Entity&lt;Student&gt;()</a:t>
            </a:r>
          </a:p>
          <a:p>
            <a:pPr eaLnBrk="1" hangingPunct="1"/>
            <a:r>
              <a:rPr lang="en-US" altLang="fr-FR" sz="1400" b="0">
                <a:latin typeface="Lucida Sans Typewriter" panose="020B0509030504030204" pitchFamily="49" charset="0"/>
              </a:rPr>
              <a:t>                .HasOptional(s =&gt; s.Address) </a:t>
            </a:r>
          </a:p>
          <a:p>
            <a:pPr eaLnBrk="1" hangingPunct="1"/>
            <a:r>
              <a:rPr lang="en-US" altLang="fr-FR" sz="1400" b="0">
                <a:latin typeface="Lucida Sans Typewriter" panose="020B0509030504030204" pitchFamily="49" charset="0"/>
              </a:rPr>
              <a:t>                .WithRequired(ad =&gt; ad.StudentId); </a:t>
            </a:r>
          </a:p>
        </p:txBody>
      </p:sp>
      <p:sp>
        <p:nvSpPr>
          <p:cNvPr id="26629" name="AutoShape 6">
            <a:extLst>
              <a:ext uri="{FF2B5EF4-FFF2-40B4-BE49-F238E27FC236}">
                <a16:creationId xmlns:a16="http://schemas.microsoft.com/office/drawing/2014/main" xmlns="" id="{BF7E7E55-2962-90E7-14D4-D0D36C0B0AD7}"/>
              </a:ext>
            </a:extLst>
          </p:cNvPr>
          <p:cNvSpPr>
            <a:spLocks noChangeArrowheads="1"/>
          </p:cNvSpPr>
          <p:nvPr/>
        </p:nvSpPr>
        <p:spPr bwMode="auto">
          <a:xfrm>
            <a:off x="2078830" y="4167102"/>
            <a:ext cx="8045450" cy="6477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sz="2000" b="0">
                <a:latin typeface="Arial" panose="020B0604020202020204" pitchFamily="34" charset="0"/>
              </a:rPr>
              <a:t>Personnalisation d’une colonne</a:t>
            </a:r>
            <a:endParaRPr lang="fr-FR" altLang="fr-FR" sz="2000">
              <a:latin typeface="Arial" panose="020B0604020202020204" pitchFamily="34" charset="0"/>
            </a:endParaRPr>
          </a:p>
        </p:txBody>
      </p:sp>
      <p:sp>
        <p:nvSpPr>
          <p:cNvPr id="26630" name="AutoShape 3">
            <a:extLst>
              <a:ext uri="{FF2B5EF4-FFF2-40B4-BE49-F238E27FC236}">
                <a16:creationId xmlns:a16="http://schemas.microsoft.com/office/drawing/2014/main" xmlns="" id="{6E42EC06-82F1-04D9-7C28-CA224043F1B3}"/>
              </a:ext>
            </a:extLst>
          </p:cNvPr>
          <p:cNvSpPr>
            <a:spLocks noChangeArrowheads="1"/>
          </p:cNvSpPr>
          <p:nvPr/>
        </p:nvSpPr>
        <p:spPr bwMode="auto">
          <a:xfrm>
            <a:off x="2416968" y="4705264"/>
            <a:ext cx="8043863" cy="18621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400" b="0">
                <a:latin typeface="Lucida Sans Typewriter" panose="020B0509030504030204" pitchFamily="49" charset="0"/>
              </a:rPr>
              <a:t>modelBuilder.Entity&lt;Student&gt;()</a:t>
            </a:r>
          </a:p>
          <a:p>
            <a:pPr eaLnBrk="1" hangingPunct="1"/>
            <a:r>
              <a:rPr lang="en-US" altLang="fr-FR" sz="1400" b="0">
                <a:latin typeface="Lucida Sans Typewriter" panose="020B0509030504030204" pitchFamily="49" charset="0"/>
              </a:rPr>
              <a:t>                    .Property(p =&gt; p.DateOfBirth)</a:t>
            </a:r>
          </a:p>
          <a:p>
            <a:pPr eaLnBrk="1" hangingPunct="1"/>
            <a:r>
              <a:rPr lang="en-US" altLang="fr-FR" sz="1400" b="0">
                <a:latin typeface="Lucida Sans Typewriter" panose="020B0509030504030204" pitchFamily="49" charset="0"/>
              </a:rPr>
              <a:t>                    .HasColumnName("DoB")</a:t>
            </a:r>
          </a:p>
          <a:p>
            <a:pPr eaLnBrk="1" hangingPunct="1"/>
            <a:r>
              <a:rPr lang="en-US" altLang="fr-FR" sz="1400" b="0">
                <a:latin typeface="Lucida Sans Typewriter" panose="020B0509030504030204" pitchFamily="49" charset="0"/>
              </a:rPr>
              <a:t>                    .HasColumnOrder(3)</a:t>
            </a:r>
          </a:p>
          <a:p>
            <a:pPr eaLnBrk="1" hangingPunct="1"/>
            <a:r>
              <a:rPr lang="en-US" altLang="fr-FR" sz="1400" b="0">
                <a:latin typeface="Lucida Sans Typewriter" panose="020B0509030504030204" pitchFamily="49" charset="0"/>
              </a:rPr>
              <a:t>                    .HasColumnType("datetime2");</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6">
            <a:extLst>
              <a:ext uri="{FF2B5EF4-FFF2-40B4-BE49-F238E27FC236}">
                <a16:creationId xmlns:a16="http://schemas.microsoft.com/office/drawing/2014/main" xmlns="" id="{3F546340-3025-4C87-1542-210A8338AAC4}"/>
              </a:ext>
            </a:extLst>
          </p:cNvPr>
          <p:cNvSpPr>
            <a:spLocks noGrp="1"/>
          </p:cNvSpPr>
          <p:nvPr>
            <p:ph type="title"/>
          </p:nvPr>
        </p:nvSpPr>
        <p:spPr/>
        <p:txBody>
          <a:bodyPr/>
          <a:lstStyle/>
          <a:p>
            <a:pPr eaLnBrk="1" hangingPunct="1"/>
            <a:r>
              <a:rPr lang="fr-FR" altLang="fr-FR"/>
              <a:t>Migrations</a:t>
            </a:r>
          </a:p>
        </p:txBody>
      </p:sp>
      <p:sp>
        <p:nvSpPr>
          <p:cNvPr id="27651" name="AutoShape 5">
            <a:extLst>
              <a:ext uri="{FF2B5EF4-FFF2-40B4-BE49-F238E27FC236}">
                <a16:creationId xmlns:a16="http://schemas.microsoft.com/office/drawing/2014/main" xmlns="" id="{8C559A46-1D95-9905-C3A8-497FC195ABA9}"/>
              </a:ext>
            </a:extLst>
          </p:cNvPr>
          <p:cNvSpPr>
            <a:spLocks noChangeArrowheads="1"/>
          </p:cNvSpPr>
          <p:nvPr/>
        </p:nvSpPr>
        <p:spPr bwMode="auto">
          <a:xfrm>
            <a:off x="2810669" y="1239668"/>
            <a:ext cx="6570662" cy="5329237"/>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a:t>Via la console du gestionnaire de package:</a:t>
            </a:r>
          </a:p>
        </p:txBody>
      </p:sp>
      <p:sp>
        <p:nvSpPr>
          <p:cNvPr id="27652" name="AutoShape 7">
            <a:extLst>
              <a:ext uri="{FF2B5EF4-FFF2-40B4-BE49-F238E27FC236}">
                <a16:creationId xmlns:a16="http://schemas.microsoft.com/office/drawing/2014/main" xmlns="" id="{E20AE6B9-3E37-E177-5E37-836AD31B95EA}"/>
              </a:ext>
            </a:extLst>
          </p:cNvPr>
          <p:cNvSpPr>
            <a:spLocks noChangeArrowheads="1"/>
          </p:cNvSpPr>
          <p:nvPr/>
        </p:nvSpPr>
        <p:spPr bwMode="auto">
          <a:xfrm>
            <a:off x="3044031" y="1858793"/>
            <a:ext cx="6103938" cy="64928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r>
              <a:rPr lang="en-US" altLang="fr-FR" sz="1600"/>
              <a:t>Enable-Migrations </a:t>
            </a:r>
            <a:r>
              <a:rPr lang="en-US" altLang="fr-FR" sz="1600" b="0"/>
              <a:t>: Active la prise en charge des migrations</a:t>
            </a:r>
            <a:endParaRPr lang="en-GB" altLang="fr-FR" sz="1600"/>
          </a:p>
        </p:txBody>
      </p:sp>
      <p:sp>
        <p:nvSpPr>
          <p:cNvPr id="27653" name="AutoShape 6">
            <a:extLst>
              <a:ext uri="{FF2B5EF4-FFF2-40B4-BE49-F238E27FC236}">
                <a16:creationId xmlns:a16="http://schemas.microsoft.com/office/drawing/2014/main" xmlns="" id="{3AA9B32C-203E-02C3-EB96-50ADBC2192A8}"/>
              </a:ext>
            </a:extLst>
          </p:cNvPr>
          <p:cNvSpPr>
            <a:spLocks noChangeArrowheads="1"/>
          </p:cNvSpPr>
          <p:nvPr/>
        </p:nvSpPr>
        <p:spPr bwMode="auto">
          <a:xfrm>
            <a:off x="3044031" y="3498680"/>
            <a:ext cx="6103938" cy="63341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r>
              <a:rPr lang="en-US" altLang="fr-FR" sz="1600"/>
              <a:t>Add-Migration </a:t>
            </a:r>
            <a:r>
              <a:rPr lang="en-US" altLang="fr-FR" sz="1600" b="0"/>
              <a:t>XXX : Génération d’une migration nommée XXX</a:t>
            </a:r>
            <a:endParaRPr lang="en-GB" altLang="fr-FR" sz="1600"/>
          </a:p>
        </p:txBody>
      </p:sp>
      <p:sp>
        <p:nvSpPr>
          <p:cNvPr id="27654" name="AutoShape 6">
            <a:extLst>
              <a:ext uri="{FF2B5EF4-FFF2-40B4-BE49-F238E27FC236}">
                <a16:creationId xmlns:a16="http://schemas.microsoft.com/office/drawing/2014/main" xmlns="" id="{9B001F54-C3DA-AE01-AB44-DA2F57176C59}"/>
              </a:ext>
            </a:extLst>
          </p:cNvPr>
          <p:cNvSpPr>
            <a:spLocks noChangeArrowheads="1"/>
          </p:cNvSpPr>
          <p:nvPr/>
        </p:nvSpPr>
        <p:spPr bwMode="auto">
          <a:xfrm>
            <a:off x="5303045" y="2269955"/>
            <a:ext cx="3925887" cy="109061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85750" indent="-285750"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150000"/>
              </a:lnSpc>
              <a:buFontTx/>
              <a:buChar char="•"/>
            </a:pPr>
            <a:r>
              <a:rPr lang="en-US" altLang="fr-FR" sz="1600" b="0"/>
              <a:t>Classe </a:t>
            </a:r>
            <a:r>
              <a:rPr lang="en-US" altLang="fr-FR" sz="1600"/>
              <a:t>Configuration</a:t>
            </a:r>
          </a:p>
          <a:p>
            <a:pPr eaLnBrk="1" hangingPunct="1">
              <a:buFontTx/>
              <a:buChar char="•"/>
            </a:pPr>
            <a:r>
              <a:rPr lang="en-US" altLang="fr-FR" sz="1600" b="0"/>
              <a:t>Migration </a:t>
            </a:r>
            <a:r>
              <a:rPr lang="en-US" altLang="fr-FR" sz="1600"/>
              <a:t>InitialCreate</a:t>
            </a:r>
            <a:r>
              <a:rPr lang="en-US" altLang="fr-FR" sz="1600" b="0"/>
              <a:t> (si la base a déjà été générée)</a:t>
            </a:r>
            <a:endParaRPr lang="en-GB" altLang="fr-FR" sz="1600" b="0"/>
          </a:p>
        </p:txBody>
      </p:sp>
      <p:sp>
        <p:nvSpPr>
          <p:cNvPr id="27655" name="AutoShape 6">
            <a:extLst>
              <a:ext uri="{FF2B5EF4-FFF2-40B4-BE49-F238E27FC236}">
                <a16:creationId xmlns:a16="http://schemas.microsoft.com/office/drawing/2014/main" xmlns="" id="{067841CA-7173-5AFA-AD80-91C9D95A57F0}"/>
              </a:ext>
            </a:extLst>
          </p:cNvPr>
          <p:cNvSpPr>
            <a:spLocks noChangeArrowheads="1"/>
          </p:cNvSpPr>
          <p:nvPr/>
        </p:nvSpPr>
        <p:spPr bwMode="auto">
          <a:xfrm>
            <a:off x="3044031" y="4987755"/>
            <a:ext cx="6103938" cy="63341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r>
              <a:rPr lang="en-US" altLang="fr-FR" sz="1600"/>
              <a:t>Update-Database </a:t>
            </a:r>
            <a:r>
              <a:rPr lang="en-US" altLang="fr-FR" sz="1600" b="0"/>
              <a:t>: Applique les migrations en attente</a:t>
            </a:r>
            <a:endParaRPr lang="en-GB" altLang="fr-FR" sz="1600"/>
          </a:p>
        </p:txBody>
      </p:sp>
      <p:sp>
        <p:nvSpPr>
          <p:cNvPr id="27656" name="AutoShape 6">
            <a:extLst>
              <a:ext uri="{FF2B5EF4-FFF2-40B4-BE49-F238E27FC236}">
                <a16:creationId xmlns:a16="http://schemas.microsoft.com/office/drawing/2014/main" xmlns="" id="{54725B55-2E5E-8B08-AC58-75B694FF0551}"/>
              </a:ext>
            </a:extLst>
          </p:cNvPr>
          <p:cNvSpPr>
            <a:spLocks noChangeArrowheads="1"/>
          </p:cNvSpPr>
          <p:nvPr/>
        </p:nvSpPr>
        <p:spPr bwMode="auto">
          <a:xfrm>
            <a:off x="3044031" y="5729118"/>
            <a:ext cx="6103938" cy="6953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80000"/>
              </a:lnSpc>
            </a:pPr>
            <a:r>
              <a:rPr lang="en-US" altLang="fr-FR" sz="1600"/>
              <a:t>Update-Database -TargetMigration: </a:t>
            </a:r>
            <a:r>
              <a:rPr lang="en-US" altLang="fr-FR" sz="1600" b="0"/>
              <a:t>XXX : Annule les migrations appliquées après la migration XXX</a:t>
            </a:r>
            <a:endParaRPr lang="en-GB" altLang="fr-FR" sz="1600"/>
          </a:p>
        </p:txBody>
      </p:sp>
      <p:sp>
        <p:nvSpPr>
          <p:cNvPr id="27657" name="AutoShape 6">
            <a:extLst>
              <a:ext uri="{FF2B5EF4-FFF2-40B4-BE49-F238E27FC236}">
                <a16:creationId xmlns:a16="http://schemas.microsoft.com/office/drawing/2014/main" xmlns="" id="{9F354850-17B3-3A5B-D4E0-7182297B8CFF}"/>
              </a:ext>
            </a:extLst>
          </p:cNvPr>
          <p:cNvSpPr>
            <a:spLocks noChangeArrowheads="1"/>
          </p:cNvSpPr>
          <p:nvPr/>
        </p:nvSpPr>
        <p:spPr bwMode="auto">
          <a:xfrm>
            <a:off x="5303045" y="3947942"/>
            <a:ext cx="3925887" cy="9382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150000"/>
              </a:lnSpc>
            </a:pPr>
            <a:r>
              <a:rPr lang="en-US" altLang="fr-FR" sz="1600" b="0"/>
              <a:t>Possibilité d’ajouter son propre code SQL par la commande </a:t>
            </a:r>
            <a:r>
              <a:rPr lang="en-US" altLang="fr-FR" sz="1600"/>
              <a:t>Sql()</a:t>
            </a:r>
            <a:endParaRPr lang="en-GB" altLang="fr-FR" sz="1600" b="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140">
            <a:extLst>
              <a:ext uri="{FF2B5EF4-FFF2-40B4-BE49-F238E27FC236}">
                <a16:creationId xmlns:a16="http://schemas.microsoft.com/office/drawing/2014/main" xmlns="" id="{153BC782-35F1-92FD-5283-C2968E5A0F4A}"/>
              </a:ext>
            </a:extLst>
          </p:cNvPr>
          <p:cNvSpPr>
            <a:spLocks noChangeArrowheads="1"/>
          </p:cNvSpPr>
          <p:nvPr/>
        </p:nvSpPr>
        <p:spPr bwMode="auto">
          <a:xfrm>
            <a:off x="2199481" y="1352868"/>
            <a:ext cx="7793038" cy="1674812"/>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200"/>
              <a:t>.NET Core</a:t>
            </a:r>
          </a:p>
        </p:txBody>
      </p:sp>
      <p:sp>
        <p:nvSpPr>
          <p:cNvPr id="28675" name="Title 6">
            <a:extLst>
              <a:ext uri="{FF2B5EF4-FFF2-40B4-BE49-F238E27FC236}">
                <a16:creationId xmlns:a16="http://schemas.microsoft.com/office/drawing/2014/main" xmlns="" id="{28326158-1153-78D2-764A-6E4ED37BA572}"/>
              </a:ext>
            </a:extLst>
          </p:cNvPr>
          <p:cNvSpPr>
            <a:spLocks noGrp="1"/>
          </p:cNvSpPr>
          <p:nvPr>
            <p:ph type="title"/>
          </p:nvPr>
        </p:nvSpPr>
        <p:spPr/>
        <p:txBody>
          <a:bodyPr/>
          <a:lstStyle/>
          <a:p>
            <a:pPr eaLnBrk="1" hangingPunct="1"/>
            <a:r>
              <a:rPr lang="fr-FR" altLang="fr-FR"/>
              <a:t>Entity Framework Core (EF 7)</a:t>
            </a:r>
          </a:p>
        </p:txBody>
      </p:sp>
      <p:sp>
        <p:nvSpPr>
          <p:cNvPr id="28676" name="Rounded Rectangle 24">
            <a:extLst>
              <a:ext uri="{FF2B5EF4-FFF2-40B4-BE49-F238E27FC236}">
                <a16:creationId xmlns:a16="http://schemas.microsoft.com/office/drawing/2014/main" xmlns="" id="{62A3357A-2DF9-36D1-8064-898DF9DC165C}"/>
              </a:ext>
            </a:extLst>
          </p:cNvPr>
          <p:cNvSpPr>
            <a:spLocks noChangeArrowheads="1"/>
          </p:cNvSpPr>
          <p:nvPr/>
        </p:nvSpPr>
        <p:spPr bwMode="auto">
          <a:xfrm>
            <a:off x="2536031" y="1954531"/>
            <a:ext cx="7107238" cy="765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US" altLang="fr-FR" b="0"/>
              <a:t>Léger, modulaire et multi-plateforme</a:t>
            </a:r>
            <a:endParaRPr lang="en-GB" altLang="fr-FR" b="0"/>
          </a:p>
        </p:txBody>
      </p:sp>
      <p:sp>
        <p:nvSpPr>
          <p:cNvPr id="28677" name="AutoShape 140">
            <a:extLst>
              <a:ext uri="{FF2B5EF4-FFF2-40B4-BE49-F238E27FC236}">
                <a16:creationId xmlns:a16="http://schemas.microsoft.com/office/drawing/2014/main" xmlns="" id="{69206AED-C55E-339C-54EE-8F2B6A115C0A}"/>
              </a:ext>
            </a:extLst>
          </p:cNvPr>
          <p:cNvSpPr>
            <a:spLocks noChangeArrowheads="1"/>
          </p:cNvSpPr>
          <p:nvPr/>
        </p:nvSpPr>
        <p:spPr bwMode="auto">
          <a:xfrm>
            <a:off x="2193131" y="3745230"/>
            <a:ext cx="3803650" cy="2890838"/>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200"/>
              <a:t>ASP.NET Core</a:t>
            </a:r>
          </a:p>
        </p:txBody>
      </p:sp>
      <p:sp>
        <p:nvSpPr>
          <p:cNvPr id="28678" name="AutoShape 140">
            <a:extLst>
              <a:ext uri="{FF2B5EF4-FFF2-40B4-BE49-F238E27FC236}">
                <a16:creationId xmlns:a16="http://schemas.microsoft.com/office/drawing/2014/main" xmlns="" id="{37A3D65B-700A-9D6C-75B3-47E2C167ABD2}"/>
              </a:ext>
            </a:extLst>
          </p:cNvPr>
          <p:cNvSpPr>
            <a:spLocks noChangeArrowheads="1"/>
          </p:cNvSpPr>
          <p:nvPr/>
        </p:nvSpPr>
        <p:spPr bwMode="auto">
          <a:xfrm>
            <a:off x="6188869" y="3745230"/>
            <a:ext cx="3803650" cy="2890838"/>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200"/>
              <a:t>Entity Framework Core</a:t>
            </a:r>
          </a:p>
        </p:txBody>
      </p:sp>
      <p:pic>
        <p:nvPicPr>
          <p:cNvPr id="28679" name="Picture 47" descr="arrow03">
            <a:extLst>
              <a:ext uri="{FF2B5EF4-FFF2-40B4-BE49-F238E27FC236}">
                <a16:creationId xmlns:a16="http://schemas.microsoft.com/office/drawing/2014/main" xmlns="" id="{D60D9E1D-ABFF-39D9-5729-A2F13DD089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8640000">
            <a:off x="4358482" y="3034030"/>
            <a:ext cx="1438275"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Picture 47" descr="arrow03">
            <a:extLst>
              <a:ext uri="{FF2B5EF4-FFF2-40B4-BE49-F238E27FC236}">
                <a16:creationId xmlns:a16="http://schemas.microsoft.com/office/drawing/2014/main" xmlns="" id="{A61A3216-863E-61A2-6FB3-4A8BF6DD8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2960000" flipH="1">
            <a:off x="5963445" y="3034030"/>
            <a:ext cx="1438275"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1" name="Rounded Rectangle 24">
            <a:extLst>
              <a:ext uri="{FF2B5EF4-FFF2-40B4-BE49-F238E27FC236}">
                <a16:creationId xmlns:a16="http://schemas.microsoft.com/office/drawing/2014/main" xmlns="" id="{10169447-FC33-B0DD-8656-3D5487B45C75}"/>
              </a:ext>
            </a:extLst>
          </p:cNvPr>
          <p:cNvSpPr>
            <a:spLocks noChangeArrowheads="1"/>
          </p:cNvSpPr>
          <p:nvPr/>
        </p:nvSpPr>
        <p:spPr bwMode="auto">
          <a:xfrm>
            <a:off x="2394745" y="4608830"/>
            <a:ext cx="3400425" cy="19383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150000"/>
              </a:lnSpc>
              <a:buSzPct val="80000"/>
              <a:buFontTx/>
              <a:buChar char="•"/>
            </a:pPr>
            <a:r>
              <a:rPr lang="en-US" altLang="fr-FR" b="0"/>
              <a:t> Open-Source </a:t>
            </a:r>
          </a:p>
          <a:p>
            <a:pPr eaLnBrk="1" hangingPunct="1">
              <a:lnSpc>
                <a:spcPct val="150000"/>
              </a:lnSpc>
              <a:buSzPct val="80000"/>
              <a:buFontTx/>
              <a:buChar char="•"/>
            </a:pPr>
            <a:r>
              <a:rPr lang="en-US" altLang="fr-FR" b="0"/>
              <a:t> Multi-plateforme</a:t>
            </a:r>
          </a:p>
          <a:p>
            <a:pPr eaLnBrk="1" hangingPunct="1">
              <a:lnSpc>
                <a:spcPct val="150000"/>
              </a:lnSpc>
              <a:buSzPct val="80000"/>
              <a:buFontTx/>
              <a:buChar char="•"/>
            </a:pPr>
            <a:r>
              <a:rPr lang="en-US" altLang="fr-FR" b="0"/>
              <a:t> Modulaire</a:t>
            </a:r>
          </a:p>
          <a:p>
            <a:pPr eaLnBrk="1" hangingPunct="1">
              <a:lnSpc>
                <a:spcPct val="150000"/>
              </a:lnSpc>
              <a:buSzPct val="80000"/>
              <a:buFontTx/>
              <a:buChar char="•"/>
            </a:pPr>
            <a:r>
              <a:rPr lang="en-US" altLang="fr-FR" b="0"/>
              <a:t> Optimisé</a:t>
            </a:r>
            <a:endParaRPr lang="en-GB" altLang="fr-FR" b="0"/>
          </a:p>
        </p:txBody>
      </p:sp>
      <p:sp>
        <p:nvSpPr>
          <p:cNvPr id="28682" name="Rounded Rectangle 24">
            <a:extLst>
              <a:ext uri="{FF2B5EF4-FFF2-40B4-BE49-F238E27FC236}">
                <a16:creationId xmlns:a16="http://schemas.microsoft.com/office/drawing/2014/main" xmlns="" id="{5554D838-A19C-86D4-47C3-5A01908AF96A}"/>
              </a:ext>
            </a:extLst>
          </p:cNvPr>
          <p:cNvSpPr>
            <a:spLocks noChangeArrowheads="1"/>
          </p:cNvSpPr>
          <p:nvPr/>
        </p:nvSpPr>
        <p:spPr bwMode="auto">
          <a:xfrm>
            <a:off x="6390482" y="4608830"/>
            <a:ext cx="3400425" cy="19383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150000"/>
              </a:lnSpc>
              <a:buSzPct val="80000"/>
              <a:buFontTx/>
              <a:buChar char="•"/>
            </a:pPr>
            <a:r>
              <a:rPr lang="en-US" altLang="fr-FR" b="0"/>
              <a:t> Intégré à ASP.NET Core </a:t>
            </a:r>
          </a:p>
          <a:p>
            <a:pPr eaLnBrk="1" hangingPunct="1">
              <a:lnSpc>
                <a:spcPct val="150000"/>
              </a:lnSpc>
              <a:buSzPct val="80000"/>
              <a:buFontTx/>
              <a:buChar char="•"/>
            </a:pPr>
            <a:r>
              <a:rPr lang="en-US" altLang="fr-FR" b="0"/>
              <a:t> Code First</a:t>
            </a:r>
          </a:p>
          <a:p>
            <a:pPr eaLnBrk="1" hangingPunct="1">
              <a:lnSpc>
                <a:spcPct val="150000"/>
              </a:lnSpc>
              <a:buSzPct val="80000"/>
              <a:buFontTx/>
              <a:buChar char="•"/>
            </a:pPr>
            <a:r>
              <a:rPr lang="en-US" altLang="fr-FR" b="0"/>
              <a:t> Relationnel ou non</a:t>
            </a:r>
          </a:p>
          <a:p>
            <a:pPr eaLnBrk="1" hangingPunct="1">
              <a:lnSpc>
                <a:spcPct val="150000"/>
              </a:lnSpc>
              <a:buSzPct val="80000"/>
              <a:buFontTx/>
              <a:buChar char="•"/>
            </a:pPr>
            <a:r>
              <a:rPr lang="en-US" altLang="fr-FR" b="0"/>
              <a:t> Gestion des versions</a:t>
            </a:r>
            <a:endParaRPr lang="en-GB" altLang="fr-FR" b="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a:extLst>
              <a:ext uri="{FF2B5EF4-FFF2-40B4-BE49-F238E27FC236}">
                <a16:creationId xmlns:a16="http://schemas.microsoft.com/office/drawing/2014/main" xmlns="" id="{D8818DF6-9ADC-EC89-37C4-C80AE80B6B12}"/>
              </a:ext>
            </a:extLst>
          </p:cNvPr>
          <p:cNvSpPr>
            <a:spLocks noGrp="1" noChangeArrowheads="1"/>
          </p:cNvSpPr>
          <p:nvPr>
            <p:ph type="body" sz="quarter" idx="12"/>
          </p:nvPr>
        </p:nvSpPr>
        <p:spPr/>
        <p:txBody>
          <a:bodyPr/>
          <a:lstStyle/>
          <a:p>
            <a:pPr eaLnBrk="1" hangingPunct="1"/>
            <a:r>
              <a:rPr lang="fr-FR" altLang="fr-FR"/>
              <a:t>La connexion aux données</a:t>
            </a:r>
          </a:p>
          <a:p>
            <a:pPr eaLnBrk="1" hangingPunct="1"/>
            <a:r>
              <a:rPr lang="fr-FR" altLang="fr-FR"/>
              <a:t>Le modèle Repository</a:t>
            </a:r>
          </a:p>
        </p:txBody>
      </p:sp>
      <p:sp>
        <p:nvSpPr>
          <p:cNvPr id="29698" name="Rectangle 2">
            <a:extLst>
              <a:ext uri="{FF2B5EF4-FFF2-40B4-BE49-F238E27FC236}">
                <a16:creationId xmlns:a16="http://schemas.microsoft.com/office/drawing/2014/main" xmlns="" id="{2CF7C415-9D78-BFC4-8F6F-F48EEBF0F506}"/>
              </a:ext>
            </a:extLst>
          </p:cNvPr>
          <p:cNvSpPr>
            <a:spLocks noGrp="1" noChangeArrowheads="1"/>
          </p:cNvSpPr>
          <p:nvPr>
            <p:ph type="title"/>
          </p:nvPr>
        </p:nvSpPr>
        <p:spPr/>
        <p:txBody>
          <a:bodyPr/>
          <a:lstStyle/>
          <a:p>
            <a:pPr eaLnBrk="1" hangingPunct="1"/>
            <a:r>
              <a:rPr lang="fr-FR" altLang="fr-FR"/>
              <a:t>Leçon 4: L’objet de contexte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1">
            <a:extLst>
              <a:ext uri="{FF2B5EF4-FFF2-40B4-BE49-F238E27FC236}">
                <a16:creationId xmlns:a16="http://schemas.microsoft.com/office/drawing/2014/main" xmlns="" id="{DEB2FCA1-FE6F-7C2F-BB49-B65781DB9225}"/>
              </a:ext>
            </a:extLst>
          </p:cNvPr>
          <p:cNvSpPr>
            <a:spLocks noGrp="1"/>
          </p:cNvSpPr>
          <p:nvPr>
            <p:ph type="title"/>
          </p:nvPr>
        </p:nvSpPr>
        <p:spPr/>
        <p:txBody>
          <a:bodyPr/>
          <a:lstStyle/>
          <a:p>
            <a:r>
              <a:rPr lang="fr-FR" altLang="fr-FR"/>
              <a:t>La connexion aux données</a:t>
            </a:r>
          </a:p>
        </p:txBody>
      </p:sp>
      <p:sp>
        <p:nvSpPr>
          <p:cNvPr id="30723" name="AutoShape 5">
            <a:extLst>
              <a:ext uri="{FF2B5EF4-FFF2-40B4-BE49-F238E27FC236}">
                <a16:creationId xmlns:a16="http://schemas.microsoft.com/office/drawing/2014/main" xmlns="" id="{62FA437A-858F-760A-029B-045B18274A5C}"/>
              </a:ext>
            </a:extLst>
          </p:cNvPr>
          <p:cNvSpPr>
            <a:spLocks noChangeArrowheads="1"/>
          </p:cNvSpPr>
          <p:nvPr/>
        </p:nvSpPr>
        <p:spPr bwMode="auto">
          <a:xfrm>
            <a:off x="2714943" y="1329755"/>
            <a:ext cx="6570662" cy="181927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en-GB" altLang="fr-FR"/>
              <a:t>DbContext</a:t>
            </a:r>
            <a:endParaRPr lang="en-GB" altLang="fr-FR" sz="2400"/>
          </a:p>
        </p:txBody>
      </p:sp>
      <p:sp>
        <p:nvSpPr>
          <p:cNvPr id="30724" name="AutoShape 5">
            <a:extLst>
              <a:ext uri="{FF2B5EF4-FFF2-40B4-BE49-F238E27FC236}">
                <a16:creationId xmlns:a16="http://schemas.microsoft.com/office/drawing/2014/main" xmlns="" id="{B82F0CFF-CB4E-A97A-8675-5E08B1E2757A}"/>
              </a:ext>
            </a:extLst>
          </p:cNvPr>
          <p:cNvSpPr>
            <a:spLocks noChangeArrowheads="1"/>
          </p:cNvSpPr>
          <p:nvPr/>
        </p:nvSpPr>
        <p:spPr bwMode="auto">
          <a:xfrm>
            <a:off x="2714943" y="5403280"/>
            <a:ext cx="6570662" cy="1131887"/>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en-GB" altLang="fr-FR" sz="2400"/>
          </a:p>
        </p:txBody>
      </p:sp>
      <p:sp>
        <p:nvSpPr>
          <p:cNvPr id="30725" name="AutoShape 7">
            <a:extLst>
              <a:ext uri="{FF2B5EF4-FFF2-40B4-BE49-F238E27FC236}">
                <a16:creationId xmlns:a16="http://schemas.microsoft.com/office/drawing/2014/main" xmlns="" id="{21815CE3-F229-9997-ADCF-E2E5B1713536}"/>
              </a:ext>
            </a:extLst>
          </p:cNvPr>
          <p:cNvSpPr>
            <a:spLocks noChangeArrowheads="1"/>
          </p:cNvSpPr>
          <p:nvPr/>
        </p:nvSpPr>
        <p:spPr bwMode="auto">
          <a:xfrm>
            <a:off x="2934019" y="5595366"/>
            <a:ext cx="6129337" cy="8128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ea typeface="ＭＳ Ｐゴシック" panose="020B0600070205080204" pitchFamily="34" charset="-128"/>
              </a:rPr>
              <a:t>Si la chaîne n’existe pas, EF utilisera une base locale </a:t>
            </a:r>
          </a:p>
          <a:p>
            <a:pPr eaLnBrk="1" hangingPunct="1">
              <a:lnSpc>
                <a:spcPct val="90000"/>
              </a:lnSpc>
              <a:spcBef>
                <a:spcPct val="40000"/>
              </a:spcBef>
              <a:buSzPct val="80000"/>
            </a:pPr>
            <a:r>
              <a:rPr lang="en-US" altLang="fr-FR" sz="1600" b="0">
                <a:ea typeface="ＭＳ Ｐゴシック" panose="020B0600070205080204" pitchFamily="34" charset="-128"/>
              </a:rPr>
              <a:t>sous SQL Server Express ou LocalDb</a:t>
            </a:r>
          </a:p>
        </p:txBody>
      </p:sp>
      <p:sp>
        <p:nvSpPr>
          <p:cNvPr id="30726" name="AutoShape 5">
            <a:extLst>
              <a:ext uri="{FF2B5EF4-FFF2-40B4-BE49-F238E27FC236}">
                <a16:creationId xmlns:a16="http://schemas.microsoft.com/office/drawing/2014/main" xmlns="" id="{D3056436-F93F-6FD5-2037-54386CA08590}"/>
              </a:ext>
            </a:extLst>
          </p:cNvPr>
          <p:cNvSpPr>
            <a:spLocks noChangeArrowheads="1"/>
          </p:cNvSpPr>
          <p:nvPr/>
        </p:nvSpPr>
        <p:spPr bwMode="auto">
          <a:xfrm>
            <a:off x="2714943" y="3239517"/>
            <a:ext cx="6570662" cy="201612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fr-FR" altLang="fr-FR"/>
              <a:t>Chaîne de connexion</a:t>
            </a:r>
            <a:endParaRPr lang="fr-FR" altLang="fr-FR" sz="2400"/>
          </a:p>
        </p:txBody>
      </p:sp>
      <p:pic>
        <p:nvPicPr>
          <p:cNvPr id="30727" name="Picture 3" descr="C:\temp\MSL_PNG_Object_Library\Event.png">
            <a:extLst>
              <a:ext uri="{FF2B5EF4-FFF2-40B4-BE49-F238E27FC236}">
                <a16:creationId xmlns:a16="http://schemas.microsoft.com/office/drawing/2014/main" xmlns="" id="{3CBE616E-1285-3692-DAB7-1DBB4940BC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7731" y="5023866"/>
            <a:ext cx="1116013"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AutoShape 3">
            <a:extLst>
              <a:ext uri="{FF2B5EF4-FFF2-40B4-BE49-F238E27FC236}">
                <a16:creationId xmlns:a16="http://schemas.microsoft.com/office/drawing/2014/main" xmlns="" id="{5CE95AB7-1928-A82D-DCA8-EF3F12D96F2F}"/>
              </a:ext>
            </a:extLst>
          </p:cNvPr>
          <p:cNvSpPr>
            <a:spLocks noChangeArrowheads="1"/>
          </p:cNvSpPr>
          <p:nvPr/>
        </p:nvSpPr>
        <p:spPr bwMode="auto">
          <a:xfrm>
            <a:off x="2937193" y="3607817"/>
            <a:ext cx="6126162" cy="1520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400" b="0">
                <a:latin typeface="Lucida Sans Typewriter" panose="020B0509030504030204" pitchFamily="49" charset="0"/>
              </a:rPr>
              <a:t>&lt;connectionStrings&gt;&lt;add name="PhotoSharingDB"</a:t>
            </a:r>
          </a:p>
          <a:p>
            <a:pPr eaLnBrk="1" hangingPunct="1"/>
            <a:r>
              <a:rPr lang="en-US" altLang="fr-FR" sz="1400" b="0">
                <a:latin typeface="Lucida Sans Typewriter" panose="020B0509030504030204" pitchFamily="49" charset="0"/>
              </a:rPr>
              <a:t>    connectionString="Data Source=.\SQLEXPRESS;Initial   </a:t>
            </a:r>
          </a:p>
          <a:p>
            <a:pPr eaLnBrk="1" hangingPunct="1"/>
            <a:r>
              <a:rPr lang="en-US" altLang="fr-FR" sz="1400" b="0">
                <a:latin typeface="Lucida Sans Typewriter" panose="020B0509030504030204" pitchFamily="49" charset="0"/>
              </a:rPr>
              <a:t>      Catalog=PhotoSharingDB;Integrated Security=SSPI"</a:t>
            </a:r>
          </a:p>
          <a:p>
            <a:pPr eaLnBrk="1" hangingPunct="1"/>
            <a:r>
              <a:rPr lang="en-US" altLang="fr-FR" sz="1400" b="0">
                <a:latin typeface="Lucida Sans Typewriter" panose="020B0509030504030204" pitchFamily="49" charset="0"/>
              </a:rPr>
              <a:t>      providerName="System.Data.SqlClient"/&gt;</a:t>
            </a:r>
          </a:p>
          <a:p>
            <a:pPr eaLnBrk="1" hangingPunct="1"/>
            <a:r>
              <a:rPr lang="en-US" altLang="fr-FR" sz="1400" b="0">
                <a:latin typeface="Lucida Sans Typewriter" panose="020B0509030504030204" pitchFamily="49" charset="0"/>
              </a:rPr>
              <a:t>&lt;/connectionStrings&gt;</a:t>
            </a:r>
          </a:p>
        </p:txBody>
      </p:sp>
      <p:sp>
        <p:nvSpPr>
          <p:cNvPr id="30729" name="AutoShape 3">
            <a:extLst>
              <a:ext uri="{FF2B5EF4-FFF2-40B4-BE49-F238E27FC236}">
                <a16:creationId xmlns:a16="http://schemas.microsoft.com/office/drawing/2014/main" xmlns="" id="{148597D5-0D54-783D-55F4-DA1369278800}"/>
              </a:ext>
            </a:extLst>
          </p:cNvPr>
          <p:cNvSpPr>
            <a:spLocks noChangeArrowheads="1"/>
          </p:cNvSpPr>
          <p:nvPr/>
        </p:nvSpPr>
        <p:spPr bwMode="auto">
          <a:xfrm>
            <a:off x="2994343" y="1725041"/>
            <a:ext cx="6069012" cy="131445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400" b="0">
                <a:latin typeface="Lucida Sans Typewriter" panose="020B0509030504030204" pitchFamily="49" charset="0"/>
              </a:rPr>
              <a:t>public class PhotoSharingDB : DbContext</a:t>
            </a:r>
          </a:p>
          <a:p>
            <a:pPr eaLnBrk="1" hangingPunct="1"/>
            <a:r>
              <a:rPr lang="en-US" altLang="fr-FR" sz="1400" b="0">
                <a:latin typeface="Lucida Sans Typewriter" panose="020B0509030504030204" pitchFamily="49" charset="0"/>
              </a:rPr>
              <a:t>{</a:t>
            </a:r>
          </a:p>
          <a:p>
            <a:pPr eaLnBrk="1" hangingPunct="1"/>
            <a:r>
              <a:rPr lang="en-US" altLang="fr-FR" sz="1400" b="0">
                <a:latin typeface="Lucida Sans Typewriter" panose="020B0509030504030204" pitchFamily="49" charset="0"/>
              </a:rPr>
              <a:t>   public DbSet&lt;Photo&gt; Photos { get; set; }</a:t>
            </a:r>
          </a:p>
          <a:p>
            <a:pPr eaLnBrk="1" hangingPunct="1"/>
            <a:r>
              <a:rPr lang="en-US" altLang="fr-FR" sz="1400" b="0">
                <a:latin typeface="Lucida Sans Typewriter" panose="020B0509030504030204" pitchFamily="49" charset="0"/>
              </a:rPr>
              <a:t>   public DbSet&lt;Comment&gt; Comments { get; set; }</a:t>
            </a:r>
          </a:p>
          <a:p>
            <a:pPr eaLnBrk="1" hangingPunct="1"/>
            <a:r>
              <a:rPr lang="en-US" altLang="fr-FR" sz="1400" b="0">
                <a:latin typeface="Lucida Sans Typewriter" panose="020B0509030504030204" pitchFamily="49" charset="0"/>
              </a:rPr>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re 1">
            <a:extLst>
              <a:ext uri="{FF2B5EF4-FFF2-40B4-BE49-F238E27FC236}">
                <a16:creationId xmlns:a16="http://schemas.microsoft.com/office/drawing/2014/main" xmlns="" id="{04BC087E-08B2-C32A-6925-9166FCBEFB6E}"/>
              </a:ext>
            </a:extLst>
          </p:cNvPr>
          <p:cNvSpPr>
            <a:spLocks noGrp="1"/>
          </p:cNvSpPr>
          <p:nvPr>
            <p:ph type="title"/>
          </p:nvPr>
        </p:nvSpPr>
        <p:spPr/>
        <p:txBody>
          <a:bodyPr/>
          <a:lstStyle/>
          <a:p>
            <a:r>
              <a:rPr lang="fr-FR" altLang="fr-FR"/>
              <a:t>La connexion aux données </a:t>
            </a:r>
            <a:r>
              <a:rPr lang="fr-FR" altLang="fr-FR" i="1"/>
              <a:t>(suite)</a:t>
            </a:r>
          </a:p>
        </p:txBody>
      </p:sp>
      <p:sp>
        <p:nvSpPr>
          <p:cNvPr id="31747" name="AutoShape 5">
            <a:extLst>
              <a:ext uri="{FF2B5EF4-FFF2-40B4-BE49-F238E27FC236}">
                <a16:creationId xmlns:a16="http://schemas.microsoft.com/office/drawing/2014/main" xmlns="" id="{B60497E0-CA6E-3BAC-D755-F22AB2F9289C}"/>
              </a:ext>
            </a:extLst>
          </p:cNvPr>
          <p:cNvSpPr>
            <a:spLocks noChangeArrowheads="1"/>
          </p:cNvSpPr>
          <p:nvPr/>
        </p:nvSpPr>
        <p:spPr bwMode="auto">
          <a:xfrm>
            <a:off x="2724087" y="1272328"/>
            <a:ext cx="6570662" cy="396875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en-GB" altLang="fr-FR"/>
              <a:t>Initialiseurs de base de données</a:t>
            </a:r>
            <a:endParaRPr lang="en-GB" altLang="fr-FR" sz="2400"/>
          </a:p>
        </p:txBody>
      </p:sp>
      <p:sp>
        <p:nvSpPr>
          <p:cNvPr id="31748" name="AutoShape 5">
            <a:extLst>
              <a:ext uri="{FF2B5EF4-FFF2-40B4-BE49-F238E27FC236}">
                <a16:creationId xmlns:a16="http://schemas.microsoft.com/office/drawing/2014/main" xmlns="" id="{A88A5070-77FF-6CE3-77B6-1949FA011E0D}"/>
              </a:ext>
            </a:extLst>
          </p:cNvPr>
          <p:cNvSpPr>
            <a:spLocks noChangeArrowheads="1"/>
          </p:cNvSpPr>
          <p:nvPr/>
        </p:nvSpPr>
        <p:spPr bwMode="auto">
          <a:xfrm>
            <a:off x="2724087" y="5345854"/>
            <a:ext cx="6570662" cy="1214437"/>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endParaRPr lang="en-GB" altLang="fr-FR" sz="2400"/>
          </a:p>
        </p:txBody>
      </p:sp>
      <p:sp>
        <p:nvSpPr>
          <p:cNvPr id="31749" name="AutoShape 7">
            <a:extLst>
              <a:ext uri="{FF2B5EF4-FFF2-40B4-BE49-F238E27FC236}">
                <a16:creationId xmlns:a16="http://schemas.microsoft.com/office/drawing/2014/main" xmlns="" id="{3925BF15-9908-5674-F8E6-8E806FA54862}"/>
              </a:ext>
            </a:extLst>
          </p:cNvPr>
          <p:cNvSpPr>
            <a:spLocks noChangeArrowheads="1"/>
          </p:cNvSpPr>
          <p:nvPr/>
        </p:nvSpPr>
        <p:spPr bwMode="auto">
          <a:xfrm>
            <a:off x="2943163" y="5537940"/>
            <a:ext cx="6129337" cy="4064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ea typeface="ＭＳ Ｐゴシック" panose="020B0600070205080204" pitchFamily="34" charset="-128"/>
              </a:rPr>
              <a:t>Ne pas utiliser en production</a:t>
            </a:r>
          </a:p>
        </p:txBody>
      </p:sp>
      <p:pic>
        <p:nvPicPr>
          <p:cNvPr id="31750" name="Picture 3" descr="C:\temp\MSL_PNG_Object_Library\Event.png">
            <a:extLst>
              <a:ext uri="{FF2B5EF4-FFF2-40B4-BE49-F238E27FC236}">
                <a16:creationId xmlns:a16="http://schemas.microsoft.com/office/drawing/2014/main" xmlns="" id="{B9D036E2-E127-DCA5-0E3A-A1204C18B9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66875" y="4966440"/>
            <a:ext cx="1116013"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1" name="AutoShape 3">
            <a:extLst>
              <a:ext uri="{FF2B5EF4-FFF2-40B4-BE49-F238E27FC236}">
                <a16:creationId xmlns:a16="http://schemas.microsoft.com/office/drawing/2014/main" xmlns="" id="{F00AC433-AF49-35B7-46B0-FFFDCFC71A1E}"/>
              </a:ext>
            </a:extLst>
          </p:cNvPr>
          <p:cNvSpPr>
            <a:spLocks noChangeArrowheads="1"/>
          </p:cNvSpPr>
          <p:nvPr/>
        </p:nvSpPr>
        <p:spPr bwMode="auto">
          <a:xfrm>
            <a:off x="2144650" y="1669203"/>
            <a:ext cx="7726363" cy="2844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400" b="0">
                <a:latin typeface="Lucida Sans Typewriter" panose="020B0509030504030204" pitchFamily="49" charset="0"/>
              </a:rPr>
              <a:t>public class MyInitializer : DropCreateDatabaseAlways&lt;MyDbContext&gt;{</a:t>
            </a:r>
          </a:p>
          <a:p>
            <a:pPr eaLnBrk="1" hangingPunct="1"/>
            <a:r>
              <a:rPr lang="en-US" altLang="fr-FR" sz="1400" b="0">
                <a:latin typeface="Lucida Sans Typewriter" panose="020B0509030504030204" pitchFamily="49" charset="0"/>
              </a:rPr>
              <a:t>	// Méthode d'initialisation</a:t>
            </a:r>
          </a:p>
          <a:p>
            <a:pPr eaLnBrk="1" hangingPunct="1"/>
            <a:r>
              <a:rPr lang="en-US" altLang="fr-FR" sz="1400" b="0">
                <a:latin typeface="Lucida Sans Typewriter" panose="020B0509030504030204" pitchFamily="49" charset="0"/>
              </a:rPr>
              <a:t>	protected override void Seed(MyDbContext context)</a:t>
            </a:r>
          </a:p>
          <a:p>
            <a:pPr eaLnBrk="1" hangingPunct="1"/>
            <a:r>
              <a:rPr lang="en-US" altLang="fr-FR" sz="1400" b="0">
                <a:latin typeface="Lucida Sans Typewriter" panose="020B0509030504030204" pitchFamily="49" charset="0"/>
              </a:rPr>
              <a:t>	{</a:t>
            </a:r>
          </a:p>
          <a:p>
            <a:pPr eaLnBrk="1" hangingPunct="1"/>
            <a:r>
              <a:rPr lang="en-US" altLang="fr-FR" sz="1400" b="0">
                <a:latin typeface="Lucida Sans Typewriter" panose="020B0509030504030204" pitchFamily="49" charset="0"/>
              </a:rPr>
              <a:t>		// Création de données locale</a:t>
            </a:r>
          </a:p>
          <a:p>
            <a:pPr eaLnBrk="1" hangingPunct="1"/>
            <a:r>
              <a:rPr lang="en-US" altLang="fr-FR" sz="1400" b="0">
                <a:latin typeface="Lucida Sans Typewriter" panose="020B0509030504030204" pitchFamily="49" charset="0"/>
              </a:rPr>
              <a:t>		var data = new List&lt;MyObject&gt; {...};</a:t>
            </a:r>
          </a:p>
          <a:p>
            <a:pPr eaLnBrk="1" hangingPunct="1"/>
            <a:r>
              <a:rPr lang="en-US" altLang="fr-FR" sz="1400" b="0">
                <a:latin typeface="Lucida Sans Typewriter" panose="020B0509030504030204" pitchFamily="49" charset="0"/>
              </a:rPr>
              <a:t>		// Ajout des données au contexte</a:t>
            </a:r>
          </a:p>
          <a:p>
            <a:pPr eaLnBrk="1" hangingPunct="1"/>
            <a:r>
              <a:rPr lang="en-US" altLang="fr-FR" sz="1400" b="0">
                <a:latin typeface="Lucida Sans Typewriter" panose="020B0509030504030204" pitchFamily="49" charset="0"/>
              </a:rPr>
              <a:t>		data.ForEach(s =&gt; context.MyObjects.Add(s));</a:t>
            </a:r>
          </a:p>
          <a:p>
            <a:pPr eaLnBrk="1" hangingPunct="1"/>
            <a:r>
              <a:rPr lang="en-US" altLang="fr-FR" sz="1400" b="0">
                <a:latin typeface="Lucida Sans Typewriter" panose="020B0509030504030204" pitchFamily="49" charset="0"/>
              </a:rPr>
              <a:t>	    	context.SaveChanges();</a:t>
            </a:r>
          </a:p>
          <a:p>
            <a:pPr eaLnBrk="1" hangingPunct="1"/>
            <a:r>
              <a:rPr lang="en-US" altLang="fr-FR" sz="1400" b="0">
                <a:latin typeface="Lucida Sans Typewriter" panose="020B0509030504030204" pitchFamily="49" charset="0"/>
              </a:rPr>
              <a:t>	}</a:t>
            </a:r>
          </a:p>
          <a:p>
            <a:pPr eaLnBrk="1" hangingPunct="1"/>
            <a:r>
              <a:rPr lang="en-US" altLang="fr-FR" sz="1400" b="0">
                <a:latin typeface="Lucida Sans Typewriter" panose="020B0509030504030204" pitchFamily="49" charset="0"/>
              </a:rPr>
              <a:t>}</a:t>
            </a:r>
          </a:p>
        </p:txBody>
      </p:sp>
      <p:sp>
        <p:nvSpPr>
          <p:cNvPr id="31752" name="AutoShape 3">
            <a:extLst>
              <a:ext uri="{FF2B5EF4-FFF2-40B4-BE49-F238E27FC236}">
                <a16:creationId xmlns:a16="http://schemas.microsoft.com/office/drawing/2014/main" xmlns="" id="{47D0D99B-0A4A-31AD-F52B-7DD29DE04322}"/>
              </a:ext>
            </a:extLst>
          </p:cNvPr>
          <p:cNvSpPr>
            <a:spLocks noChangeArrowheads="1"/>
          </p:cNvSpPr>
          <p:nvPr/>
        </p:nvSpPr>
        <p:spPr bwMode="auto">
          <a:xfrm>
            <a:off x="2747900" y="4587028"/>
            <a:ext cx="6519863" cy="508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400" b="0">
                <a:latin typeface="Lucida Sans Typewriter" panose="020B0509030504030204" pitchFamily="49" charset="0"/>
              </a:rPr>
              <a:t>Database.SetInitializer&lt;MyDbContext&gt;(new MyInitializer());</a:t>
            </a:r>
          </a:p>
        </p:txBody>
      </p:sp>
      <p:sp>
        <p:nvSpPr>
          <p:cNvPr id="31753" name="AutoShape 7">
            <a:extLst>
              <a:ext uri="{FF2B5EF4-FFF2-40B4-BE49-F238E27FC236}">
                <a16:creationId xmlns:a16="http://schemas.microsoft.com/office/drawing/2014/main" xmlns="" id="{453B7BE0-E26F-A0DE-15C4-AFC4FE444F55}"/>
              </a:ext>
            </a:extLst>
          </p:cNvPr>
          <p:cNvSpPr>
            <a:spLocks noChangeArrowheads="1"/>
          </p:cNvSpPr>
          <p:nvPr/>
        </p:nvSpPr>
        <p:spPr bwMode="auto">
          <a:xfrm>
            <a:off x="2944749" y="6004665"/>
            <a:ext cx="6129338" cy="4064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200">
                <a:ea typeface="ＭＳ Ｐゴシック" panose="020B0600070205080204" pitchFamily="34" charset="-128"/>
              </a:rPr>
              <a:t>CreateDatabaseIfNotExists</a:t>
            </a:r>
            <a:r>
              <a:rPr lang="en-US" altLang="fr-FR" sz="1200" b="0">
                <a:ea typeface="ＭＳ Ｐゴシック" panose="020B0600070205080204" pitchFamily="34" charset="-128"/>
              </a:rPr>
              <a:t> -</a:t>
            </a:r>
            <a:r>
              <a:rPr lang="en-US" altLang="fr-FR" sz="1200">
                <a:ea typeface="ＭＳ Ｐゴシック" panose="020B0600070205080204" pitchFamily="34" charset="-128"/>
              </a:rPr>
              <a:t> DropCreateDatabaseIfModelChanges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3">
            <a:extLst>
              <a:ext uri="{FF2B5EF4-FFF2-40B4-BE49-F238E27FC236}">
                <a16:creationId xmlns:a16="http://schemas.microsoft.com/office/drawing/2014/main" xmlns="" id="{F43B3E70-A660-3DBA-ADBF-0BD88A625CE8}"/>
              </a:ext>
            </a:extLst>
          </p:cNvPr>
          <p:cNvSpPr>
            <a:spLocks noGrp="1" noChangeArrowheads="1"/>
          </p:cNvSpPr>
          <p:nvPr>
            <p:ph type="title"/>
          </p:nvPr>
        </p:nvSpPr>
        <p:spPr/>
        <p:txBody>
          <a:bodyPr/>
          <a:lstStyle/>
          <a:p>
            <a:pPr eaLnBrk="1" hangingPunct="1"/>
            <a:r>
              <a:rPr lang="fr-FR" altLang="fr-FR"/>
              <a:t>Le modèle Repository</a:t>
            </a:r>
          </a:p>
        </p:txBody>
      </p:sp>
      <p:pic>
        <p:nvPicPr>
          <p:cNvPr id="4" name="Content Placeholder 1">
            <a:extLst>
              <a:ext uri="{FF2B5EF4-FFF2-40B4-BE49-F238E27FC236}">
                <a16:creationId xmlns:a16="http://schemas.microsoft.com/office/drawing/2014/main" xmlns="" id="{75AB0FDE-AE21-2B30-6C6A-83E10FA9523A}"/>
              </a:ext>
            </a:extLst>
          </p:cNvPr>
          <p:cNvPicPr>
            <a:picLocks noGrp="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5226050"/>
            <a:ext cx="1041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a:extLst>
              <a:ext uri="{FF2B5EF4-FFF2-40B4-BE49-F238E27FC236}">
                <a16:creationId xmlns:a16="http://schemas.microsoft.com/office/drawing/2014/main" xmlns="" id="{6BAB9C6D-D969-FF89-C02B-ACAB37104F2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10376" y="1644651"/>
            <a:ext cx="708025"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xmlns="" id="{F0DE1F91-9D88-D6F5-DE49-D6B89C56991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10376" y="3435351"/>
            <a:ext cx="708025"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Content Placeholder 1">
            <a:extLst>
              <a:ext uri="{FF2B5EF4-FFF2-40B4-BE49-F238E27FC236}">
                <a16:creationId xmlns:a16="http://schemas.microsoft.com/office/drawing/2014/main" xmlns="" id="{C903171D-6538-BB10-A5E3-1242BEE2DE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82914" y="5226050"/>
            <a:ext cx="104298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5" name="Picture 7">
            <a:extLst>
              <a:ext uri="{FF2B5EF4-FFF2-40B4-BE49-F238E27FC236}">
                <a16:creationId xmlns:a16="http://schemas.microsoft.com/office/drawing/2014/main" xmlns="" id="{032F26CC-5C8C-913D-FD6E-10DE95F66EC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63889" y="1644651"/>
            <a:ext cx="708025"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6" name="TextBox 8">
            <a:extLst>
              <a:ext uri="{FF2B5EF4-FFF2-40B4-BE49-F238E27FC236}">
                <a16:creationId xmlns:a16="http://schemas.microsoft.com/office/drawing/2014/main" xmlns="" id="{1E774104-A5E0-2903-ED33-0D4729309753}"/>
              </a:ext>
            </a:extLst>
          </p:cNvPr>
          <p:cNvSpPr txBox="1">
            <a:spLocks noChangeArrowheads="1"/>
          </p:cNvSpPr>
          <p:nvPr/>
        </p:nvSpPr>
        <p:spPr bwMode="auto">
          <a:xfrm>
            <a:off x="4121151" y="2052638"/>
            <a:ext cx="16430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GB" altLang="fr-FR"/>
              <a:t>Application</a:t>
            </a:r>
          </a:p>
        </p:txBody>
      </p:sp>
      <p:sp>
        <p:nvSpPr>
          <p:cNvPr id="32777" name="TextBox 9">
            <a:extLst>
              <a:ext uri="{FF2B5EF4-FFF2-40B4-BE49-F238E27FC236}">
                <a16:creationId xmlns:a16="http://schemas.microsoft.com/office/drawing/2014/main" xmlns="" id="{18C18EF2-9BFE-9687-E382-7CDCA935F0CE}"/>
              </a:ext>
            </a:extLst>
          </p:cNvPr>
          <p:cNvSpPr txBox="1">
            <a:spLocks noChangeArrowheads="1"/>
          </p:cNvSpPr>
          <p:nvPr/>
        </p:nvSpPr>
        <p:spPr bwMode="auto">
          <a:xfrm>
            <a:off x="4121151" y="5384800"/>
            <a:ext cx="23733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GB" altLang="fr-FR"/>
              <a:t>Base de données</a:t>
            </a:r>
          </a:p>
        </p:txBody>
      </p:sp>
      <p:sp>
        <p:nvSpPr>
          <p:cNvPr id="12" name="TextBox 10">
            <a:extLst>
              <a:ext uri="{FF2B5EF4-FFF2-40B4-BE49-F238E27FC236}">
                <a16:creationId xmlns:a16="http://schemas.microsoft.com/office/drawing/2014/main" xmlns="" id="{B05AE9B1-1E3A-C2D5-9D4B-EC9C0151E81F}"/>
              </a:ext>
            </a:extLst>
          </p:cNvPr>
          <p:cNvSpPr txBox="1">
            <a:spLocks noChangeArrowheads="1"/>
          </p:cNvSpPr>
          <p:nvPr/>
        </p:nvSpPr>
        <p:spPr bwMode="auto">
          <a:xfrm>
            <a:off x="7766051" y="2027238"/>
            <a:ext cx="16430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GB" altLang="fr-FR"/>
              <a:t>Application</a:t>
            </a:r>
          </a:p>
        </p:txBody>
      </p:sp>
      <p:sp>
        <p:nvSpPr>
          <p:cNvPr id="13" name="TextBox 11">
            <a:extLst>
              <a:ext uri="{FF2B5EF4-FFF2-40B4-BE49-F238E27FC236}">
                <a16:creationId xmlns:a16="http://schemas.microsoft.com/office/drawing/2014/main" xmlns="" id="{F6941386-AEA8-848C-D4C2-E95D26F22C33}"/>
              </a:ext>
            </a:extLst>
          </p:cNvPr>
          <p:cNvSpPr txBox="1">
            <a:spLocks noChangeArrowheads="1"/>
          </p:cNvSpPr>
          <p:nvPr/>
        </p:nvSpPr>
        <p:spPr bwMode="auto">
          <a:xfrm>
            <a:off x="7766051" y="5359400"/>
            <a:ext cx="2371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GB" altLang="fr-FR"/>
              <a:t>Base de données</a:t>
            </a:r>
          </a:p>
        </p:txBody>
      </p:sp>
      <p:sp>
        <p:nvSpPr>
          <p:cNvPr id="14" name="TextBox 12">
            <a:extLst>
              <a:ext uri="{FF2B5EF4-FFF2-40B4-BE49-F238E27FC236}">
                <a16:creationId xmlns:a16="http://schemas.microsoft.com/office/drawing/2014/main" xmlns="" id="{08C7CC1D-39C1-EC9B-7B00-6D69AD50A1F4}"/>
              </a:ext>
            </a:extLst>
          </p:cNvPr>
          <p:cNvSpPr txBox="1">
            <a:spLocks noChangeArrowheads="1"/>
          </p:cNvSpPr>
          <p:nvPr/>
        </p:nvSpPr>
        <p:spPr bwMode="auto">
          <a:xfrm>
            <a:off x="7766051" y="3843338"/>
            <a:ext cx="1584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GB" altLang="fr-FR"/>
              <a:t>Repository</a:t>
            </a:r>
          </a:p>
        </p:txBody>
      </p:sp>
      <p:cxnSp>
        <p:nvCxnSpPr>
          <p:cNvPr id="15" name="Straight Arrow Connector 13">
            <a:extLst>
              <a:ext uri="{FF2B5EF4-FFF2-40B4-BE49-F238E27FC236}">
                <a16:creationId xmlns:a16="http://schemas.microsoft.com/office/drawing/2014/main" xmlns="" id="{150D3BA1-F38A-7693-39D6-4FE0CD76A3A7}"/>
              </a:ext>
            </a:extLst>
          </p:cNvPr>
          <p:cNvCxnSpPr/>
          <p:nvPr/>
        </p:nvCxnSpPr>
        <p:spPr bwMode="auto">
          <a:xfrm flipV="1">
            <a:off x="7164388" y="2828926"/>
            <a:ext cx="0" cy="606425"/>
          </a:xfrm>
          <a:prstGeom prst="straightConnector1">
            <a:avLst/>
          </a:prstGeom>
          <a:gradFill rotWithShape="1">
            <a:gsLst>
              <a:gs pos="0">
                <a:srgbClr val="E4CD9A"/>
              </a:gs>
              <a:gs pos="100000">
                <a:srgbClr val="EEEFD7"/>
              </a:gs>
            </a:gsLst>
            <a:lin ang="2700000" scaled="1"/>
          </a:gradFill>
          <a:ln w="9525" cap="flat" cmpd="sng" algn="ctr">
            <a:solidFill>
              <a:schemeClr val="accent4"/>
            </a:solidFill>
            <a:prstDash val="solid"/>
            <a:round/>
            <a:headEnd type="triangle" w="med" len="med"/>
            <a:tailEnd type="triangle"/>
          </a:ln>
          <a:effectLst>
            <a:outerShdw dist="35921" dir="2700000" algn="ctr" rotWithShape="0">
              <a:srgbClr val="AFAFAF"/>
            </a:outerShdw>
          </a:effectLst>
        </p:spPr>
      </p:cxnSp>
      <p:cxnSp>
        <p:nvCxnSpPr>
          <p:cNvPr id="16" name="Straight Arrow Connector 14">
            <a:extLst>
              <a:ext uri="{FF2B5EF4-FFF2-40B4-BE49-F238E27FC236}">
                <a16:creationId xmlns:a16="http://schemas.microsoft.com/office/drawing/2014/main" xmlns="" id="{7A678E51-B3C3-25CD-8AA2-AC089C4930D5}"/>
              </a:ext>
            </a:extLst>
          </p:cNvPr>
          <p:cNvCxnSpPr/>
          <p:nvPr/>
        </p:nvCxnSpPr>
        <p:spPr bwMode="auto">
          <a:xfrm flipV="1">
            <a:off x="7150100" y="4619626"/>
            <a:ext cx="0" cy="473075"/>
          </a:xfrm>
          <a:prstGeom prst="straightConnector1">
            <a:avLst/>
          </a:prstGeom>
          <a:gradFill rotWithShape="1">
            <a:gsLst>
              <a:gs pos="0">
                <a:srgbClr val="E4CD9A"/>
              </a:gs>
              <a:gs pos="100000">
                <a:srgbClr val="EEEFD7"/>
              </a:gs>
            </a:gsLst>
            <a:lin ang="2700000" scaled="1"/>
          </a:gradFill>
          <a:ln w="9525" cap="flat" cmpd="sng" algn="ctr">
            <a:solidFill>
              <a:schemeClr val="accent4"/>
            </a:solidFill>
            <a:prstDash val="solid"/>
            <a:round/>
            <a:headEnd type="triangle" w="med" len="med"/>
            <a:tailEnd type="triangle"/>
          </a:ln>
          <a:effectLst>
            <a:outerShdw dist="35921" dir="2700000" algn="ctr" rotWithShape="0">
              <a:srgbClr val="AFAFAF"/>
            </a:outerShdw>
          </a:effectLst>
        </p:spPr>
      </p:cxnSp>
      <p:cxnSp>
        <p:nvCxnSpPr>
          <p:cNvPr id="17" name="Straight Arrow Connector 15">
            <a:extLst>
              <a:ext uri="{FF2B5EF4-FFF2-40B4-BE49-F238E27FC236}">
                <a16:creationId xmlns:a16="http://schemas.microsoft.com/office/drawing/2014/main" xmlns="" id="{5A488E83-A127-45E2-E7B7-70F5AE291642}"/>
              </a:ext>
            </a:extLst>
          </p:cNvPr>
          <p:cNvCxnSpPr/>
          <p:nvPr/>
        </p:nvCxnSpPr>
        <p:spPr bwMode="auto">
          <a:xfrm flipV="1">
            <a:off x="3517901" y="2828926"/>
            <a:ext cx="9525" cy="2263775"/>
          </a:xfrm>
          <a:prstGeom prst="straightConnector1">
            <a:avLst/>
          </a:prstGeom>
          <a:gradFill rotWithShape="1">
            <a:gsLst>
              <a:gs pos="0">
                <a:srgbClr val="E4CD9A"/>
              </a:gs>
              <a:gs pos="100000">
                <a:srgbClr val="EEEFD7"/>
              </a:gs>
            </a:gsLst>
            <a:lin ang="2700000" scaled="1"/>
          </a:gradFill>
          <a:ln w="9525" cap="flat" cmpd="sng" algn="ctr">
            <a:solidFill>
              <a:schemeClr val="accent4"/>
            </a:solidFill>
            <a:prstDash val="solid"/>
            <a:round/>
            <a:headEnd type="triangle" w="med" len="med"/>
            <a:tailEnd type="triangle"/>
          </a:ln>
          <a:effectLst>
            <a:outerShdw dist="35921" dir="2700000" algn="ctr" rotWithShape="0">
              <a:srgbClr val="AFAFAF"/>
            </a:outerShdw>
          </a:effectLst>
        </p:spPr>
      </p:cxnSp>
      <p:sp>
        <p:nvSpPr>
          <p:cNvPr id="18" name="TextBox 8">
            <a:extLst>
              <a:ext uri="{FF2B5EF4-FFF2-40B4-BE49-F238E27FC236}">
                <a16:creationId xmlns:a16="http://schemas.microsoft.com/office/drawing/2014/main" xmlns="" id="{655AD500-A28E-463A-567D-3E3E23FA052A}"/>
              </a:ext>
            </a:extLst>
          </p:cNvPr>
          <p:cNvSpPr txBox="1">
            <a:spLocks noChangeArrowheads="1"/>
          </p:cNvSpPr>
          <p:nvPr/>
        </p:nvSpPr>
        <p:spPr bwMode="auto">
          <a:xfrm>
            <a:off x="7766050" y="4532313"/>
            <a:ext cx="16573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GB" altLang="fr-FR"/>
              <a:t>Entity</a:t>
            </a:r>
          </a:p>
          <a:p>
            <a:pPr algn="ctr" eaLnBrk="1" hangingPunct="1"/>
            <a:r>
              <a:rPr lang="en-GB" altLang="fr-FR"/>
              <a:t>Framework</a:t>
            </a:r>
          </a:p>
        </p:txBody>
      </p:sp>
      <p:sp>
        <p:nvSpPr>
          <p:cNvPr id="19" name="TextBox 8">
            <a:extLst>
              <a:ext uri="{FF2B5EF4-FFF2-40B4-BE49-F238E27FC236}">
                <a16:creationId xmlns:a16="http://schemas.microsoft.com/office/drawing/2014/main" xmlns="" id="{47F97F25-0413-4456-6631-E4488D1B34CF}"/>
              </a:ext>
            </a:extLst>
          </p:cNvPr>
          <p:cNvSpPr txBox="1">
            <a:spLocks noChangeArrowheads="1"/>
          </p:cNvSpPr>
          <p:nvPr/>
        </p:nvSpPr>
        <p:spPr bwMode="auto">
          <a:xfrm>
            <a:off x="7916864" y="2947988"/>
            <a:ext cx="13922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GB" altLang="fr-FR"/>
              <a:t>Interface</a:t>
            </a:r>
          </a:p>
        </p:txBody>
      </p:sp>
      <p:pic>
        <p:nvPicPr>
          <p:cNvPr id="21" name="Picture 47" descr="arrow03">
            <a:extLst>
              <a:ext uri="{FF2B5EF4-FFF2-40B4-BE49-F238E27FC236}">
                <a16:creationId xmlns:a16="http://schemas.microsoft.com/office/drawing/2014/main" xmlns="" id="{FBCD3988-687C-D0E0-B986-05CCEBF0A4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96138" y="4732338"/>
            <a:ext cx="5334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47" descr="arrow03">
            <a:extLst>
              <a:ext uri="{FF2B5EF4-FFF2-40B4-BE49-F238E27FC236}">
                <a16:creationId xmlns:a16="http://schemas.microsoft.com/office/drawing/2014/main" xmlns="" id="{163F601E-C8C3-5CED-3947-DB965ACBDF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5663" y="3009901"/>
            <a:ext cx="533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8" name="TextBox 8">
            <a:extLst>
              <a:ext uri="{FF2B5EF4-FFF2-40B4-BE49-F238E27FC236}">
                <a16:creationId xmlns:a16="http://schemas.microsoft.com/office/drawing/2014/main" xmlns="" id="{D8EA15EC-E51F-4874-3B5F-55F1F56F5CFF}"/>
              </a:ext>
            </a:extLst>
          </p:cNvPr>
          <p:cNvSpPr txBox="1">
            <a:spLocks noChangeArrowheads="1"/>
          </p:cNvSpPr>
          <p:nvPr/>
        </p:nvSpPr>
        <p:spPr bwMode="auto">
          <a:xfrm>
            <a:off x="4106863" y="3565526"/>
            <a:ext cx="16573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r>
              <a:rPr lang="en-GB" altLang="fr-FR"/>
              <a:t>Entity</a:t>
            </a:r>
          </a:p>
          <a:p>
            <a:pPr algn="ctr" eaLnBrk="1" hangingPunct="1"/>
            <a:r>
              <a:rPr lang="en-GB" altLang="fr-FR"/>
              <a:t>Framework</a:t>
            </a:r>
          </a:p>
        </p:txBody>
      </p:sp>
      <p:pic>
        <p:nvPicPr>
          <p:cNvPr id="32789" name="Picture 47" descr="arrow03">
            <a:extLst>
              <a:ext uri="{FF2B5EF4-FFF2-40B4-BE49-F238E27FC236}">
                <a16:creationId xmlns:a16="http://schemas.microsoft.com/office/drawing/2014/main" xmlns="" id="{6A688459-A18B-4418-0CFC-410F666B80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2989" y="3765551"/>
            <a:ext cx="53498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8" grpId="0"/>
      <p:bldP spid="1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5">
            <a:extLst>
              <a:ext uri="{FF2B5EF4-FFF2-40B4-BE49-F238E27FC236}">
                <a16:creationId xmlns:a16="http://schemas.microsoft.com/office/drawing/2014/main" xmlns="" id="{790BC899-A671-7546-57CE-E3B8054E6A07}"/>
              </a:ext>
            </a:extLst>
          </p:cNvPr>
          <p:cNvSpPr txBox="1">
            <a:spLocks noChangeArrowheads="1"/>
          </p:cNvSpPr>
          <p:nvPr/>
        </p:nvSpPr>
        <p:spPr bwMode="auto">
          <a:xfrm>
            <a:off x="4365268" y="917973"/>
            <a:ext cx="7751762" cy="4386262"/>
          </a:xfrm>
          <a:prstGeom prst="rect">
            <a:avLst/>
          </a:prstGeom>
          <a:noFill/>
          <a:ln w="9525">
            <a:noFill/>
            <a:miter lim="800000"/>
            <a:headEnd/>
            <a:tailEnd/>
          </a:ln>
        </p:spPr>
        <p:txBody>
          <a:bodyPr lIns="0" tIns="0" rIns="0" bIns="0"/>
          <a:lstStyle/>
          <a:p>
            <a:pPr marL="174625" indent="-174625">
              <a:lnSpc>
                <a:spcPct val="90000"/>
              </a:lnSpc>
              <a:spcBef>
                <a:spcPct val="70000"/>
              </a:spcBef>
              <a:buClr>
                <a:schemeClr val="hlink"/>
              </a:buClr>
              <a:buSzPct val="90000"/>
              <a:buFontTx/>
              <a:buChar char="•"/>
              <a:defRPr/>
            </a:pPr>
            <a:r>
              <a:rPr lang="fr-FR" sz="2000" kern="0" dirty="0"/>
              <a:t>Exercice 1: </a:t>
            </a:r>
            <a:r>
              <a:rPr lang="fr-FR" sz="2000" dirty="0">
                <a:cs typeface="Arial" charset="0"/>
              </a:rPr>
              <a:t>Création d’un modèle Code First </a:t>
            </a:r>
            <a:r>
              <a:rPr lang="fr-FR" sz="2000" dirty="0" err="1">
                <a:cs typeface="Arial" charset="0"/>
              </a:rPr>
              <a:t>Entity</a:t>
            </a:r>
            <a:r>
              <a:rPr lang="fr-FR" sz="2000" dirty="0">
                <a:cs typeface="Arial" charset="0"/>
              </a:rPr>
              <a:t> Framework</a:t>
            </a:r>
          </a:p>
          <a:p>
            <a:pPr marL="174625" indent="-174625">
              <a:lnSpc>
                <a:spcPct val="90000"/>
              </a:lnSpc>
              <a:spcBef>
                <a:spcPct val="70000"/>
              </a:spcBef>
              <a:buClr>
                <a:schemeClr val="hlink"/>
              </a:buClr>
              <a:buSzPct val="90000"/>
              <a:buFontTx/>
              <a:buChar char="•"/>
              <a:defRPr/>
            </a:pPr>
            <a:r>
              <a:rPr lang="fr-FR" sz="2000" kern="0" dirty="0"/>
              <a:t>Exercice 2: Personnalisation du modèle</a:t>
            </a:r>
          </a:p>
          <a:p>
            <a:pPr marL="174625" indent="-174625">
              <a:lnSpc>
                <a:spcPct val="90000"/>
              </a:lnSpc>
              <a:spcBef>
                <a:spcPct val="70000"/>
              </a:spcBef>
              <a:buClr>
                <a:schemeClr val="hlink"/>
              </a:buClr>
              <a:buSzPct val="90000"/>
              <a:buFontTx/>
              <a:buChar char="•"/>
              <a:defRPr/>
            </a:pPr>
            <a:r>
              <a:rPr lang="fr-FR" sz="2000" kern="0" dirty="0"/>
              <a:t>Exercice 3: Test du modèle à l’aide d’ASP.NET MVC</a:t>
            </a:r>
          </a:p>
        </p:txBody>
      </p:sp>
      <p:sp>
        <p:nvSpPr>
          <p:cNvPr id="33795" name="Rectangle 64">
            <a:extLst>
              <a:ext uri="{FF2B5EF4-FFF2-40B4-BE49-F238E27FC236}">
                <a16:creationId xmlns:a16="http://schemas.microsoft.com/office/drawing/2014/main" xmlns="" id="{06B07D85-F1BA-062C-486E-8EEC69A335DD}"/>
              </a:ext>
            </a:extLst>
          </p:cNvPr>
          <p:cNvSpPr>
            <a:spLocks noGrp="1" noChangeArrowheads="1"/>
          </p:cNvSpPr>
          <p:nvPr>
            <p:ph type="title"/>
          </p:nvPr>
        </p:nvSpPr>
        <p:spPr/>
        <p:txBody>
          <a:bodyPr/>
          <a:lstStyle/>
          <a:p>
            <a:pPr eaLnBrk="1" hangingPunct="1"/>
            <a:r>
              <a:rPr lang="fr-FR" altLang="fr-FR"/>
              <a:t>Atelier </a:t>
            </a:r>
          </a:p>
        </p:txBody>
      </p:sp>
      <p:sp>
        <p:nvSpPr>
          <p:cNvPr id="4" name="Espace réservé du texte 3">
            <a:extLst>
              <a:ext uri="{FF2B5EF4-FFF2-40B4-BE49-F238E27FC236}">
                <a16:creationId xmlns:a16="http://schemas.microsoft.com/office/drawing/2014/main" xmlns="" id="{BFB16578-3654-51F3-7D06-96CBDD94D3CB}"/>
              </a:ext>
            </a:extLst>
          </p:cNvPr>
          <p:cNvSpPr>
            <a:spLocks noGrp="1"/>
          </p:cNvSpPr>
          <p:nvPr>
            <p:ph type="body" sz="quarter" idx="20"/>
          </p:nvPr>
        </p:nvSpPr>
        <p:spPr/>
        <p:txBody>
          <a:bodyPr/>
          <a:lstStyle/>
          <a:p>
            <a:endParaRPr lang="fr-F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xmlns="" id="{7AF97E34-04C5-E35F-63DA-C3C4BD430B00}"/>
              </a:ext>
            </a:extLst>
          </p:cNvPr>
          <p:cNvSpPr>
            <a:spLocks/>
          </p:cNvSpPr>
          <p:nvPr/>
        </p:nvSpPr>
        <p:spPr bwMode="auto">
          <a:xfrm>
            <a:off x="2375854" y="2819400"/>
            <a:ext cx="4097337" cy="1219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gn="ctr" eaLnBrk="1" hangingPunct="1">
              <a:lnSpc>
                <a:spcPct val="95000"/>
              </a:lnSpc>
              <a:spcBef>
                <a:spcPct val="60000"/>
              </a:spcBef>
              <a:buClr>
                <a:srgbClr val="006699"/>
              </a:buClr>
              <a:buSzPct val="90000"/>
            </a:pPr>
            <a:r>
              <a:rPr lang="en-GB" altLang="fr-FR" sz="2600" dirty="0" err="1">
                <a:solidFill>
                  <a:schemeClr val="bg1"/>
                </a:solidFill>
                <a:latin typeface="+mj-lt"/>
              </a:rPr>
              <a:t>Chapitre</a:t>
            </a:r>
            <a:r>
              <a:rPr lang="en-GB" altLang="fr-FR" sz="2600" dirty="0">
                <a:solidFill>
                  <a:schemeClr val="bg1"/>
                </a:solidFill>
                <a:latin typeface="+mj-lt"/>
              </a:rPr>
              <a:t> 4</a:t>
            </a:r>
          </a:p>
          <a:p>
            <a:pPr algn="ctr" eaLnBrk="1" hangingPunct="1">
              <a:lnSpc>
                <a:spcPct val="95000"/>
              </a:lnSpc>
              <a:spcBef>
                <a:spcPct val="60000"/>
              </a:spcBef>
              <a:buClr>
                <a:srgbClr val="006699"/>
              </a:buClr>
              <a:buSzPct val="90000"/>
            </a:pPr>
            <a:r>
              <a:rPr lang="en-GB" altLang="fr-FR" sz="2600" dirty="0">
                <a:solidFill>
                  <a:schemeClr val="bg1"/>
                </a:solidFill>
                <a:latin typeface="+mj-lt"/>
              </a:rPr>
              <a:t>LINQ</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xmlns="" id="{712F1B2D-F1D2-442F-DB33-AFEF828C5CC4}"/>
              </a:ext>
            </a:extLst>
          </p:cNvPr>
          <p:cNvSpPr>
            <a:spLocks noGrp="1" noChangeArrowheads="1"/>
          </p:cNvSpPr>
          <p:nvPr>
            <p:ph type="body" sz="quarter" idx="12"/>
          </p:nvPr>
        </p:nvSpPr>
        <p:spPr/>
        <p:txBody>
          <a:bodyPr/>
          <a:lstStyle/>
          <a:p>
            <a:pPr eaLnBrk="1" hangingPunct="1"/>
            <a:r>
              <a:rPr lang="fr-FR" altLang="fr-FR"/>
              <a:t>Méthodes d’extension, délégués et expressions Lambda</a:t>
            </a:r>
          </a:p>
          <a:p>
            <a:pPr eaLnBrk="1" hangingPunct="1"/>
            <a:r>
              <a:rPr lang="fr-FR" altLang="fr-FR"/>
              <a:t>LINQ To Objects</a:t>
            </a:r>
          </a:p>
          <a:p>
            <a:pPr eaLnBrk="1" hangingPunct="1"/>
            <a:r>
              <a:rPr lang="fr-FR" altLang="fr-FR"/>
              <a:t>LINQ To XML</a:t>
            </a:r>
          </a:p>
          <a:p>
            <a:pPr eaLnBrk="1" hangingPunct="1"/>
            <a:r>
              <a:rPr lang="fr-FR" altLang="fr-FR"/>
              <a:t>LINQ To Entities</a:t>
            </a:r>
          </a:p>
        </p:txBody>
      </p:sp>
      <p:sp>
        <p:nvSpPr>
          <p:cNvPr id="6146" name="Rectangle 2">
            <a:extLst>
              <a:ext uri="{FF2B5EF4-FFF2-40B4-BE49-F238E27FC236}">
                <a16:creationId xmlns:a16="http://schemas.microsoft.com/office/drawing/2014/main" xmlns="" id="{27FDA508-5601-82AD-D8F2-3E4B3AE70002}"/>
              </a:ext>
            </a:extLst>
          </p:cNvPr>
          <p:cNvSpPr>
            <a:spLocks noGrp="1" noChangeArrowheads="1"/>
          </p:cNvSpPr>
          <p:nvPr>
            <p:ph type="title"/>
          </p:nvPr>
        </p:nvSpPr>
        <p:spPr/>
        <p:txBody>
          <a:bodyPr/>
          <a:lstStyle/>
          <a:p>
            <a:pPr eaLnBrk="1" hangingPunct="1"/>
            <a:r>
              <a:rPr lang="fr-FR" altLang="fr-FR"/>
              <a:t>Vue d’ensemble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xmlns="" id="{5690AFBE-D0EC-E0A3-A42C-38653C21BF3B}"/>
              </a:ext>
            </a:extLst>
          </p:cNvPr>
          <p:cNvSpPr>
            <a:spLocks noGrp="1" noChangeArrowheads="1"/>
          </p:cNvSpPr>
          <p:nvPr>
            <p:ph type="body" sz="quarter" idx="12"/>
          </p:nvPr>
        </p:nvSpPr>
        <p:spPr/>
        <p:txBody>
          <a:bodyPr/>
          <a:lstStyle/>
          <a:p>
            <a:pPr eaLnBrk="1" hangingPunct="1"/>
            <a:r>
              <a:rPr lang="fr-FR" altLang="fr-FR"/>
              <a:t>Typage implicite et types anonymes</a:t>
            </a:r>
          </a:p>
          <a:p>
            <a:pPr eaLnBrk="1" hangingPunct="1"/>
            <a:r>
              <a:rPr lang="fr-FR" altLang="fr-FR"/>
              <a:t>Méthodes d’extension</a:t>
            </a:r>
          </a:p>
          <a:p>
            <a:pPr eaLnBrk="1" hangingPunct="1"/>
            <a:r>
              <a:rPr lang="fr-FR" altLang="fr-FR"/>
              <a:t>Délégués</a:t>
            </a:r>
          </a:p>
          <a:p>
            <a:pPr eaLnBrk="1" hangingPunct="1"/>
            <a:r>
              <a:rPr lang="fr-FR" altLang="fr-FR"/>
              <a:t>Expressions Lambda</a:t>
            </a:r>
          </a:p>
        </p:txBody>
      </p:sp>
      <p:sp>
        <p:nvSpPr>
          <p:cNvPr id="7170" name="Rectangle 2">
            <a:extLst>
              <a:ext uri="{FF2B5EF4-FFF2-40B4-BE49-F238E27FC236}">
                <a16:creationId xmlns:a16="http://schemas.microsoft.com/office/drawing/2014/main" xmlns="" id="{A242BE27-7942-260E-6C55-8F2EEA7A7126}"/>
              </a:ext>
            </a:extLst>
          </p:cNvPr>
          <p:cNvSpPr>
            <a:spLocks noGrp="1" noChangeArrowheads="1"/>
          </p:cNvSpPr>
          <p:nvPr>
            <p:ph type="title"/>
          </p:nvPr>
        </p:nvSpPr>
        <p:spPr>
          <a:xfrm>
            <a:off x="1486094" y="600374"/>
            <a:ext cx="10393178" cy="853522"/>
          </a:xfrm>
        </p:spPr>
        <p:txBody>
          <a:bodyPr/>
          <a:lstStyle/>
          <a:p>
            <a:pPr eaLnBrk="1" hangingPunct="1"/>
            <a:r>
              <a:rPr lang="fr-FR" altLang="fr-FR" dirty="0"/>
              <a:t>Leçon 1: Méthodes d’extension, délégués et expressions Lambda</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xmlns="" id="{0048EEE6-8B72-0050-EE2C-9551B7546435}"/>
              </a:ext>
            </a:extLst>
          </p:cNvPr>
          <p:cNvSpPr>
            <a:spLocks noGrp="1" noChangeArrowheads="1"/>
          </p:cNvSpPr>
          <p:nvPr>
            <p:ph type="title"/>
          </p:nvPr>
        </p:nvSpPr>
        <p:spPr/>
        <p:txBody>
          <a:bodyPr/>
          <a:lstStyle/>
          <a:p>
            <a:pPr eaLnBrk="1" hangingPunct="1"/>
            <a:r>
              <a:rPr lang="fr-FR" altLang="fr-FR"/>
              <a:t>Typage implicite et types anonymes</a:t>
            </a:r>
          </a:p>
        </p:txBody>
      </p:sp>
      <p:sp>
        <p:nvSpPr>
          <p:cNvPr id="8195" name="AutoShape 24">
            <a:extLst>
              <a:ext uri="{FF2B5EF4-FFF2-40B4-BE49-F238E27FC236}">
                <a16:creationId xmlns:a16="http://schemas.microsoft.com/office/drawing/2014/main" xmlns="" id="{5449ECCC-F9B6-844E-CFF5-EA0DD9527C9E}"/>
              </a:ext>
            </a:extLst>
          </p:cNvPr>
          <p:cNvSpPr>
            <a:spLocks noChangeArrowheads="1"/>
          </p:cNvSpPr>
          <p:nvPr/>
        </p:nvSpPr>
        <p:spPr bwMode="auto">
          <a:xfrm>
            <a:off x="1923256" y="1363536"/>
            <a:ext cx="8345488" cy="4976812"/>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a:p>
        </p:txBody>
      </p:sp>
      <p:sp>
        <p:nvSpPr>
          <p:cNvPr id="13" name="AutoShape 25">
            <a:extLst>
              <a:ext uri="{FF2B5EF4-FFF2-40B4-BE49-F238E27FC236}">
                <a16:creationId xmlns:a16="http://schemas.microsoft.com/office/drawing/2014/main" xmlns="" id="{9ECB27DC-0A6E-AFA4-8E4B-48F0D7700A88}"/>
              </a:ext>
            </a:extLst>
          </p:cNvPr>
          <p:cNvSpPr>
            <a:spLocks noChangeArrowheads="1"/>
          </p:cNvSpPr>
          <p:nvPr/>
        </p:nvSpPr>
        <p:spPr bwMode="auto">
          <a:xfrm>
            <a:off x="2185194" y="1719136"/>
            <a:ext cx="7821612"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Typage implicite</a:t>
            </a:r>
            <a:endParaRPr lang="en-GB" altLang="fr-FR" sz="2000" b="0"/>
          </a:p>
        </p:txBody>
      </p:sp>
      <p:sp>
        <p:nvSpPr>
          <p:cNvPr id="14" name="AutoShape 25">
            <a:extLst>
              <a:ext uri="{FF2B5EF4-FFF2-40B4-BE49-F238E27FC236}">
                <a16:creationId xmlns:a16="http://schemas.microsoft.com/office/drawing/2014/main" xmlns="" id="{2E57B30C-5C9D-766C-EACE-3DC7684D1A72}"/>
              </a:ext>
            </a:extLst>
          </p:cNvPr>
          <p:cNvSpPr>
            <a:spLocks noChangeArrowheads="1"/>
          </p:cNvSpPr>
          <p:nvPr/>
        </p:nvSpPr>
        <p:spPr bwMode="auto">
          <a:xfrm>
            <a:off x="2185194" y="4000373"/>
            <a:ext cx="7821612"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Types anonymes</a:t>
            </a:r>
            <a:endParaRPr lang="en-GB" altLang="fr-FR" sz="2000" b="0"/>
          </a:p>
        </p:txBody>
      </p:sp>
      <p:sp>
        <p:nvSpPr>
          <p:cNvPr id="15" name="AutoShape 3">
            <a:extLst>
              <a:ext uri="{FF2B5EF4-FFF2-40B4-BE49-F238E27FC236}">
                <a16:creationId xmlns:a16="http://schemas.microsoft.com/office/drawing/2014/main" xmlns="" id="{94E9917D-3C57-CFEE-B69C-9829F3A5BB6B}"/>
              </a:ext>
            </a:extLst>
          </p:cNvPr>
          <p:cNvSpPr>
            <a:spLocks noChangeArrowheads="1"/>
          </p:cNvSpPr>
          <p:nvPr/>
        </p:nvSpPr>
        <p:spPr bwMode="auto">
          <a:xfrm>
            <a:off x="2351881" y="2782761"/>
            <a:ext cx="7405688" cy="812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var </a:t>
            </a:r>
            <a:r>
              <a:rPr lang="fr-FR" altLang="fr-FR" sz="1600" b="0">
                <a:latin typeface="Lucida Sans Typewriter" panose="020B0509030504030204" pitchFamily="49" charset="0"/>
              </a:rPr>
              <a:t>myString = "Hello World!"; // myString est typé </a:t>
            </a:r>
            <a:r>
              <a:rPr lang="fr-FR" altLang="fr-FR" sz="1600">
                <a:latin typeface="Lucida Sans Typewriter" panose="020B0509030504030204" pitchFamily="49" charset="0"/>
              </a:rPr>
              <a:t>String</a:t>
            </a:r>
          </a:p>
          <a:p>
            <a:pPr eaLnBrk="1" hangingPunct="1"/>
            <a:r>
              <a:rPr lang="fr-FR" altLang="fr-FR" sz="1600" b="0">
                <a:latin typeface="Lucida Sans Typewriter" panose="020B0509030504030204" pitchFamily="49" charset="0"/>
              </a:rPr>
              <a:t>var data = 5;                  // data est typé </a:t>
            </a:r>
            <a:r>
              <a:rPr lang="fr-FR" altLang="fr-FR" sz="1600">
                <a:latin typeface="Lucida Sans Typewriter" panose="020B0509030504030204" pitchFamily="49" charset="0"/>
              </a:rPr>
              <a:t>int</a:t>
            </a:r>
            <a:endParaRPr lang="en-GB" altLang="fr-FR" sz="1600" b="0">
              <a:latin typeface="Lucida Sans Typewriter" panose="020B0509030504030204" pitchFamily="49" charset="0"/>
            </a:endParaRPr>
          </a:p>
        </p:txBody>
      </p:sp>
      <p:sp>
        <p:nvSpPr>
          <p:cNvPr id="16" name="AutoShape 3">
            <a:extLst>
              <a:ext uri="{FF2B5EF4-FFF2-40B4-BE49-F238E27FC236}">
                <a16:creationId xmlns:a16="http://schemas.microsoft.com/office/drawing/2014/main" xmlns="" id="{F56DF853-CA91-C92D-AF57-BD2DC24370AE}"/>
              </a:ext>
            </a:extLst>
          </p:cNvPr>
          <p:cNvSpPr>
            <a:spLocks noChangeArrowheads="1"/>
          </p:cNvSpPr>
          <p:nvPr/>
        </p:nvSpPr>
        <p:spPr bwMode="auto">
          <a:xfrm>
            <a:off x="2351881" y="5011611"/>
            <a:ext cx="7405688" cy="812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var </a:t>
            </a:r>
            <a:r>
              <a:rPr lang="fr-FR" altLang="fr-FR" sz="1600" b="0">
                <a:latin typeface="Lucida Sans Typewriter" panose="020B0509030504030204" pitchFamily="49" charset="0"/>
              </a:rPr>
              <a:t>obj = new {Name="Doe",FirstName="John",Age=30};</a:t>
            </a:r>
          </a:p>
          <a:p>
            <a:pPr eaLnBrk="1" hangingPunct="1"/>
            <a:r>
              <a:rPr lang="fr-FR" altLang="fr-FR" sz="1600" b="0">
                <a:latin typeface="Lucida Sans Typewriter" panose="020B0509030504030204" pitchFamily="49" charset="0"/>
              </a:rPr>
              <a:t>// obj est une instance d’un type anonyme </a:t>
            </a:r>
          </a:p>
          <a:p>
            <a:pPr eaLnBrk="1" hangingPunct="1"/>
            <a:r>
              <a:rPr lang="fr-FR" altLang="fr-FR" sz="1600" b="0">
                <a:latin typeface="Lucida Sans Typewriter" panose="020B0509030504030204" pitchFamily="49" charset="0"/>
              </a:rPr>
              <a:t>// qui expose 3 propriétés: Name, FirstName et Age</a:t>
            </a:r>
            <a:endParaRPr lang="en-GB" altLang="fr-FR" sz="1600" b="0">
              <a:latin typeface="Lucida Sans Typewriter" panose="020B05090305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xmlns="" id="{1E29EEF2-A8B1-C0E9-036F-5C2DF8D6D670}"/>
              </a:ext>
            </a:extLst>
          </p:cNvPr>
          <p:cNvSpPr>
            <a:spLocks noGrp="1" noChangeArrowheads="1"/>
          </p:cNvSpPr>
          <p:nvPr>
            <p:ph type="title"/>
          </p:nvPr>
        </p:nvSpPr>
        <p:spPr/>
        <p:txBody>
          <a:bodyPr/>
          <a:lstStyle/>
          <a:p>
            <a:pPr eaLnBrk="1" hangingPunct="1"/>
            <a:r>
              <a:rPr lang="fr-FR" altLang="fr-FR"/>
              <a:t>Méthodes d’extension</a:t>
            </a:r>
          </a:p>
        </p:txBody>
      </p:sp>
      <p:sp>
        <p:nvSpPr>
          <p:cNvPr id="9219" name="AutoShape 3">
            <a:extLst>
              <a:ext uri="{FF2B5EF4-FFF2-40B4-BE49-F238E27FC236}">
                <a16:creationId xmlns:a16="http://schemas.microsoft.com/office/drawing/2014/main" xmlns="" id="{D955B170-7095-2853-7A0F-77FF0A345648}"/>
              </a:ext>
            </a:extLst>
          </p:cNvPr>
          <p:cNvSpPr>
            <a:spLocks noChangeArrowheads="1"/>
          </p:cNvSpPr>
          <p:nvPr/>
        </p:nvSpPr>
        <p:spPr bwMode="auto">
          <a:xfrm>
            <a:off x="2012951" y="1271589"/>
            <a:ext cx="8126413" cy="303053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namespace Fabrikam.Extensions</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static class IntExtension</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internal static int NextRand(</a:t>
            </a:r>
            <a:r>
              <a:rPr lang="en-US" altLang="fr-FR" sz="1600">
                <a:latin typeface="Lucida Sans Typewriter" panose="020B0509030504030204" pitchFamily="49" charset="0"/>
              </a:rPr>
              <a:t>this</a:t>
            </a:r>
            <a:r>
              <a:rPr lang="en-US" altLang="fr-FR" sz="1600" b="0">
                <a:latin typeface="Lucida Sans Typewriter" panose="020B0509030504030204" pitchFamily="49" charset="0"/>
              </a:rPr>
              <a:t> int seed, int </a:t>
            </a:r>
          </a:p>
          <a:p>
            <a:pPr eaLnBrk="1" hangingPunct="1"/>
            <a:r>
              <a:rPr lang="en-US" altLang="fr-FR" sz="1600" b="0">
                <a:latin typeface="Lucida Sans Typewriter" panose="020B0509030504030204" pitchFamily="49" charset="0"/>
              </a:rPr>
              <a:t>            maxValue)</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Random randomNumberGenerator = new Random(seed);</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return randomNumberGenerator.Next(maxValue);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a:t>
            </a:r>
            <a:endParaRPr lang="en-GB" altLang="fr-FR" sz="1600" b="0">
              <a:latin typeface="Lucida Sans Typewriter" panose="020B0509030504030204" pitchFamily="49" charset="0"/>
            </a:endParaRPr>
          </a:p>
        </p:txBody>
      </p:sp>
      <p:sp>
        <p:nvSpPr>
          <p:cNvPr id="9220" name="AutoShape 3">
            <a:extLst>
              <a:ext uri="{FF2B5EF4-FFF2-40B4-BE49-F238E27FC236}">
                <a16:creationId xmlns:a16="http://schemas.microsoft.com/office/drawing/2014/main" xmlns="" id="{408E31AC-BE98-4FBF-C30C-3ACB77C9B856}"/>
              </a:ext>
            </a:extLst>
          </p:cNvPr>
          <p:cNvSpPr>
            <a:spLocks noChangeArrowheads="1"/>
          </p:cNvSpPr>
          <p:nvPr/>
        </p:nvSpPr>
        <p:spPr bwMode="auto">
          <a:xfrm>
            <a:off x="2012951" y="4787900"/>
            <a:ext cx="8126413" cy="13033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using Fabrikam.Extensions;</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a:t>
            </a:r>
          </a:p>
          <a:p>
            <a:pPr eaLnBrk="1" hangingPunct="1"/>
            <a:r>
              <a:rPr lang="en-US" altLang="fr-FR" sz="1600" b="0">
                <a:latin typeface="Lucida Sans Typewriter" panose="020B0509030504030204" pitchFamily="49" charset="0"/>
              </a:rPr>
              <a:t>int i = 8;</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int j = i.NextRand(20);</a:t>
            </a:r>
            <a:endParaRPr lang="en-GB" altLang="fr-FR" sz="1600" b="0">
              <a:latin typeface="Lucida Sans Typewriter" panose="020B0509030504030204" pitchFamily="49"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xmlns="" id="{6762058A-F72A-F257-3A54-D57AD9331261}"/>
              </a:ext>
            </a:extLst>
          </p:cNvPr>
          <p:cNvSpPr>
            <a:spLocks noGrp="1" noChangeArrowheads="1"/>
          </p:cNvSpPr>
          <p:nvPr>
            <p:ph type="title"/>
          </p:nvPr>
        </p:nvSpPr>
        <p:spPr/>
        <p:txBody>
          <a:bodyPr/>
          <a:lstStyle/>
          <a:p>
            <a:pPr eaLnBrk="1" hangingPunct="1"/>
            <a:r>
              <a:rPr lang="fr-FR" altLang="fr-FR"/>
              <a:t>Délégués</a:t>
            </a:r>
          </a:p>
        </p:txBody>
      </p:sp>
      <p:sp>
        <p:nvSpPr>
          <p:cNvPr id="10243" name="AutoShape 24">
            <a:extLst>
              <a:ext uri="{FF2B5EF4-FFF2-40B4-BE49-F238E27FC236}">
                <a16:creationId xmlns:a16="http://schemas.microsoft.com/office/drawing/2014/main" xmlns="" id="{76B8AC8E-2E06-3413-4E84-2D3FAF097A8C}"/>
              </a:ext>
            </a:extLst>
          </p:cNvPr>
          <p:cNvSpPr>
            <a:spLocks noChangeArrowheads="1"/>
          </p:cNvSpPr>
          <p:nvPr/>
        </p:nvSpPr>
        <p:spPr bwMode="auto">
          <a:xfrm>
            <a:off x="1878012" y="1415881"/>
            <a:ext cx="8442325" cy="4976813"/>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a:p>
        </p:txBody>
      </p:sp>
      <p:sp>
        <p:nvSpPr>
          <p:cNvPr id="21" name="AutoShape 4">
            <a:extLst>
              <a:ext uri="{FF2B5EF4-FFF2-40B4-BE49-F238E27FC236}">
                <a16:creationId xmlns:a16="http://schemas.microsoft.com/office/drawing/2014/main" xmlns="" id="{067C042A-F286-802A-AC93-36A7B8BF4AAA}"/>
              </a:ext>
            </a:extLst>
          </p:cNvPr>
          <p:cNvSpPr>
            <a:spLocks noChangeArrowheads="1"/>
          </p:cNvSpPr>
          <p:nvPr/>
        </p:nvSpPr>
        <p:spPr bwMode="auto">
          <a:xfrm>
            <a:off x="2014537" y="1239668"/>
            <a:ext cx="8162925" cy="1619250"/>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0" tIns="0" rIns="0" bIns="0" anchor="ctr"/>
          <a:lstStyle>
            <a:lvl1pPr marL="363538" indent="-1746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50000"/>
              </a:lnSpc>
              <a:buClr>
                <a:schemeClr val="hlink"/>
              </a:buClr>
              <a:buSzPct val="90000"/>
            </a:pPr>
            <a:r>
              <a:rPr lang="en-US" altLang="fr-FR" sz="1600" b="0"/>
              <a:t>Vu comme des références vers des méthodes, permettant:</a:t>
            </a:r>
          </a:p>
          <a:p>
            <a:pPr>
              <a:lnSpc>
                <a:spcPct val="150000"/>
              </a:lnSpc>
              <a:buClr>
                <a:schemeClr val="hlink"/>
              </a:buClr>
              <a:buSzPct val="90000"/>
              <a:buFontTx/>
              <a:buChar char="•"/>
            </a:pPr>
            <a:r>
              <a:rPr lang="en-US" altLang="fr-FR" sz="1600" b="0"/>
              <a:t>Choix dynamique du code à exécuter</a:t>
            </a:r>
          </a:p>
          <a:p>
            <a:pPr>
              <a:lnSpc>
                <a:spcPct val="150000"/>
              </a:lnSpc>
              <a:buClr>
                <a:schemeClr val="hlink"/>
              </a:buClr>
              <a:buSzPct val="90000"/>
              <a:buFontTx/>
              <a:buChar char="•"/>
            </a:pPr>
            <a:r>
              <a:rPr lang="en-US" altLang="fr-FR" sz="1600" b="0"/>
              <a:t>Multidiffusion</a:t>
            </a:r>
          </a:p>
          <a:p>
            <a:pPr>
              <a:lnSpc>
                <a:spcPct val="150000"/>
              </a:lnSpc>
              <a:buClr>
                <a:schemeClr val="hlink"/>
              </a:buClr>
              <a:buSzPct val="90000"/>
              <a:buFontTx/>
              <a:buChar char="•"/>
            </a:pPr>
            <a:r>
              <a:rPr lang="en-US" altLang="fr-FR" sz="1600" b="0"/>
              <a:t>Callback</a:t>
            </a:r>
          </a:p>
        </p:txBody>
      </p:sp>
      <p:sp>
        <p:nvSpPr>
          <p:cNvPr id="22" name="AutoShape 3">
            <a:extLst>
              <a:ext uri="{FF2B5EF4-FFF2-40B4-BE49-F238E27FC236}">
                <a16:creationId xmlns:a16="http://schemas.microsoft.com/office/drawing/2014/main" xmlns="" id="{35E9C356-0F25-A0E4-338C-0CAA5AAEAD73}"/>
              </a:ext>
            </a:extLst>
          </p:cNvPr>
          <p:cNvSpPr>
            <a:spLocks noChangeArrowheads="1"/>
          </p:cNvSpPr>
          <p:nvPr/>
        </p:nvSpPr>
        <p:spPr bwMode="auto">
          <a:xfrm>
            <a:off x="3059112" y="3063706"/>
            <a:ext cx="6072187" cy="21875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lstStyle>
            <a:lvl1pPr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1pPr>
            <a:lvl2pPr marL="742950" indent="-28575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2pPr>
            <a:lvl3pPr marL="11430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3pPr>
            <a:lvl4pPr marL="16002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4pPr>
            <a:lvl5pPr marL="20574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pPr>
            <a:r>
              <a:rPr lang="en-US" altLang="fr-FR" sz="1400" b="0">
                <a:latin typeface="Lucida Sans Typewriter" panose="020B0509030504030204" pitchFamily="49" charset="0"/>
              </a:rPr>
              <a:t>// Déclaration du délégué</a:t>
            </a:r>
            <a:br>
              <a:rPr lang="en-US" altLang="fr-FR" sz="1400" b="0">
                <a:latin typeface="Lucida Sans Typewriter" panose="020B0509030504030204" pitchFamily="49" charset="0"/>
              </a:rPr>
            </a:br>
            <a:r>
              <a:rPr lang="en-US" altLang="fr-FR" sz="1400" b="0">
                <a:latin typeface="Lucida Sans Typewriter" panose="020B0509030504030204" pitchFamily="49" charset="0"/>
              </a:rPr>
              <a:t>public delegate bool isValidDelegate();</a:t>
            </a:r>
          </a:p>
          <a:p>
            <a:pPr eaLnBrk="1" hangingPunct="1">
              <a:lnSpc>
                <a:spcPct val="90000"/>
              </a:lnSpc>
            </a:pPr>
            <a:r>
              <a:rPr lang="en-US" altLang="fr-FR" sz="1400" b="0">
                <a:latin typeface="Lucida Sans Typewriter" panose="020B0509030504030204" pitchFamily="49" charset="0"/>
              </a:rPr>
              <a:t>// Déclaration de l’instance de délégué</a:t>
            </a:r>
            <a:br>
              <a:rPr lang="en-US" altLang="fr-FR" sz="1400" b="0">
                <a:latin typeface="Lucida Sans Typewriter" panose="020B0509030504030204" pitchFamily="49" charset="0"/>
              </a:rPr>
            </a:br>
            <a:r>
              <a:rPr lang="en-US" altLang="fr-FR" sz="1400" b="0">
                <a:latin typeface="Lucida Sans Typewriter" panose="020B0509030504030204" pitchFamily="49" charset="0"/>
              </a:rPr>
              <a:t>public isValidDelegate isValid=null;</a:t>
            </a:r>
          </a:p>
          <a:p>
            <a:pPr eaLnBrk="1" hangingPunct="1">
              <a:lnSpc>
                <a:spcPct val="90000"/>
              </a:lnSpc>
            </a:pPr>
            <a:r>
              <a:rPr lang="en-US" altLang="fr-FR" sz="1400" b="0">
                <a:latin typeface="Lucida Sans Typewriter" panose="020B0509030504030204" pitchFamily="49" charset="0"/>
              </a:rPr>
              <a:t>…</a:t>
            </a:r>
          </a:p>
          <a:p>
            <a:pPr eaLnBrk="1" hangingPunct="1">
              <a:lnSpc>
                <a:spcPct val="90000"/>
              </a:lnSpc>
            </a:pPr>
            <a:r>
              <a:rPr lang="en-US" altLang="fr-FR" sz="1400" b="0">
                <a:latin typeface="Lucida Sans Typewriter" panose="020B0509030504030204" pitchFamily="49" charset="0"/>
              </a:rPr>
              <a:t>// Affectation de référence</a:t>
            </a:r>
          </a:p>
          <a:p>
            <a:pPr eaLnBrk="1" hangingPunct="1">
              <a:lnSpc>
                <a:spcPct val="90000"/>
              </a:lnSpc>
            </a:pPr>
            <a:r>
              <a:rPr lang="en-US" altLang="fr-FR" sz="1400" b="0">
                <a:latin typeface="Lucida Sans Typewriter" panose="020B0509030504030204" pitchFamily="49" charset="0"/>
              </a:rPr>
              <a:t>isValid += new isValidDelegate(MyValidation);</a:t>
            </a:r>
          </a:p>
          <a:p>
            <a:pPr eaLnBrk="1" hangingPunct="1">
              <a:lnSpc>
                <a:spcPct val="90000"/>
              </a:lnSpc>
            </a:pPr>
            <a:r>
              <a:rPr lang="en-US" altLang="fr-FR" sz="1400" b="0">
                <a:latin typeface="Lucida Sans Typewriter" panose="020B0509030504030204" pitchFamily="49" charset="0"/>
              </a:rPr>
              <a:t>…</a:t>
            </a:r>
          </a:p>
          <a:p>
            <a:pPr eaLnBrk="1" hangingPunct="1">
              <a:lnSpc>
                <a:spcPct val="90000"/>
              </a:lnSpc>
            </a:pPr>
            <a:r>
              <a:rPr lang="en-US" altLang="fr-FR" sz="1400" b="0">
                <a:latin typeface="Lucida Sans Typewriter" panose="020B0509030504030204" pitchFamily="49" charset="0"/>
              </a:rPr>
              <a:t>// Appel du délégué</a:t>
            </a:r>
          </a:p>
          <a:p>
            <a:pPr eaLnBrk="1" hangingPunct="1">
              <a:lnSpc>
                <a:spcPct val="90000"/>
              </a:lnSpc>
            </a:pPr>
            <a:r>
              <a:rPr lang="en-US" altLang="fr-FR" sz="1400" b="0">
                <a:latin typeface="Lucida Sans Typewriter" panose="020B0509030504030204" pitchFamily="49" charset="0"/>
              </a:rPr>
              <a:t>if(isValid!=null){ valid=isValid(); }</a:t>
            </a:r>
          </a:p>
        </p:txBody>
      </p:sp>
      <p:sp>
        <p:nvSpPr>
          <p:cNvPr id="23" name="AutoShape 4">
            <a:extLst>
              <a:ext uri="{FF2B5EF4-FFF2-40B4-BE49-F238E27FC236}">
                <a16:creationId xmlns:a16="http://schemas.microsoft.com/office/drawing/2014/main" xmlns="" id="{D05545E0-AB66-7D9D-01DC-A8254B5E30BB}"/>
              </a:ext>
            </a:extLst>
          </p:cNvPr>
          <p:cNvSpPr>
            <a:spLocks noChangeArrowheads="1"/>
          </p:cNvSpPr>
          <p:nvPr/>
        </p:nvSpPr>
        <p:spPr bwMode="auto">
          <a:xfrm>
            <a:off x="2074862" y="5468768"/>
            <a:ext cx="8162925" cy="1103312"/>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0" tIns="0" rIns="0" bIns="0" anchor="ctr"/>
          <a:lstStyle>
            <a:lvl1pPr marL="363538" indent="-1746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50000"/>
              </a:lnSpc>
              <a:buClr>
                <a:schemeClr val="hlink"/>
              </a:buClr>
              <a:buSzPct val="90000"/>
            </a:pPr>
            <a:r>
              <a:rPr lang="en-US" altLang="fr-FR" sz="1600" b="0"/>
              <a:t>Depuis .NET 4, des déclarations génériques sont disponibles nativement: </a:t>
            </a:r>
            <a:r>
              <a:rPr lang="en-US" altLang="fr-FR" sz="1600"/>
              <a:t>Action&lt;T&gt; </a:t>
            </a:r>
            <a:r>
              <a:rPr lang="en-US" altLang="fr-FR" sz="1600" b="0"/>
              <a:t>et </a:t>
            </a:r>
            <a:r>
              <a:rPr lang="en-US" altLang="fr-FR" sz="1600"/>
              <a:t>Func&lt;T,TResult&gt;</a:t>
            </a:r>
            <a:endParaRPr lang="en-US" altLang="fr-FR" sz="1600"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4">
            <a:extLst>
              <a:ext uri="{FF2B5EF4-FFF2-40B4-BE49-F238E27FC236}">
                <a16:creationId xmlns:a16="http://schemas.microsoft.com/office/drawing/2014/main" xmlns="" id="{E07CA9D2-8F7B-C6F7-AC46-F3B486E56F87}"/>
              </a:ext>
            </a:extLst>
          </p:cNvPr>
          <p:cNvSpPr>
            <a:spLocks noChangeArrowheads="1"/>
          </p:cNvSpPr>
          <p:nvPr/>
        </p:nvSpPr>
        <p:spPr bwMode="auto">
          <a:xfrm>
            <a:off x="1874837" y="1349884"/>
            <a:ext cx="8442325" cy="4976813"/>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a:p>
        </p:txBody>
      </p:sp>
      <p:sp>
        <p:nvSpPr>
          <p:cNvPr id="11267" name="Rectangle 2">
            <a:extLst>
              <a:ext uri="{FF2B5EF4-FFF2-40B4-BE49-F238E27FC236}">
                <a16:creationId xmlns:a16="http://schemas.microsoft.com/office/drawing/2014/main" xmlns="" id="{E8E538F1-1D68-54AC-1AF6-77AEF7FF3E62}"/>
              </a:ext>
            </a:extLst>
          </p:cNvPr>
          <p:cNvSpPr>
            <a:spLocks noGrp="1" noChangeArrowheads="1"/>
          </p:cNvSpPr>
          <p:nvPr>
            <p:ph type="title"/>
          </p:nvPr>
        </p:nvSpPr>
        <p:spPr/>
        <p:txBody>
          <a:bodyPr/>
          <a:lstStyle/>
          <a:p>
            <a:pPr eaLnBrk="1" hangingPunct="1"/>
            <a:r>
              <a:rPr lang="fr-FR" altLang="fr-FR"/>
              <a:t>Expressions Lambda</a:t>
            </a:r>
          </a:p>
        </p:txBody>
      </p:sp>
      <p:sp>
        <p:nvSpPr>
          <p:cNvPr id="19" name="AutoShape 3">
            <a:extLst>
              <a:ext uri="{FF2B5EF4-FFF2-40B4-BE49-F238E27FC236}">
                <a16:creationId xmlns:a16="http://schemas.microsoft.com/office/drawing/2014/main" xmlns="" id="{7F028059-CF76-5002-3B42-FCFFE7C99FA8}"/>
              </a:ext>
            </a:extLst>
          </p:cNvPr>
          <p:cNvSpPr>
            <a:spLocks noChangeArrowheads="1"/>
          </p:cNvSpPr>
          <p:nvPr/>
        </p:nvSpPr>
        <p:spPr bwMode="auto">
          <a:xfrm>
            <a:off x="2154237" y="4023233"/>
            <a:ext cx="3362325" cy="138588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lstStyle>
            <a:lvl1pPr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1pPr>
            <a:lvl2pPr marL="742950" indent="-28575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2pPr>
            <a:lvl3pPr marL="11430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3pPr>
            <a:lvl4pPr marL="16002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4pPr>
            <a:lvl5pPr marL="20574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pPr>
            <a:r>
              <a:rPr lang="en-US" altLang="fr-FR" sz="1400" b="0">
                <a:latin typeface="Lucida Sans Typewriter" panose="020B0509030504030204" pitchFamily="49" charset="0"/>
              </a:rPr>
              <a:t>myDelegateInstance += new myDelegate</a:t>
            </a:r>
          </a:p>
          <a:p>
            <a:pPr eaLnBrk="1" hangingPunct="1">
              <a:lnSpc>
                <a:spcPct val="90000"/>
              </a:lnSpc>
            </a:pPr>
            <a:r>
              <a:rPr lang="en-US" altLang="fr-FR" sz="1400" b="0">
                <a:latin typeface="Lucida Sans Typewriter" panose="020B0509030504030204" pitchFamily="49" charset="0"/>
              </a:rPr>
              <a:t>(delegate (int param)</a:t>
            </a:r>
          </a:p>
          <a:p>
            <a:pPr eaLnBrk="1" hangingPunct="1">
              <a:lnSpc>
                <a:spcPct val="90000"/>
              </a:lnSpc>
            </a:pPr>
            <a:r>
              <a:rPr lang="en-US" altLang="fr-FR" sz="1400" b="0">
                <a:latin typeface="Lucida Sans Typewriter" panose="020B0509030504030204" pitchFamily="49" charset="0"/>
              </a:rPr>
              <a:t>    {</a:t>
            </a:r>
          </a:p>
          <a:p>
            <a:pPr eaLnBrk="1" hangingPunct="1">
              <a:lnSpc>
                <a:spcPct val="90000"/>
              </a:lnSpc>
            </a:pPr>
            <a:r>
              <a:rPr lang="en-US" altLang="fr-FR" sz="1400" b="0">
                <a:latin typeface="Lucida Sans Typewriter" panose="020B0509030504030204" pitchFamily="49" charset="0"/>
              </a:rPr>
              <a:t>       return param*param;</a:t>
            </a:r>
          </a:p>
          <a:p>
            <a:pPr eaLnBrk="1" hangingPunct="1">
              <a:lnSpc>
                <a:spcPct val="90000"/>
              </a:lnSpc>
            </a:pPr>
            <a:r>
              <a:rPr lang="en-US" altLang="fr-FR" sz="1400" b="0">
                <a:latin typeface="Lucida Sans Typewriter" panose="020B0509030504030204" pitchFamily="49" charset="0"/>
              </a:rPr>
              <a:t>    });</a:t>
            </a:r>
          </a:p>
        </p:txBody>
      </p:sp>
      <p:sp>
        <p:nvSpPr>
          <p:cNvPr id="21" name="AutoShape 4">
            <a:extLst>
              <a:ext uri="{FF2B5EF4-FFF2-40B4-BE49-F238E27FC236}">
                <a16:creationId xmlns:a16="http://schemas.microsoft.com/office/drawing/2014/main" xmlns="" id="{66503979-8229-2273-DA72-E190AADCCABC}"/>
              </a:ext>
            </a:extLst>
          </p:cNvPr>
          <p:cNvSpPr>
            <a:spLocks noChangeArrowheads="1"/>
          </p:cNvSpPr>
          <p:nvPr/>
        </p:nvSpPr>
        <p:spPr bwMode="auto">
          <a:xfrm>
            <a:off x="2014537" y="1837246"/>
            <a:ext cx="8162925" cy="550862"/>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0" tIns="0" rIns="0" bIns="0" anchor="ctr"/>
          <a:lstStyle>
            <a:lvl1pPr marL="363538" indent="-1746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50000"/>
              </a:lnSpc>
              <a:buClr>
                <a:schemeClr val="hlink"/>
              </a:buClr>
              <a:buSzPct val="90000"/>
            </a:pPr>
            <a:r>
              <a:rPr lang="en-US" altLang="fr-FR" sz="1600" b="0"/>
              <a:t>Une expression Lambda est une expression qui retourne une méthode.</a:t>
            </a:r>
          </a:p>
        </p:txBody>
      </p:sp>
      <p:sp>
        <p:nvSpPr>
          <p:cNvPr id="22" name="AutoShape 4">
            <a:extLst>
              <a:ext uri="{FF2B5EF4-FFF2-40B4-BE49-F238E27FC236}">
                <a16:creationId xmlns:a16="http://schemas.microsoft.com/office/drawing/2014/main" xmlns="" id="{E43E3FBA-9E99-1FB7-D93A-D71572E063BA}"/>
              </a:ext>
            </a:extLst>
          </p:cNvPr>
          <p:cNvSpPr>
            <a:spLocks noChangeArrowheads="1"/>
          </p:cNvSpPr>
          <p:nvPr/>
        </p:nvSpPr>
        <p:spPr bwMode="auto">
          <a:xfrm>
            <a:off x="2014537" y="2843721"/>
            <a:ext cx="8162925" cy="550862"/>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0" tIns="0" rIns="0" bIns="0" anchor="ctr"/>
          <a:lstStyle>
            <a:lvl1pPr marL="363538" indent="-1746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a:lnSpc>
                <a:spcPct val="150000"/>
              </a:lnSpc>
              <a:buClr>
                <a:schemeClr val="hlink"/>
              </a:buClr>
              <a:buSzPct val="90000"/>
            </a:pPr>
            <a:r>
              <a:rPr lang="fr-FR" altLang="fr-FR" sz="1600" b="0"/>
              <a:t>Utile pour simplifier la déclaration de méthode pour un délégué</a:t>
            </a:r>
          </a:p>
        </p:txBody>
      </p:sp>
      <p:sp>
        <p:nvSpPr>
          <p:cNvPr id="23" name="AutoShape 3">
            <a:extLst>
              <a:ext uri="{FF2B5EF4-FFF2-40B4-BE49-F238E27FC236}">
                <a16:creationId xmlns:a16="http://schemas.microsoft.com/office/drawing/2014/main" xmlns="" id="{98E256E6-DAEB-C87E-7A97-D1CF8B548B88}"/>
              </a:ext>
            </a:extLst>
          </p:cNvPr>
          <p:cNvSpPr>
            <a:spLocks noChangeArrowheads="1"/>
          </p:cNvSpPr>
          <p:nvPr/>
        </p:nvSpPr>
        <p:spPr bwMode="auto">
          <a:xfrm>
            <a:off x="6654798" y="4423284"/>
            <a:ext cx="3360738" cy="5873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lstStyle>
            <a:lvl1pPr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1pPr>
            <a:lvl2pPr marL="742950" indent="-28575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2pPr>
            <a:lvl3pPr marL="11430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3pPr>
            <a:lvl4pPr marL="16002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4pPr>
            <a:lvl5pPr marL="2057400" indent="-228600" defTabSz="457200" eaLnBrk="0" hangingPunct="0">
              <a:tabLst>
                <a:tab pos="457200" algn="l"/>
              </a:tabLst>
              <a:defRPr b="1">
                <a:solidFill>
                  <a:schemeClr val="tx1"/>
                </a:solidFill>
                <a:latin typeface="Verdana" panose="020B0604030504040204" pitchFamily="34" charset="0"/>
                <a:cs typeface="Arial" panose="020B0604020202020204" pitchFamily="34" charset="0"/>
              </a:defRPr>
            </a:lvl5pPr>
            <a:lvl6pPr marL="25146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6pPr>
            <a:lvl7pPr marL="29718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7pPr>
            <a:lvl8pPr marL="34290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8pPr>
            <a:lvl9pPr marL="3886200" indent="-228600" defTabSz="457200" eaLnBrk="0" fontAlgn="base" hangingPunct="0">
              <a:spcBef>
                <a:spcPct val="0"/>
              </a:spcBef>
              <a:spcAft>
                <a:spcPct val="0"/>
              </a:spcAft>
              <a:tabLst>
                <a:tab pos="457200" algn="l"/>
              </a:tabLs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pPr>
            <a:r>
              <a:rPr lang="en-US" altLang="fr-FR" sz="1400" b="0">
                <a:latin typeface="Lucida Sans Typewriter" panose="020B0509030504030204" pitchFamily="49" charset="0"/>
              </a:rPr>
              <a:t>myDelegateInstance += </a:t>
            </a:r>
          </a:p>
          <a:p>
            <a:pPr eaLnBrk="1" hangingPunct="1">
              <a:lnSpc>
                <a:spcPct val="90000"/>
              </a:lnSpc>
            </a:pPr>
            <a:r>
              <a:rPr lang="en-US" altLang="fr-FR" sz="1400" b="0">
                <a:latin typeface="Lucida Sans Typewriter" panose="020B0509030504030204" pitchFamily="49" charset="0"/>
              </a:rPr>
              <a:t>	x =&gt; x*x;</a:t>
            </a:r>
          </a:p>
        </p:txBody>
      </p:sp>
      <p:pic>
        <p:nvPicPr>
          <p:cNvPr id="11272" name="Picture 47" descr="arrow03">
            <a:extLst>
              <a:ext uri="{FF2B5EF4-FFF2-40B4-BE49-F238E27FC236}">
                <a16:creationId xmlns:a16="http://schemas.microsoft.com/office/drawing/2014/main" xmlns="" id="{2B42DE4E-7115-6349-0260-792B6D2DA4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1" y="4526471"/>
            <a:ext cx="10017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P spid="23"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xmlns="" id="{EC61F93C-494B-F4BB-660F-236A1E628B15}"/>
              </a:ext>
            </a:extLst>
          </p:cNvPr>
          <p:cNvSpPr>
            <a:spLocks noGrp="1" noChangeArrowheads="1"/>
          </p:cNvSpPr>
          <p:nvPr>
            <p:ph type="body" sz="quarter" idx="12"/>
          </p:nvPr>
        </p:nvSpPr>
        <p:spPr/>
        <p:txBody>
          <a:bodyPr/>
          <a:lstStyle/>
          <a:p>
            <a:pPr eaLnBrk="1" hangingPunct="1"/>
            <a:r>
              <a:rPr lang="fr-FR" altLang="fr-FR"/>
              <a:t>Généralités</a:t>
            </a:r>
          </a:p>
          <a:p>
            <a:pPr eaLnBrk="1" hangingPunct="1"/>
            <a:r>
              <a:rPr lang="fr-FR" altLang="fr-FR"/>
              <a:t>Sélection</a:t>
            </a:r>
          </a:p>
          <a:p>
            <a:pPr eaLnBrk="1" hangingPunct="1"/>
            <a:r>
              <a:rPr lang="fr-FR" altLang="fr-FR"/>
              <a:t>Filtrage</a:t>
            </a:r>
          </a:p>
          <a:p>
            <a:pPr eaLnBrk="1" hangingPunct="1"/>
            <a:r>
              <a:rPr lang="fr-FR" altLang="fr-FR"/>
              <a:t>Tri</a:t>
            </a:r>
          </a:p>
          <a:p>
            <a:pPr eaLnBrk="1" hangingPunct="1"/>
            <a:r>
              <a:rPr lang="fr-FR" altLang="fr-FR"/>
              <a:t>Autres opérations</a:t>
            </a:r>
          </a:p>
        </p:txBody>
      </p:sp>
      <p:sp>
        <p:nvSpPr>
          <p:cNvPr id="12290" name="Rectangle 2">
            <a:extLst>
              <a:ext uri="{FF2B5EF4-FFF2-40B4-BE49-F238E27FC236}">
                <a16:creationId xmlns:a16="http://schemas.microsoft.com/office/drawing/2014/main" xmlns="" id="{51DB9031-2DC4-A220-5166-58D03C9F7F74}"/>
              </a:ext>
            </a:extLst>
          </p:cNvPr>
          <p:cNvSpPr>
            <a:spLocks noGrp="1" noChangeArrowheads="1"/>
          </p:cNvSpPr>
          <p:nvPr>
            <p:ph type="title"/>
          </p:nvPr>
        </p:nvSpPr>
        <p:spPr/>
        <p:txBody>
          <a:bodyPr/>
          <a:lstStyle/>
          <a:p>
            <a:pPr eaLnBrk="1" hangingPunct="1"/>
            <a:r>
              <a:rPr lang="fr-FR" altLang="fr-FR"/>
              <a:t>Leçon 2: LINQ To Objects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6">
            <a:extLst>
              <a:ext uri="{FF2B5EF4-FFF2-40B4-BE49-F238E27FC236}">
                <a16:creationId xmlns:a16="http://schemas.microsoft.com/office/drawing/2014/main" xmlns="" id="{2460C728-8371-2AD4-D280-23A32F82A077}"/>
              </a:ext>
            </a:extLst>
          </p:cNvPr>
          <p:cNvSpPr>
            <a:spLocks noGrp="1"/>
          </p:cNvSpPr>
          <p:nvPr>
            <p:ph type="title"/>
          </p:nvPr>
        </p:nvSpPr>
        <p:spPr/>
        <p:txBody>
          <a:bodyPr/>
          <a:lstStyle/>
          <a:p>
            <a:pPr eaLnBrk="1" hangingPunct="1"/>
            <a:r>
              <a:rPr lang="fr-FR" altLang="fr-FR"/>
              <a:t>Généralités</a:t>
            </a:r>
          </a:p>
        </p:txBody>
      </p:sp>
      <p:sp>
        <p:nvSpPr>
          <p:cNvPr id="13315" name="AutoShape 138">
            <a:extLst>
              <a:ext uri="{FF2B5EF4-FFF2-40B4-BE49-F238E27FC236}">
                <a16:creationId xmlns:a16="http://schemas.microsoft.com/office/drawing/2014/main" xmlns="" id="{4066E2F6-40BA-28D4-DB06-9987BEE80098}"/>
              </a:ext>
            </a:extLst>
          </p:cNvPr>
          <p:cNvSpPr>
            <a:spLocks noChangeArrowheads="1"/>
          </p:cNvSpPr>
          <p:nvPr/>
        </p:nvSpPr>
        <p:spPr bwMode="auto">
          <a:xfrm>
            <a:off x="2565400" y="1289051"/>
            <a:ext cx="6877050" cy="1489075"/>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a:p>
        </p:txBody>
      </p:sp>
      <p:sp>
        <p:nvSpPr>
          <p:cNvPr id="13316" name="AutoShape 139">
            <a:extLst>
              <a:ext uri="{FF2B5EF4-FFF2-40B4-BE49-F238E27FC236}">
                <a16:creationId xmlns:a16="http://schemas.microsoft.com/office/drawing/2014/main" xmlns="" id="{65139118-0BDF-7ED5-3D82-4103EE5B9439}"/>
              </a:ext>
            </a:extLst>
          </p:cNvPr>
          <p:cNvSpPr>
            <a:spLocks noChangeArrowheads="1"/>
          </p:cNvSpPr>
          <p:nvPr/>
        </p:nvSpPr>
        <p:spPr bwMode="auto">
          <a:xfrm>
            <a:off x="2711450" y="1577975"/>
            <a:ext cx="6565900" cy="941388"/>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indent="476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buSzPct val="80000"/>
            </a:pPr>
            <a:r>
              <a:rPr lang="en-US" altLang="fr-FR" sz="1600"/>
              <a:t>L</a:t>
            </a:r>
            <a:r>
              <a:rPr lang="en-US" altLang="fr-FR" sz="1600" b="0"/>
              <a:t>anguage-</a:t>
            </a:r>
            <a:r>
              <a:rPr lang="en-US" altLang="fr-FR" sz="1600"/>
              <a:t>In</a:t>
            </a:r>
            <a:r>
              <a:rPr lang="en-US" altLang="fr-FR" sz="1600" b="0"/>
              <a:t>tegrated </a:t>
            </a:r>
            <a:r>
              <a:rPr lang="en-US" altLang="fr-FR" sz="1600"/>
              <a:t>Q</a:t>
            </a:r>
            <a:r>
              <a:rPr lang="en-US" altLang="fr-FR" sz="1600" b="0"/>
              <a:t>uery: ensemble de fonctionnalités permettant d’intégrer les requêtes de données dans le code et de les valider dès la compilation </a:t>
            </a:r>
            <a:endParaRPr lang="en-GB" altLang="fr-FR" sz="1600" b="0"/>
          </a:p>
        </p:txBody>
      </p:sp>
      <p:sp>
        <p:nvSpPr>
          <p:cNvPr id="13317" name="AutoShape 140">
            <a:extLst>
              <a:ext uri="{FF2B5EF4-FFF2-40B4-BE49-F238E27FC236}">
                <a16:creationId xmlns:a16="http://schemas.microsoft.com/office/drawing/2014/main" xmlns="" id="{22FAA223-3C26-3527-93CB-E58011C6F1E9}"/>
              </a:ext>
            </a:extLst>
          </p:cNvPr>
          <p:cNvSpPr>
            <a:spLocks noChangeArrowheads="1"/>
          </p:cNvSpPr>
          <p:nvPr/>
        </p:nvSpPr>
        <p:spPr bwMode="auto">
          <a:xfrm>
            <a:off x="2560638" y="3359150"/>
            <a:ext cx="6877050" cy="2413000"/>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a:p>
        </p:txBody>
      </p:sp>
      <p:sp>
        <p:nvSpPr>
          <p:cNvPr id="13318" name="AutoShape 141">
            <a:extLst>
              <a:ext uri="{FF2B5EF4-FFF2-40B4-BE49-F238E27FC236}">
                <a16:creationId xmlns:a16="http://schemas.microsoft.com/office/drawing/2014/main" xmlns="" id="{FBA51FC9-2EC7-52AD-C1D7-F157BBD75951}"/>
              </a:ext>
            </a:extLst>
          </p:cNvPr>
          <p:cNvSpPr>
            <a:spLocks noChangeArrowheads="1"/>
          </p:cNvSpPr>
          <p:nvPr/>
        </p:nvSpPr>
        <p:spPr bwMode="auto">
          <a:xfrm>
            <a:off x="2668588" y="3556000"/>
            <a:ext cx="6608762" cy="20193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marL="342900" indent="-342900"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150000"/>
              </a:lnSpc>
              <a:buSzPct val="80000"/>
              <a:buFontTx/>
              <a:buBlip>
                <a:blip r:embed="rId3"/>
              </a:buBlip>
            </a:pPr>
            <a:r>
              <a:rPr lang="fr-FR" altLang="fr-FR" sz="1600" b="0"/>
              <a:t>Basé sur des méthodes d’extension pour les types </a:t>
            </a:r>
            <a:r>
              <a:rPr lang="fr-FR" altLang="fr-FR" sz="1600"/>
              <a:t>IEnumerable&lt;T&gt; </a:t>
            </a:r>
            <a:r>
              <a:rPr lang="fr-FR" altLang="fr-FR" sz="1600" b="0"/>
              <a:t> et </a:t>
            </a:r>
            <a:r>
              <a:rPr lang="fr-FR" altLang="fr-FR" sz="1600"/>
              <a:t>IQueryable&lt;T&gt; </a:t>
            </a:r>
          </a:p>
          <a:p>
            <a:pPr eaLnBrk="1" hangingPunct="1">
              <a:lnSpc>
                <a:spcPct val="150000"/>
              </a:lnSpc>
              <a:buSzPct val="80000"/>
              <a:buFontTx/>
              <a:buBlip>
                <a:blip r:embed="rId3"/>
              </a:buBlip>
            </a:pPr>
            <a:r>
              <a:rPr lang="fr-FR" altLang="fr-FR" sz="1600" b="0"/>
              <a:t>Défini dans </a:t>
            </a:r>
            <a:r>
              <a:rPr lang="fr-FR" altLang="fr-FR" sz="1600"/>
              <a:t>System.Linq</a:t>
            </a:r>
            <a:endParaRPr lang="fr-FR" altLang="fr-FR" sz="1600" b="0"/>
          </a:p>
          <a:p>
            <a:pPr eaLnBrk="1" hangingPunct="1">
              <a:lnSpc>
                <a:spcPct val="150000"/>
              </a:lnSpc>
              <a:buSzPct val="80000"/>
              <a:buFontTx/>
              <a:buBlip>
                <a:blip r:embed="rId3"/>
              </a:buBlip>
            </a:pPr>
            <a:r>
              <a:rPr lang="fr-FR" altLang="fr-FR" sz="1600" b="0"/>
              <a:t>Disponible sous forme d’opérateurs de requête (syntaxe proche du SQL)</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xmlns="" id="{68B2D01B-9B25-FD7B-CBEA-E46791BBC41A}"/>
              </a:ext>
            </a:extLst>
          </p:cNvPr>
          <p:cNvSpPr>
            <a:spLocks noGrp="1" noChangeArrowheads="1"/>
          </p:cNvSpPr>
          <p:nvPr>
            <p:ph type="title"/>
          </p:nvPr>
        </p:nvSpPr>
        <p:spPr/>
        <p:txBody>
          <a:bodyPr/>
          <a:lstStyle/>
          <a:p>
            <a:pPr eaLnBrk="1" hangingPunct="1"/>
            <a:r>
              <a:rPr lang="fr-FR" altLang="fr-FR"/>
              <a:t>Sélection</a:t>
            </a:r>
          </a:p>
        </p:txBody>
      </p:sp>
      <p:sp>
        <p:nvSpPr>
          <p:cNvPr id="9" name="AutoShape 3">
            <a:extLst>
              <a:ext uri="{FF2B5EF4-FFF2-40B4-BE49-F238E27FC236}">
                <a16:creationId xmlns:a16="http://schemas.microsoft.com/office/drawing/2014/main" xmlns="" id="{3DAF53C4-FECE-EE6B-98BC-793A7A8659E4}"/>
              </a:ext>
            </a:extLst>
          </p:cNvPr>
          <p:cNvSpPr>
            <a:spLocks noChangeArrowheads="1"/>
          </p:cNvSpPr>
          <p:nvPr/>
        </p:nvSpPr>
        <p:spPr bwMode="auto">
          <a:xfrm>
            <a:off x="2273301" y="1260475"/>
            <a:ext cx="7783513" cy="297815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IEnumerable&lt;Customer&gt; customers = new[]</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new Customer{ FirstName = “…", LastName=“…", Age = 41},</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a:t>
            </a:r>
            <a:r>
              <a:rPr lang="en-GB" altLang="fr-FR" sz="1600" b="0">
                <a:latin typeface="Lucida Sans Typewriter" panose="020B0509030504030204" pitchFamily="49" charset="0"/>
              </a:rPr>
              <a:t>...</a:t>
            </a:r>
          </a:p>
          <a:p>
            <a:pPr eaLnBrk="1" hangingPunct="1"/>
            <a:r>
              <a:rPr lang="en-US" altLang="fr-FR" sz="1600" b="0">
                <a:latin typeface="Lucida Sans Typewriter" panose="020B0509030504030204" pitchFamily="49" charset="0"/>
              </a:rPr>
              <a:t>};</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a:t>
            </a:r>
          </a:p>
          <a:p>
            <a:pPr eaLnBrk="1" hangingPunct="1"/>
            <a:r>
              <a:rPr lang="en-US" altLang="fr-FR" sz="1600" b="0">
                <a:latin typeface="Lucida Sans Typewriter" panose="020B0509030504030204" pitchFamily="49" charset="0"/>
              </a:rPr>
              <a:t>IEnumerable&lt;string&gt; customerLastNames =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customers.Select(cust =&gt; cust.LastName);</a:t>
            </a:r>
          </a:p>
          <a:p>
            <a:pPr eaLnBrk="1" hangingPunct="1"/>
            <a:r>
              <a:rPr lang="en-US" altLang="fr-FR" sz="1600" b="0">
                <a:latin typeface="Lucida Sans Typewriter" panose="020B0509030504030204" pitchFamily="49" charset="0"/>
              </a:rPr>
              <a:t>// ou</a:t>
            </a:r>
          </a:p>
          <a:p>
            <a:pPr eaLnBrk="1" hangingPunct="1"/>
            <a:r>
              <a:rPr lang="en-US" altLang="fr-FR" sz="1600" b="0">
                <a:latin typeface="Lucida Sans Typewriter" panose="020B0509030504030204" pitchFamily="49" charset="0"/>
              </a:rPr>
              <a:t>var customerLastNames = from c in customers</a:t>
            </a:r>
          </a:p>
          <a:p>
            <a:pPr eaLnBrk="1" hangingPunct="1"/>
            <a:r>
              <a:rPr lang="en-US" altLang="fr-FR" sz="1600" b="0">
                <a:latin typeface="Lucida Sans Typewriter" panose="020B0509030504030204" pitchFamily="49" charset="0"/>
              </a:rPr>
              <a:t>			select c.LastName;</a:t>
            </a:r>
          </a:p>
        </p:txBody>
      </p:sp>
      <p:sp>
        <p:nvSpPr>
          <p:cNvPr id="10" name="AutoShape 3">
            <a:extLst>
              <a:ext uri="{FF2B5EF4-FFF2-40B4-BE49-F238E27FC236}">
                <a16:creationId xmlns:a16="http://schemas.microsoft.com/office/drawing/2014/main" xmlns="" id="{D12DA079-F4A8-0020-8337-69B497C51B4D}"/>
              </a:ext>
            </a:extLst>
          </p:cNvPr>
          <p:cNvSpPr>
            <a:spLocks noChangeArrowheads="1"/>
          </p:cNvSpPr>
          <p:nvPr/>
        </p:nvSpPr>
        <p:spPr bwMode="auto">
          <a:xfrm>
            <a:off x="2273301" y="4662489"/>
            <a:ext cx="7783513" cy="129063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600" b="0">
                <a:latin typeface="Lucida Sans Typewriter" panose="020B0509030504030204" pitchFamily="49" charset="0"/>
              </a:rPr>
              <a:t>// Projection</a:t>
            </a:r>
          </a:p>
          <a:p>
            <a:pPr eaLnBrk="1" hangingPunct="1"/>
            <a:r>
              <a:rPr lang="en-US" altLang="fr-FR" sz="1600" b="0">
                <a:latin typeface="Lucida Sans Typewriter" panose="020B0509030504030204" pitchFamily="49" charset="0"/>
              </a:rPr>
              <a:t>var customerNames = from c in customers</a:t>
            </a:r>
          </a:p>
          <a:p>
            <a:pPr eaLnBrk="1" hangingPunct="1"/>
            <a:r>
              <a:rPr lang="en-US" altLang="fr-FR" sz="1600" b="0">
                <a:latin typeface="Lucida Sans Typewriter" panose="020B0509030504030204" pitchFamily="49" charset="0"/>
              </a:rPr>
              <a:t>			select new {LastName= c.LastName,</a:t>
            </a:r>
          </a:p>
          <a:p>
            <a:pPr eaLnBrk="1" hangingPunct="1"/>
            <a:r>
              <a:rPr lang="en-US" altLang="fr-FR" sz="1600" b="0">
                <a:latin typeface="Lucida Sans Typewriter" panose="020B0509030504030204" pitchFamily="49" charset="0"/>
              </a:rPr>
              <a:t>				    FirstName= c.FirstName};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9">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xmlns="" id="{85B7DE47-6158-AC1A-1D16-57B78A7B4F6A}"/>
              </a:ext>
            </a:extLst>
          </p:cNvPr>
          <p:cNvSpPr>
            <a:spLocks noGrp="1" noChangeArrowheads="1"/>
          </p:cNvSpPr>
          <p:nvPr>
            <p:ph type="title"/>
          </p:nvPr>
        </p:nvSpPr>
        <p:spPr/>
        <p:txBody>
          <a:bodyPr/>
          <a:lstStyle/>
          <a:p>
            <a:pPr eaLnBrk="1" hangingPunct="1"/>
            <a:r>
              <a:rPr lang="fr-FR" altLang="fr-FR"/>
              <a:t>Filtrage</a:t>
            </a:r>
          </a:p>
        </p:txBody>
      </p:sp>
      <p:sp>
        <p:nvSpPr>
          <p:cNvPr id="15363" name="AutoShape 3">
            <a:extLst>
              <a:ext uri="{FF2B5EF4-FFF2-40B4-BE49-F238E27FC236}">
                <a16:creationId xmlns:a16="http://schemas.microsoft.com/office/drawing/2014/main" xmlns="" id="{306AFE93-D8AE-725B-D777-B992B11A08C6}"/>
              </a:ext>
            </a:extLst>
          </p:cNvPr>
          <p:cNvSpPr>
            <a:spLocks noChangeArrowheads="1"/>
          </p:cNvSpPr>
          <p:nvPr/>
        </p:nvSpPr>
        <p:spPr bwMode="auto">
          <a:xfrm>
            <a:off x="1808162" y="1239668"/>
            <a:ext cx="8575675" cy="13604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var customerLastNames =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customers.Where(cust =&gt; cust.Age &gt; 25).</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Select(cust =&gt; cust.LastName);</a:t>
            </a:r>
            <a:endParaRPr lang="en-GB" altLang="fr-FR" sz="1600" b="0">
              <a:latin typeface="Lucida Sans Typewriter" panose="020B0509030504030204" pitchFamily="49" charset="0"/>
            </a:endParaRPr>
          </a:p>
        </p:txBody>
      </p:sp>
      <p:sp>
        <p:nvSpPr>
          <p:cNvPr id="15364" name="AutoShape 25">
            <a:extLst>
              <a:ext uri="{FF2B5EF4-FFF2-40B4-BE49-F238E27FC236}">
                <a16:creationId xmlns:a16="http://schemas.microsoft.com/office/drawing/2014/main" xmlns="" id="{4D9B2968-21EF-421A-A873-3F607320D573}"/>
              </a:ext>
            </a:extLst>
          </p:cNvPr>
          <p:cNvSpPr>
            <a:spLocks noChangeArrowheads="1"/>
          </p:cNvSpPr>
          <p:nvPr/>
        </p:nvSpPr>
        <p:spPr bwMode="auto">
          <a:xfrm>
            <a:off x="7386637" y="1404768"/>
            <a:ext cx="3070225" cy="159702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a:t>Important:</a:t>
            </a:r>
            <a:r>
              <a:rPr lang="en-US" altLang="fr-FR" sz="2000" b="0"/>
              <a:t> L’ordre des méthodes d’extension est important</a:t>
            </a:r>
            <a:endParaRPr lang="en-GB" altLang="fr-FR" sz="2000" b="0"/>
          </a:p>
        </p:txBody>
      </p:sp>
      <p:sp>
        <p:nvSpPr>
          <p:cNvPr id="15365" name="AutoShape 3">
            <a:extLst>
              <a:ext uri="{FF2B5EF4-FFF2-40B4-BE49-F238E27FC236}">
                <a16:creationId xmlns:a16="http://schemas.microsoft.com/office/drawing/2014/main" xmlns="" id="{2750842C-3FB1-229C-C6E9-0D976477D08D}"/>
              </a:ext>
            </a:extLst>
          </p:cNvPr>
          <p:cNvSpPr>
            <a:spLocks noChangeArrowheads="1"/>
          </p:cNvSpPr>
          <p:nvPr/>
        </p:nvSpPr>
        <p:spPr bwMode="auto">
          <a:xfrm>
            <a:off x="1808161" y="3370092"/>
            <a:ext cx="8648700" cy="124936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var customersOver25 = from cust in customers  </a:t>
            </a:r>
          </a:p>
          <a:p>
            <a:pPr eaLnBrk="1" hangingPunct="1"/>
            <a:r>
              <a:rPr lang="en-US" altLang="fr-FR" sz="1600" b="0">
                <a:latin typeface="Lucida Sans Typewriter" panose="020B0509030504030204" pitchFamily="49" charset="0"/>
              </a:rPr>
              <a:t>    			where cust.Age &gt; 25</a:t>
            </a:r>
          </a:p>
          <a:p>
            <a:pPr eaLnBrk="1" hangingPunct="1"/>
            <a:r>
              <a:rPr lang="en-US" altLang="fr-FR" sz="1600" b="0">
                <a:latin typeface="Lucida Sans Typewriter" panose="020B0509030504030204" pitchFamily="49" charset="0"/>
              </a:rPr>
              <a:t>			select cust;</a:t>
            </a:r>
            <a:endParaRPr lang="en-GB" altLang="fr-FR" sz="1600" b="0">
              <a:latin typeface="Lucida Sans Typewriter" panose="020B0509030504030204" pitchFamily="49" charset="0"/>
            </a:endParaRPr>
          </a:p>
        </p:txBody>
      </p:sp>
      <p:pic>
        <p:nvPicPr>
          <p:cNvPr id="15366" name="Picture 3" descr="C:\temp\MSL_PNG_Object_Library\Event.png">
            <a:extLst>
              <a:ext uri="{FF2B5EF4-FFF2-40B4-BE49-F238E27FC236}">
                <a16:creationId xmlns:a16="http://schemas.microsoft.com/office/drawing/2014/main" xmlns="" id="{544B92DB-53D5-E4D3-2D56-725CD0578B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9424" y="936454"/>
            <a:ext cx="1116012"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AutoShape 25">
            <a:extLst>
              <a:ext uri="{FF2B5EF4-FFF2-40B4-BE49-F238E27FC236}">
                <a16:creationId xmlns:a16="http://schemas.microsoft.com/office/drawing/2014/main" xmlns="" id="{A3CEDA1F-2CB2-1DB9-E0F8-A89B643B242F}"/>
              </a:ext>
            </a:extLst>
          </p:cNvPr>
          <p:cNvSpPr>
            <a:spLocks noChangeArrowheads="1"/>
          </p:cNvSpPr>
          <p:nvPr/>
        </p:nvSpPr>
        <p:spPr bwMode="auto">
          <a:xfrm>
            <a:off x="1808162" y="5140154"/>
            <a:ext cx="8575675" cy="1125538"/>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a:t>Note:</a:t>
            </a:r>
            <a:r>
              <a:rPr lang="en-US" altLang="fr-FR" sz="2000" b="0"/>
              <a:t> Malgré une écriture différente, le SELECT du SQL s’exécute dans le même ordre: From, Where, Select</a:t>
            </a:r>
            <a:endParaRPr lang="en-GB" altLang="fr-FR" sz="2000" b="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re 1">
            <a:extLst>
              <a:ext uri="{FF2B5EF4-FFF2-40B4-BE49-F238E27FC236}">
                <a16:creationId xmlns:a16="http://schemas.microsoft.com/office/drawing/2014/main" xmlns="" id="{88B5BD4F-4C8C-55E4-796E-485862E7423D}"/>
              </a:ext>
            </a:extLst>
          </p:cNvPr>
          <p:cNvSpPr>
            <a:spLocks noGrp="1"/>
          </p:cNvSpPr>
          <p:nvPr>
            <p:ph type="title"/>
          </p:nvPr>
        </p:nvSpPr>
        <p:spPr/>
        <p:txBody>
          <a:bodyPr/>
          <a:lstStyle/>
          <a:p>
            <a:r>
              <a:rPr lang="fr-FR" altLang="fr-FR"/>
              <a:t>Tri</a:t>
            </a:r>
          </a:p>
        </p:txBody>
      </p:sp>
      <p:sp>
        <p:nvSpPr>
          <p:cNvPr id="16387" name="AutoShape 3">
            <a:extLst>
              <a:ext uri="{FF2B5EF4-FFF2-40B4-BE49-F238E27FC236}">
                <a16:creationId xmlns:a16="http://schemas.microsoft.com/office/drawing/2014/main" xmlns="" id="{D821B793-8BC8-2CA9-48D9-0B6DAFFBE62C}"/>
              </a:ext>
            </a:extLst>
          </p:cNvPr>
          <p:cNvSpPr>
            <a:spLocks noChangeArrowheads="1"/>
          </p:cNvSpPr>
          <p:nvPr/>
        </p:nvSpPr>
        <p:spPr bwMode="auto">
          <a:xfrm>
            <a:off x="1749425" y="3155780"/>
            <a:ext cx="8648700" cy="8080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var sortedCustomers =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customers.OrderBy(cust =&gt; cust.FirstName);</a:t>
            </a:r>
            <a:endParaRPr lang="en-GB" altLang="fr-FR" sz="1600" b="0">
              <a:latin typeface="Lucida Sans Typewriter" panose="020B0509030504030204" pitchFamily="49" charset="0"/>
            </a:endParaRPr>
          </a:p>
        </p:txBody>
      </p:sp>
      <p:sp>
        <p:nvSpPr>
          <p:cNvPr id="16388" name="AutoShape 25">
            <a:extLst>
              <a:ext uri="{FF2B5EF4-FFF2-40B4-BE49-F238E27FC236}">
                <a16:creationId xmlns:a16="http://schemas.microsoft.com/office/drawing/2014/main" xmlns="" id="{4C2D6E63-E0ED-D1C8-95CF-D55C168CA2C2}"/>
              </a:ext>
            </a:extLst>
          </p:cNvPr>
          <p:cNvSpPr>
            <a:spLocks noChangeArrowheads="1"/>
          </p:cNvSpPr>
          <p:nvPr/>
        </p:nvSpPr>
        <p:spPr bwMode="auto">
          <a:xfrm>
            <a:off x="1793875" y="1239668"/>
            <a:ext cx="8604250"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Le tri des données est assuré par les méthodes </a:t>
            </a:r>
            <a:r>
              <a:rPr lang="en-US" altLang="fr-FR" sz="2000"/>
              <a:t>OrderBy</a:t>
            </a:r>
            <a:r>
              <a:rPr lang="en-US" altLang="fr-FR" sz="2000" b="0"/>
              <a:t>, </a:t>
            </a:r>
            <a:r>
              <a:rPr lang="en-US" altLang="fr-FR" sz="2000"/>
              <a:t>OrderByDescending</a:t>
            </a:r>
            <a:r>
              <a:rPr lang="en-US" altLang="fr-FR" sz="2000" b="0"/>
              <a:t>, </a:t>
            </a:r>
            <a:r>
              <a:rPr lang="en-US" altLang="fr-FR" sz="2000"/>
              <a:t>ThenBy</a:t>
            </a:r>
            <a:r>
              <a:rPr lang="en-US" altLang="fr-FR" sz="2000" b="0"/>
              <a:t> et </a:t>
            </a:r>
            <a:r>
              <a:rPr lang="en-US" altLang="fr-FR" sz="2000"/>
              <a:t>ThenByDescending</a:t>
            </a:r>
            <a:endParaRPr lang="en-GB" altLang="fr-FR" sz="2000" b="0"/>
          </a:p>
        </p:txBody>
      </p:sp>
      <p:sp>
        <p:nvSpPr>
          <p:cNvPr id="16389" name="AutoShape 25">
            <a:extLst>
              <a:ext uri="{FF2B5EF4-FFF2-40B4-BE49-F238E27FC236}">
                <a16:creationId xmlns:a16="http://schemas.microsoft.com/office/drawing/2014/main" xmlns="" id="{22D381AD-8474-25B6-DC4C-5DFD2892BA07}"/>
              </a:ext>
            </a:extLst>
          </p:cNvPr>
          <p:cNvSpPr>
            <a:spLocks noChangeArrowheads="1"/>
          </p:cNvSpPr>
          <p:nvPr/>
        </p:nvSpPr>
        <p:spPr bwMode="auto">
          <a:xfrm>
            <a:off x="1793875" y="2192168"/>
            <a:ext cx="8604250"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a:t>OrderBy</a:t>
            </a:r>
            <a:r>
              <a:rPr lang="en-US" altLang="fr-FR" sz="2000" b="0"/>
              <a:t> et </a:t>
            </a:r>
            <a:r>
              <a:rPr lang="en-US" altLang="fr-FR" sz="2000"/>
              <a:t>OrderByDescending</a:t>
            </a:r>
            <a:r>
              <a:rPr lang="en-US" altLang="fr-FR" sz="2000" b="0"/>
              <a:t> assurent les tris simples</a:t>
            </a:r>
            <a:endParaRPr lang="en-GB" altLang="fr-FR" sz="2000" b="0"/>
          </a:p>
        </p:txBody>
      </p:sp>
      <p:sp>
        <p:nvSpPr>
          <p:cNvPr id="16390" name="AutoShape 25">
            <a:extLst>
              <a:ext uri="{FF2B5EF4-FFF2-40B4-BE49-F238E27FC236}">
                <a16:creationId xmlns:a16="http://schemas.microsoft.com/office/drawing/2014/main" xmlns="" id="{6514111E-6C6C-31C1-48B2-92C689DB85F2}"/>
              </a:ext>
            </a:extLst>
          </p:cNvPr>
          <p:cNvSpPr>
            <a:spLocks noChangeArrowheads="1"/>
          </p:cNvSpPr>
          <p:nvPr/>
        </p:nvSpPr>
        <p:spPr bwMode="auto">
          <a:xfrm>
            <a:off x="1793875" y="4328943"/>
            <a:ext cx="8604250"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a:t>ThenBy</a:t>
            </a:r>
            <a:r>
              <a:rPr lang="en-US" altLang="fr-FR" sz="2000" b="0"/>
              <a:t> et </a:t>
            </a:r>
            <a:r>
              <a:rPr lang="en-US" altLang="fr-FR" sz="2000"/>
              <a:t>ThenByDescending</a:t>
            </a:r>
            <a:r>
              <a:rPr lang="en-US" altLang="fr-FR" sz="2000" b="0"/>
              <a:t> assurent les tris complexes</a:t>
            </a:r>
            <a:endParaRPr lang="en-GB" altLang="fr-FR" sz="2000" b="0"/>
          </a:p>
        </p:txBody>
      </p:sp>
      <p:sp>
        <p:nvSpPr>
          <p:cNvPr id="16391" name="AutoShape 3">
            <a:extLst>
              <a:ext uri="{FF2B5EF4-FFF2-40B4-BE49-F238E27FC236}">
                <a16:creationId xmlns:a16="http://schemas.microsoft.com/office/drawing/2014/main" xmlns="" id="{ABFF4BFB-F262-833E-4F69-189E393B8F86}"/>
              </a:ext>
            </a:extLst>
          </p:cNvPr>
          <p:cNvSpPr>
            <a:spLocks noChangeArrowheads="1"/>
          </p:cNvSpPr>
          <p:nvPr/>
        </p:nvSpPr>
        <p:spPr bwMode="auto">
          <a:xfrm>
            <a:off x="1749425" y="5292555"/>
            <a:ext cx="8648700" cy="9985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var sortedCustomers =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customers.OrderBy(cust =&gt; cust.FirstName).</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ThenByDescending(cust =&gt; cust.Age);</a:t>
            </a:r>
            <a:endParaRPr lang="en-GB" altLang="fr-FR" sz="1600" b="0">
              <a:latin typeface="Lucida Sans Typewriter" panose="020B0509030504030204" pitchFamily="49"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re 1">
            <a:extLst>
              <a:ext uri="{FF2B5EF4-FFF2-40B4-BE49-F238E27FC236}">
                <a16:creationId xmlns:a16="http://schemas.microsoft.com/office/drawing/2014/main" xmlns="" id="{4650F19F-E9F1-7FBF-4F8F-CCC239964D80}"/>
              </a:ext>
            </a:extLst>
          </p:cNvPr>
          <p:cNvSpPr>
            <a:spLocks noGrp="1"/>
          </p:cNvSpPr>
          <p:nvPr>
            <p:ph type="title"/>
          </p:nvPr>
        </p:nvSpPr>
        <p:spPr/>
        <p:txBody>
          <a:bodyPr/>
          <a:lstStyle/>
          <a:p>
            <a:r>
              <a:rPr lang="fr-FR" altLang="fr-FR"/>
              <a:t>Autres opérations</a:t>
            </a:r>
          </a:p>
        </p:txBody>
      </p:sp>
      <p:sp>
        <p:nvSpPr>
          <p:cNvPr id="5" name="AutoShape 3">
            <a:extLst>
              <a:ext uri="{FF2B5EF4-FFF2-40B4-BE49-F238E27FC236}">
                <a16:creationId xmlns:a16="http://schemas.microsoft.com/office/drawing/2014/main" xmlns="" id="{4604591F-152B-5BF8-8BAA-C227432F45C4}"/>
              </a:ext>
            </a:extLst>
          </p:cNvPr>
          <p:cNvSpPr>
            <a:spLocks noChangeArrowheads="1"/>
          </p:cNvSpPr>
          <p:nvPr/>
        </p:nvSpPr>
        <p:spPr bwMode="auto">
          <a:xfrm>
            <a:off x="1845437" y="3076404"/>
            <a:ext cx="8648700" cy="18748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var customersAndCompanies = customers.Join(</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companies, </a:t>
            </a:r>
          </a:p>
          <a:p>
            <a:pPr eaLnBrk="1" hangingPunct="1"/>
            <a:r>
              <a:rPr lang="en-US" altLang="fr-FR" sz="1600" b="0">
                <a:latin typeface="Lucida Sans Typewriter" panose="020B0509030504030204" pitchFamily="49" charset="0"/>
              </a:rPr>
              <a:t>    custs =&gt; custs.CompanyID, </a:t>
            </a:r>
          </a:p>
          <a:p>
            <a:pPr eaLnBrk="1" hangingPunct="1"/>
            <a:r>
              <a:rPr lang="en-US" altLang="fr-FR" sz="1600" b="0">
                <a:latin typeface="Lucida Sans Typewriter" panose="020B0509030504030204" pitchFamily="49" charset="0"/>
              </a:rPr>
              <a:t>    comps =&gt; comps.CompanyID,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(custs, comps) =&gt;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new { custs.FirstName, custs.LastName, comps.Country});</a:t>
            </a:r>
            <a:endParaRPr lang="en-GB" altLang="fr-FR" sz="1600" b="0">
              <a:latin typeface="Lucida Sans Typewriter" panose="020B0509030504030204" pitchFamily="49" charset="0"/>
            </a:endParaRPr>
          </a:p>
        </p:txBody>
      </p:sp>
      <p:sp>
        <p:nvSpPr>
          <p:cNvPr id="6" name="AutoShape 3">
            <a:extLst>
              <a:ext uri="{FF2B5EF4-FFF2-40B4-BE49-F238E27FC236}">
                <a16:creationId xmlns:a16="http://schemas.microsoft.com/office/drawing/2014/main" xmlns="" id="{0783759F-212F-FB15-734F-6B2B281D9428}"/>
              </a:ext>
            </a:extLst>
          </p:cNvPr>
          <p:cNvSpPr>
            <a:spLocks noChangeArrowheads="1"/>
          </p:cNvSpPr>
          <p:nvPr/>
        </p:nvSpPr>
        <p:spPr bwMode="auto">
          <a:xfrm>
            <a:off x="1845437" y="5048080"/>
            <a:ext cx="8648700" cy="14128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var queryGroupByAverages = from student in students</a:t>
            </a:r>
          </a:p>
          <a:p>
            <a:pPr eaLnBrk="1" hangingPunct="1"/>
            <a:r>
              <a:rPr lang="en-US" altLang="fr-FR" sz="1600" b="0">
                <a:latin typeface="Lucida Sans Typewriter" panose="020B0509030504030204" pitchFamily="49" charset="0"/>
              </a:rPr>
              <a:t>	group new { student.FirstName, student.LastName }</a:t>
            </a:r>
          </a:p>
          <a:p>
            <a:pPr eaLnBrk="1" hangingPunct="1"/>
            <a:r>
              <a:rPr lang="en-US" altLang="fr-FR" sz="1600" b="0">
                <a:latin typeface="Lucida Sans Typewriter" panose="020B0509030504030204" pitchFamily="49" charset="0"/>
              </a:rPr>
              <a:t>	by student.ExamScores.Average() &gt; 75 into studentGroup</a:t>
            </a:r>
          </a:p>
          <a:p>
            <a:pPr eaLnBrk="1" hangingPunct="1"/>
            <a:r>
              <a:rPr lang="en-US" altLang="fr-FR" sz="1600" b="0">
                <a:latin typeface="Lucida Sans Typewriter" panose="020B0509030504030204" pitchFamily="49" charset="0"/>
              </a:rPr>
              <a:t>	select studentGroup;</a:t>
            </a:r>
            <a:endParaRPr lang="en-GB" altLang="fr-FR" sz="1600" b="0">
              <a:latin typeface="Lucida Sans Typewriter" panose="020B0509030504030204" pitchFamily="49" charset="0"/>
            </a:endParaRPr>
          </a:p>
        </p:txBody>
      </p:sp>
      <p:sp>
        <p:nvSpPr>
          <p:cNvPr id="17413" name="AutoShape 3">
            <a:extLst>
              <a:ext uri="{FF2B5EF4-FFF2-40B4-BE49-F238E27FC236}">
                <a16:creationId xmlns:a16="http://schemas.microsoft.com/office/drawing/2014/main" xmlns="" id="{7C7D249D-7844-752B-2AA1-3F39EFE15D5B}"/>
              </a:ext>
            </a:extLst>
          </p:cNvPr>
          <p:cNvSpPr>
            <a:spLocks noChangeArrowheads="1"/>
          </p:cNvSpPr>
          <p:nvPr/>
        </p:nvSpPr>
        <p:spPr bwMode="auto">
          <a:xfrm>
            <a:off x="1845437" y="1239668"/>
            <a:ext cx="8648700" cy="17414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600" b="0">
                <a:latin typeface="Lucida Sans Typewriter" panose="020B0509030504030204" pitchFamily="49" charset="0"/>
              </a:rPr>
              <a:t>Console.WriteLine(</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"Count:{0}\t\tAverage age:{1}\t\tLowest:{2}\t\tHighest:{3}", </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customers.Count(), </a:t>
            </a:r>
          </a:p>
          <a:p>
            <a:pPr eaLnBrk="1" hangingPunct="1"/>
            <a:r>
              <a:rPr lang="en-US" altLang="fr-FR" sz="1600" b="0">
                <a:latin typeface="Lucida Sans Typewriter" panose="020B0509030504030204" pitchFamily="49" charset="0"/>
              </a:rPr>
              <a:t>    customers.Average(cust =&gt; cust.Age),</a:t>
            </a:r>
            <a:endParaRPr lang="en-GB" altLang="fr-FR" sz="1600" b="0">
              <a:latin typeface="Lucida Sans Typewriter" panose="020B0509030504030204" pitchFamily="49" charset="0"/>
            </a:endParaRPr>
          </a:p>
          <a:p>
            <a:pPr eaLnBrk="1" hangingPunct="1"/>
            <a:r>
              <a:rPr lang="en-US" altLang="fr-FR" sz="1600" b="0">
                <a:latin typeface="Lucida Sans Typewriter" panose="020B0509030504030204" pitchFamily="49" charset="0"/>
              </a:rPr>
              <a:t>    customers.Min(cust =&gt; cust.Age), </a:t>
            </a:r>
          </a:p>
          <a:p>
            <a:pPr eaLnBrk="1" hangingPunct="1"/>
            <a:r>
              <a:rPr lang="en-US" altLang="fr-FR" sz="1600" b="0">
                <a:latin typeface="Lucida Sans Typewriter" panose="020B0509030504030204" pitchFamily="49" charset="0"/>
              </a:rPr>
              <a:t>    customers.Max(cust =&gt; cust.Age));</a:t>
            </a:r>
            <a:endParaRPr lang="en-GB" altLang="fr-FR" sz="1600" b="0">
              <a:latin typeface="Lucida Sans Typewriter" panose="020B0509030504030204" pitchFamily="49" charset="0"/>
            </a:endParaRPr>
          </a:p>
        </p:txBody>
      </p:sp>
      <p:sp>
        <p:nvSpPr>
          <p:cNvPr id="17414" name="AutoShape 25">
            <a:extLst>
              <a:ext uri="{FF2B5EF4-FFF2-40B4-BE49-F238E27FC236}">
                <a16:creationId xmlns:a16="http://schemas.microsoft.com/office/drawing/2014/main" xmlns="" id="{F19D349E-27CA-6562-DBD6-25DA23491C01}"/>
              </a:ext>
            </a:extLst>
          </p:cNvPr>
          <p:cNvSpPr>
            <a:spLocks noChangeArrowheads="1"/>
          </p:cNvSpPr>
          <p:nvPr/>
        </p:nvSpPr>
        <p:spPr bwMode="auto">
          <a:xfrm>
            <a:off x="7873175" y="2073104"/>
            <a:ext cx="1827212"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a:t>Agrégation</a:t>
            </a:r>
            <a:endParaRPr lang="en-GB" altLang="fr-FR" sz="2000" b="0"/>
          </a:p>
        </p:txBody>
      </p:sp>
      <p:sp>
        <p:nvSpPr>
          <p:cNvPr id="9" name="AutoShape 25">
            <a:extLst>
              <a:ext uri="{FF2B5EF4-FFF2-40B4-BE49-F238E27FC236}">
                <a16:creationId xmlns:a16="http://schemas.microsoft.com/office/drawing/2014/main" xmlns="" id="{E799EFD6-6648-F2C7-65E3-F9E09AE979BF}"/>
              </a:ext>
            </a:extLst>
          </p:cNvPr>
          <p:cNvSpPr>
            <a:spLocks noChangeArrowheads="1"/>
          </p:cNvSpPr>
          <p:nvPr/>
        </p:nvSpPr>
        <p:spPr bwMode="auto">
          <a:xfrm>
            <a:off x="7873175" y="3662192"/>
            <a:ext cx="1433512"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a:t>Jointure</a:t>
            </a:r>
            <a:endParaRPr lang="en-GB" altLang="fr-FR" sz="2000" b="0"/>
          </a:p>
        </p:txBody>
      </p:sp>
      <p:sp>
        <p:nvSpPr>
          <p:cNvPr id="10" name="AutoShape 25">
            <a:extLst>
              <a:ext uri="{FF2B5EF4-FFF2-40B4-BE49-F238E27FC236}">
                <a16:creationId xmlns:a16="http://schemas.microsoft.com/office/drawing/2014/main" xmlns="" id="{A1ED6F91-ED13-CC5C-20C9-E31AEC092BC2}"/>
              </a:ext>
            </a:extLst>
          </p:cNvPr>
          <p:cNvSpPr>
            <a:spLocks noChangeArrowheads="1"/>
          </p:cNvSpPr>
          <p:nvPr/>
        </p:nvSpPr>
        <p:spPr bwMode="auto">
          <a:xfrm>
            <a:off x="7873176" y="6043442"/>
            <a:ext cx="2395537"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a:t>Regroupement</a:t>
            </a:r>
            <a:endParaRPr lang="en-GB" altLang="fr-FR" sz="2000"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0"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xmlns="" id="{006107EF-BC8F-501E-9F41-1A15A226A237}"/>
              </a:ext>
            </a:extLst>
          </p:cNvPr>
          <p:cNvSpPr>
            <a:spLocks noGrp="1" noChangeArrowheads="1"/>
          </p:cNvSpPr>
          <p:nvPr>
            <p:ph type="body" sz="quarter" idx="12"/>
          </p:nvPr>
        </p:nvSpPr>
        <p:spPr/>
        <p:txBody>
          <a:bodyPr/>
          <a:lstStyle/>
          <a:p>
            <a:pPr eaLnBrk="1" hangingPunct="1"/>
            <a:r>
              <a:rPr lang="en-US" altLang="fr-FR"/>
              <a:t>Introduction</a:t>
            </a:r>
          </a:p>
          <a:p>
            <a:pPr eaLnBrk="1" hangingPunct="1"/>
            <a:r>
              <a:rPr lang="en-US" altLang="fr-FR"/>
              <a:t>Les classes de LINQ to XML </a:t>
            </a:r>
          </a:p>
          <a:p>
            <a:pPr eaLnBrk="1" hangingPunct="1"/>
            <a:r>
              <a:rPr lang="en-US" altLang="fr-FR"/>
              <a:t>Sérialisation de données au format XML</a:t>
            </a:r>
          </a:p>
          <a:p>
            <a:pPr eaLnBrk="1" hangingPunct="1"/>
            <a:r>
              <a:rPr lang="en-US" altLang="fr-FR"/>
              <a:t>Chargement de données depuis le format XML</a:t>
            </a:r>
          </a:p>
        </p:txBody>
      </p:sp>
      <p:sp>
        <p:nvSpPr>
          <p:cNvPr id="18434" name="Rectangle 2">
            <a:extLst>
              <a:ext uri="{FF2B5EF4-FFF2-40B4-BE49-F238E27FC236}">
                <a16:creationId xmlns:a16="http://schemas.microsoft.com/office/drawing/2014/main" xmlns="" id="{1E217EB2-7267-70B9-5A5E-1F49EB62BC65}"/>
              </a:ext>
            </a:extLst>
          </p:cNvPr>
          <p:cNvSpPr>
            <a:spLocks noGrp="1" noChangeArrowheads="1"/>
          </p:cNvSpPr>
          <p:nvPr>
            <p:ph type="title"/>
          </p:nvPr>
        </p:nvSpPr>
        <p:spPr/>
        <p:txBody>
          <a:bodyPr/>
          <a:lstStyle/>
          <a:p>
            <a:pPr eaLnBrk="1" hangingPunct="1"/>
            <a:r>
              <a:rPr lang="fr-FR" altLang="fr-FR"/>
              <a:t>Leçon 3: LINQ To XML</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6">
            <a:extLst>
              <a:ext uri="{FF2B5EF4-FFF2-40B4-BE49-F238E27FC236}">
                <a16:creationId xmlns:a16="http://schemas.microsoft.com/office/drawing/2014/main" xmlns="" id="{158440E6-2758-FC71-A0D1-FB9075C46774}"/>
              </a:ext>
            </a:extLst>
          </p:cNvPr>
          <p:cNvSpPr>
            <a:spLocks noGrp="1"/>
          </p:cNvSpPr>
          <p:nvPr>
            <p:ph type="title"/>
          </p:nvPr>
        </p:nvSpPr>
        <p:spPr/>
        <p:txBody>
          <a:bodyPr/>
          <a:lstStyle/>
          <a:p>
            <a:pPr eaLnBrk="1" hangingPunct="1"/>
            <a:r>
              <a:rPr lang="fr-FR" altLang="fr-FR"/>
              <a:t>Introduction</a:t>
            </a:r>
          </a:p>
        </p:txBody>
      </p:sp>
      <p:sp>
        <p:nvSpPr>
          <p:cNvPr id="19459" name="AutoShape 4">
            <a:extLst>
              <a:ext uri="{FF2B5EF4-FFF2-40B4-BE49-F238E27FC236}">
                <a16:creationId xmlns:a16="http://schemas.microsoft.com/office/drawing/2014/main" xmlns="" id="{5990FF96-DEB1-3E6A-20C8-9903C8D10E1C}"/>
              </a:ext>
            </a:extLst>
          </p:cNvPr>
          <p:cNvSpPr>
            <a:spLocks noChangeArrowheads="1"/>
          </p:cNvSpPr>
          <p:nvPr/>
        </p:nvSpPr>
        <p:spPr bwMode="auto">
          <a:xfrm>
            <a:off x="1804987" y="1239668"/>
            <a:ext cx="8582025" cy="5272088"/>
          </a:xfrm>
          <a:prstGeom prst="roundRect">
            <a:avLst>
              <a:gd name="adj" fmla="val 4167"/>
            </a:avLst>
          </a:prstGeom>
          <a:solidFill>
            <a:srgbClr val="BBCDE3"/>
          </a:solidFill>
          <a:ln w="9525" algn="ctr">
            <a:solidFill>
              <a:srgbClr val="333333"/>
            </a:solidFill>
            <a:round/>
            <a:headEnd/>
            <a:tailEnd/>
          </a:ln>
        </p:spPr>
        <p:txBody>
          <a:bodyPr/>
          <a:lstStyle>
            <a:lvl1pPr marL="174625" indent="-1746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70000"/>
              </a:spcBef>
              <a:buClr>
                <a:schemeClr val="hlink"/>
              </a:buClr>
              <a:buSzPct val="90000"/>
            </a:pPr>
            <a:endParaRPr lang="en-US" altLang="fr-FR" sz="2000" b="0"/>
          </a:p>
        </p:txBody>
      </p:sp>
      <p:sp>
        <p:nvSpPr>
          <p:cNvPr id="19460" name="AutoShape 25">
            <a:extLst>
              <a:ext uri="{FF2B5EF4-FFF2-40B4-BE49-F238E27FC236}">
                <a16:creationId xmlns:a16="http://schemas.microsoft.com/office/drawing/2014/main" xmlns="" id="{2FB3BADA-5F1F-CEC2-C6AA-B47FA5D11BDE}"/>
              </a:ext>
            </a:extLst>
          </p:cNvPr>
          <p:cNvSpPr>
            <a:spLocks noChangeArrowheads="1"/>
          </p:cNvSpPr>
          <p:nvPr/>
        </p:nvSpPr>
        <p:spPr bwMode="auto">
          <a:xfrm>
            <a:off x="2074861" y="1917531"/>
            <a:ext cx="8078788"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Alternative au modèle </a:t>
            </a:r>
            <a:r>
              <a:rPr lang="en-US" altLang="fr-FR" sz="2000"/>
              <a:t>DOM</a:t>
            </a:r>
            <a:endParaRPr lang="en-GB" altLang="fr-FR" sz="2000"/>
          </a:p>
        </p:txBody>
      </p:sp>
      <p:sp>
        <p:nvSpPr>
          <p:cNvPr id="19461" name="AutoShape 25">
            <a:extLst>
              <a:ext uri="{FF2B5EF4-FFF2-40B4-BE49-F238E27FC236}">
                <a16:creationId xmlns:a16="http://schemas.microsoft.com/office/drawing/2014/main" xmlns="" id="{45288A54-3288-860E-42FC-65CFEE0F2154}"/>
              </a:ext>
            </a:extLst>
          </p:cNvPr>
          <p:cNvSpPr>
            <a:spLocks noChangeArrowheads="1"/>
          </p:cNvSpPr>
          <p:nvPr/>
        </p:nvSpPr>
        <p:spPr bwMode="auto">
          <a:xfrm>
            <a:off x="2074861" y="2881143"/>
            <a:ext cx="8078788"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Manipulation en mémoire de documents XML</a:t>
            </a:r>
            <a:endParaRPr lang="en-GB" altLang="fr-FR" sz="2000"/>
          </a:p>
        </p:txBody>
      </p:sp>
      <p:sp>
        <p:nvSpPr>
          <p:cNvPr id="19462" name="AutoShape 25">
            <a:extLst>
              <a:ext uri="{FF2B5EF4-FFF2-40B4-BE49-F238E27FC236}">
                <a16:creationId xmlns:a16="http://schemas.microsoft.com/office/drawing/2014/main" xmlns="" id="{F322BC76-25D1-B915-198F-3AF56EBDC78D}"/>
              </a:ext>
            </a:extLst>
          </p:cNvPr>
          <p:cNvSpPr>
            <a:spLocks noChangeArrowheads="1"/>
          </p:cNvSpPr>
          <p:nvPr/>
        </p:nvSpPr>
        <p:spPr bwMode="auto">
          <a:xfrm>
            <a:off x="2074861" y="3903493"/>
            <a:ext cx="8078788"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Support des expressions de requête LINQ</a:t>
            </a:r>
            <a:endParaRPr lang="en-GB" altLang="fr-FR" sz="2000"/>
          </a:p>
        </p:txBody>
      </p:sp>
      <p:sp>
        <p:nvSpPr>
          <p:cNvPr id="19463" name="AutoShape 25">
            <a:extLst>
              <a:ext uri="{FF2B5EF4-FFF2-40B4-BE49-F238E27FC236}">
                <a16:creationId xmlns:a16="http://schemas.microsoft.com/office/drawing/2014/main" xmlns="" id="{08C56DAE-34E0-8C99-5A18-B31E33649313}"/>
              </a:ext>
            </a:extLst>
          </p:cNvPr>
          <p:cNvSpPr>
            <a:spLocks noChangeArrowheads="1"/>
          </p:cNvSpPr>
          <p:nvPr/>
        </p:nvSpPr>
        <p:spPr bwMode="auto">
          <a:xfrm>
            <a:off x="2074861" y="4949656"/>
            <a:ext cx="8078788"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Défini dans l’espace de nom System.XML.Linq</a:t>
            </a:r>
            <a:endParaRPr lang="en-GB" altLang="fr-FR" sz="20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6">
            <a:extLst>
              <a:ext uri="{FF2B5EF4-FFF2-40B4-BE49-F238E27FC236}">
                <a16:creationId xmlns:a16="http://schemas.microsoft.com/office/drawing/2014/main" xmlns="" id="{4CC85078-DBE4-D6EA-D146-574AE09A1307}"/>
              </a:ext>
            </a:extLst>
          </p:cNvPr>
          <p:cNvSpPr>
            <a:spLocks noGrp="1"/>
          </p:cNvSpPr>
          <p:nvPr>
            <p:ph type="title"/>
          </p:nvPr>
        </p:nvSpPr>
        <p:spPr/>
        <p:txBody>
          <a:bodyPr/>
          <a:lstStyle/>
          <a:p>
            <a:pPr eaLnBrk="1" hangingPunct="1"/>
            <a:r>
              <a:rPr lang="fr-FR" altLang="fr-FR"/>
              <a:t>Les classes de LINQ To XML</a:t>
            </a:r>
          </a:p>
        </p:txBody>
      </p:sp>
      <p:sp>
        <p:nvSpPr>
          <p:cNvPr id="20483" name="AutoShape 4">
            <a:extLst>
              <a:ext uri="{FF2B5EF4-FFF2-40B4-BE49-F238E27FC236}">
                <a16:creationId xmlns:a16="http://schemas.microsoft.com/office/drawing/2014/main" xmlns="" id="{11B6AB8E-4962-E84D-E6C1-7E5E0F2A8809}"/>
              </a:ext>
            </a:extLst>
          </p:cNvPr>
          <p:cNvSpPr>
            <a:spLocks noChangeArrowheads="1"/>
          </p:cNvSpPr>
          <p:nvPr/>
        </p:nvSpPr>
        <p:spPr bwMode="auto">
          <a:xfrm>
            <a:off x="1804987" y="1501476"/>
            <a:ext cx="8582025" cy="4756150"/>
          </a:xfrm>
          <a:prstGeom prst="roundRect">
            <a:avLst>
              <a:gd name="adj" fmla="val 4167"/>
            </a:avLst>
          </a:prstGeom>
          <a:solidFill>
            <a:srgbClr val="BBCDE3"/>
          </a:solidFill>
          <a:ln w="9525" algn="ctr">
            <a:solidFill>
              <a:srgbClr val="333333"/>
            </a:solidFill>
            <a:round/>
            <a:headEnd/>
            <a:tailEnd/>
          </a:ln>
        </p:spPr>
        <p:txBody>
          <a:bodyPr/>
          <a:lstStyle>
            <a:lvl1pPr marL="174625" indent="-1746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70000"/>
              </a:spcBef>
              <a:buClr>
                <a:schemeClr val="hlink"/>
              </a:buClr>
              <a:buSzPct val="90000"/>
            </a:pPr>
            <a:r>
              <a:rPr lang="en-US" altLang="fr-FR" sz="2000"/>
              <a:t>XElement</a:t>
            </a:r>
          </a:p>
          <a:p>
            <a:pPr eaLnBrk="1" hangingPunct="1">
              <a:lnSpc>
                <a:spcPct val="90000"/>
              </a:lnSpc>
              <a:spcBef>
                <a:spcPct val="70000"/>
              </a:spcBef>
              <a:buClr>
                <a:schemeClr val="hlink"/>
              </a:buClr>
              <a:buSzPct val="90000"/>
              <a:buFontTx/>
              <a:buChar char="•"/>
            </a:pPr>
            <a:endParaRPr lang="en-US" altLang="fr-FR" sz="2000" b="0"/>
          </a:p>
          <a:p>
            <a:pPr eaLnBrk="1" hangingPunct="1">
              <a:lnSpc>
                <a:spcPct val="90000"/>
              </a:lnSpc>
              <a:spcBef>
                <a:spcPct val="70000"/>
              </a:spcBef>
              <a:buClr>
                <a:schemeClr val="hlink"/>
              </a:buClr>
              <a:buSzPct val="90000"/>
              <a:buFontTx/>
              <a:buChar char="•"/>
            </a:pPr>
            <a:endParaRPr lang="en-US" altLang="fr-FR" sz="2000" b="0"/>
          </a:p>
          <a:p>
            <a:pPr eaLnBrk="1" hangingPunct="1">
              <a:lnSpc>
                <a:spcPct val="90000"/>
              </a:lnSpc>
              <a:spcBef>
                <a:spcPct val="70000"/>
              </a:spcBef>
              <a:buClr>
                <a:schemeClr val="hlink"/>
              </a:buClr>
              <a:buSzPct val="90000"/>
            </a:pPr>
            <a:r>
              <a:rPr lang="en-US" altLang="fr-FR" sz="2000"/>
              <a:t>XAttribute</a:t>
            </a:r>
          </a:p>
          <a:p>
            <a:pPr eaLnBrk="1" hangingPunct="1">
              <a:lnSpc>
                <a:spcPct val="90000"/>
              </a:lnSpc>
              <a:spcBef>
                <a:spcPct val="70000"/>
              </a:spcBef>
              <a:buClr>
                <a:schemeClr val="hlink"/>
              </a:buClr>
              <a:buSzPct val="90000"/>
              <a:buFontTx/>
              <a:buChar char="•"/>
            </a:pPr>
            <a:endParaRPr lang="en-US" altLang="fr-FR" sz="2000" b="0"/>
          </a:p>
          <a:p>
            <a:pPr eaLnBrk="1" hangingPunct="1">
              <a:lnSpc>
                <a:spcPct val="90000"/>
              </a:lnSpc>
              <a:spcBef>
                <a:spcPct val="70000"/>
              </a:spcBef>
              <a:buClr>
                <a:schemeClr val="hlink"/>
              </a:buClr>
              <a:buSzPct val="90000"/>
              <a:buFontTx/>
              <a:buChar char="•"/>
            </a:pPr>
            <a:endParaRPr lang="en-US" altLang="fr-FR" sz="2000" b="0"/>
          </a:p>
          <a:p>
            <a:pPr eaLnBrk="1" hangingPunct="1">
              <a:lnSpc>
                <a:spcPct val="90000"/>
              </a:lnSpc>
              <a:spcBef>
                <a:spcPct val="70000"/>
              </a:spcBef>
              <a:buClr>
                <a:schemeClr val="hlink"/>
              </a:buClr>
              <a:buSzPct val="90000"/>
            </a:pPr>
            <a:r>
              <a:rPr lang="en-US" altLang="fr-FR" sz="2000"/>
              <a:t>XDocument</a:t>
            </a:r>
          </a:p>
          <a:p>
            <a:pPr eaLnBrk="1" hangingPunct="1">
              <a:lnSpc>
                <a:spcPct val="90000"/>
              </a:lnSpc>
              <a:spcBef>
                <a:spcPct val="70000"/>
              </a:spcBef>
              <a:buClr>
                <a:schemeClr val="hlink"/>
              </a:buClr>
              <a:buSzPct val="90000"/>
              <a:buFontTx/>
              <a:buChar char="•"/>
            </a:pPr>
            <a:endParaRPr lang="en-US" altLang="fr-FR" sz="2000" b="0"/>
          </a:p>
          <a:p>
            <a:pPr eaLnBrk="1" hangingPunct="1">
              <a:lnSpc>
                <a:spcPct val="90000"/>
              </a:lnSpc>
              <a:spcBef>
                <a:spcPct val="70000"/>
              </a:spcBef>
              <a:buClr>
                <a:schemeClr val="hlink"/>
              </a:buClr>
              <a:buSzPct val="90000"/>
              <a:buFontTx/>
              <a:buChar char="•"/>
            </a:pPr>
            <a:endParaRPr lang="en-US" altLang="fr-FR" sz="2000" b="0"/>
          </a:p>
        </p:txBody>
      </p:sp>
      <p:sp>
        <p:nvSpPr>
          <p:cNvPr id="20484" name="AutoShape 14">
            <a:extLst>
              <a:ext uri="{FF2B5EF4-FFF2-40B4-BE49-F238E27FC236}">
                <a16:creationId xmlns:a16="http://schemas.microsoft.com/office/drawing/2014/main" xmlns="" id="{4DC57FCC-1C1D-627C-FC95-4B62E2E4EEE4}"/>
              </a:ext>
            </a:extLst>
          </p:cNvPr>
          <p:cNvSpPr>
            <a:spLocks noChangeAspect="1" noChangeArrowheads="1"/>
          </p:cNvSpPr>
          <p:nvPr/>
        </p:nvSpPr>
        <p:spPr bwMode="auto">
          <a:xfrm flipH="1">
            <a:off x="1966911" y="2057102"/>
            <a:ext cx="8235950" cy="847725"/>
          </a:xfrm>
          <a:prstGeom prst="roundRect">
            <a:avLst>
              <a:gd name="adj" fmla="val 16667"/>
            </a:avLst>
          </a:prstGeom>
          <a:gradFill rotWithShape="1">
            <a:gsLst>
              <a:gs pos="0">
                <a:srgbClr val="F0F1E1"/>
              </a:gs>
              <a:gs pos="100000">
                <a:srgbClr val="D5D69C"/>
              </a:gs>
            </a:gsLst>
            <a:lin ang="2700000" scaled="1"/>
          </a:gradFill>
          <a:ln w="9525" algn="ctr">
            <a:solidFill>
              <a:srgbClr val="808080"/>
            </a:solidFill>
            <a:round/>
            <a:headEnd/>
            <a:tailEnd/>
          </a:ln>
        </p:spPr>
        <p:txBody>
          <a:bodyPr lIns="274320" tIns="0" anchor="ctr"/>
          <a:lstStyle>
            <a:lvl1pPr marL="342900" indent="-342900" eaLnBrk="0" hangingPunct="0">
              <a:defRPr b="1">
                <a:solidFill>
                  <a:schemeClr val="tx1"/>
                </a:solidFill>
                <a:latin typeface="Verdana" panose="020B0604030504040204" pitchFamily="34" charset="0"/>
                <a:cs typeface="Arial" panose="020B0604020202020204" pitchFamily="34" charset="0"/>
              </a:defRPr>
            </a:lvl1pPr>
            <a:lvl2pPr marL="71438"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lvl="1" eaLnBrk="1" hangingPunct="1"/>
            <a:r>
              <a:rPr lang="fr-FR" altLang="fr-FR" b="0"/>
              <a:t>Représente un élément XML</a:t>
            </a:r>
          </a:p>
          <a:p>
            <a:pPr lvl="1" eaLnBrk="1" hangingPunct="1"/>
            <a:r>
              <a:rPr lang="fr-FR" altLang="fr-FR" b="0"/>
              <a:t>Peut être utilisé sans un document XML</a:t>
            </a:r>
          </a:p>
        </p:txBody>
      </p:sp>
      <p:sp>
        <p:nvSpPr>
          <p:cNvPr id="20485" name="AutoShape 14">
            <a:extLst>
              <a:ext uri="{FF2B5EF4-FFF2-40B4-BE49-F238E27FC236}">
                <a16:creationId xmlns:a16="http://schemas.microsoft.com/office/drawing/2014/main" xmlns="" id="{A77F5F85-8BF5-62A6-6703-012110753FAD}"/>
              </a:ext>
            </a:extLst>
          </p:cNvPr>
          <p:cNvSpPr>
            <a:spLocks noChangeAspect="1" noChangeArrowheads="1"/>
          </p:cNvSpPr>
          <p:nvPr/>
        </p:nvSpPr>
        <p:spPr bwMode="auto">
          <a:xfrm flipH="1">
            <a:off x="1978024" y="3533477"/>
            <a:ext cx="8226425" cy="758825"/>
          </a:xfrm>
          <a:prstGeom prst="roundRect">
            <a:avLst>
              <a:gd name="adj" fmla="val 16667"/>
            </a:avLst>
          </a:prstGeom>
          <a:gradFill rotWithShape="1">
            <a:gsLst>
              <a:gs pos="0">
                <a:srgbClr val="F0F1E1"/>
              </a:gs>
              <a:gs pos="100000">
                <a:srgbClr val="D5D69C"/>
              </a:gs>
            </a:gsLst>
            <a:lin ang="2700000" scaled="1"/>
          </a:gradFill>
          <a:ln w="9525" algn="ctr">
            <a:solidFill>
              <a:srgbClr val="808080"/>
            </a:solidFill>
            <a:round/>
            <a:headEnd/>
            <a:tailEnd/>
          </a:ln>
        </p:spPr>
        <p:txBody>
          <a:bodyPr lIns="274320" tIns="0" anchor="ctr"/>
          <a:lstStyle>
            <a:lvl1pPr marL="342900" indent="-342900" eaLnBrk="0" hangingPunct="0">
              <a:defRPr b="1">
                <a:solidFill>
                  <a:schemeClr val="tx1"/>
                </a:solidFill>
                <a:latin typeface="Verdana" panose="020B0604030504040204" pitchFamily="34" charset="0"/>
                <a:cs typeface="Arial" panose="020B0604020202020204" pitchFamily="34" charset="0"/>
              </a:defRPr>
            </a:lvl1pPr>
            <a:lvl2pPr marL="71438"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lvl="1" eaLnBrk="1" hangingPunct="1"/>
            <a:r>
              <a:rPr lang="en-US" altLang="fr-FR" b="0"/>
              <a:t>Représente un attribut XML</a:t>
            </a:r>
          </a:p>
        </p:txBody>
      </p:sp>
      <p:sp>
        <p:nvSpPr>
          <p:cNvPr id="20486" name="AutoShape 14">
            <a:extLst>
              <a:ext uri="{FF2B5EF4-FFF2-40B4-BE49-F238E27FC236}">
                <a16:creationId xmlns:a16="http://schemas.microsoft.com/office/drawing/2014/main" xmlns="" id="{D7D2308B-29C8-94F9-4DF7-378AAE8D7630}"/>
              </a:ext>
            </a:extLst>
          </p:cNvPr>
          <p:cNvSpPr>
            <a:spLocks noChangeAspect="1" noChangeArrowheads="1"/>
          </p:cNvSpPr>
          <p:nvPr/>
        </p:nvSpPr>
        <p:spPr bwMode="auto">
          <a:xfrm flipH="1">
            <a:off x="1987549" y="5022552"/>
            <a:ext cx="8228013" cy="849313"/>
          </a:xfrm>
          <a:prstGeom prst="roundRect">
            <a:avLst>
              <a:gd name="adj" fmla="val 16667"/>
            </a:avLst>
          </a:prstGeom>
          <a:gradFill rotWithShape="1">
            <a:gsLst>
              <a:gs pos="0">
                <a:srgbClr val="F0F1E1"/>
              </a:gs>
              <a:gs pos="100000">
                <a:srgbClr val="D5D69C"/>
              </a:gs>
            </a:gsLst>
            <a:lin ang="2700000" scaled="1"/>
          </a:gradFill>
          <a:ln w="9525" algn="ctr">
            <a:solidFill>
              <a:srgbClr val="808080"/>
            </a:solidFill>
            <a:round/>
            <a:headEnd/>
            <a:tailEnd/>
          </a:ln>
        </p:spPr>
        <p:txBody>
          <a:bodyPr lIns="274320" tIns="0" anchor="ctr"/>
          <a:lstStyle>
            <a:lvl1pPr marL="342900" indent="-342900" eaLnBrk="0" hangingPunct="0">
              <a:defRPr b="1">
                <a:solidFill>
                  <a:schemeClr val="tx1"/>
                </a:solidFill>
                <a:latin typeface="Verdana" panose="020B0604030504040204" pitchFamily="34" charset="0"/>
                <a:cs typeface="Arial" panose="020B0604020202020204" pitchFamily="34" charset="0"/>
              </a:defRPr>
            </a:lvl1pPr>
            <a:lvl2pPr marL="71438"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lvl="1" eaLnBrk="1" hangingPunct="1"/>
            <a:r>
              <a:rPr lang="fr-FR" altLang="fr-FR" b="0"/>
              <a:t>Représente un document XML</a:t>
            </a:r>
          </a:p>
          <a:p>
            <a:pPr lvl="1" eaLnBrk="1" hangingPunct="1"/>
            <a:r>
              <a:rPr lang="fr-FR" altLang="fr-FR" b="0"/>
              <a:t>Ne peut avoir qu’un seul nœud </a:t>
            </a:r>
            <a:r>
              <a:rPr lang="fr-FR" altLang="fr-FR"/>
              <a:t>XElement</a:t>
            </a:r>
            <a:endParaRPr lang="fr-FR" altLang="fr-FR" b="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6">
            <a:extLst>
              <a:ext uri="{FF2B5EF4-FFF2-40B4-BE49-F238E27FC236}">
                <a16:creationId xmlns:a16="http://schemas.microsoft.com/office/drawing/2014/main" xmlns="" id="{9013FF03-5AFA-72CA-1ED5-473C1906F32F}"/>
              </a:ext>
            </a:extLst>
          </p:cNvPr>
          <p:cNvSpPr>
            <a:spLocks noGrp="1"/>
          </p:cNvSpPr>
          <p:nvPr>
            <p:ph type="title"/>
          </p:nvPr>
        </p:nvSpPr>
        <p:spPr/>
        <p:txBody>
          <a:bodyPr/>
          <a:lstStyle/>
          <a:p>
            <a:pPr eaLnBrk="1" hangingPunct="1"/>
            <a:r>
              <a:rPr lang="en-US" altLang="fr-FR"/>
              <a:t>Sérialisation de données au format XML</a:t>
            </a:r>
          </a:p>
        </p:txBody>
      </p:sp>
      <p:sp>
        <p:nvSpPr>
          <p:cNvPr id="13" name="AutoShape 4">
            <a:extLst>
              <a:ext uri="{FF2B5EF4-FFF2-40B4-BE49-F238E27FC236}">
                <a16:creationId xmlns:a16="http://schemas.microsoft.com/office/drawing/2014/main" xmlns="" id="{D5A637C5-5F74-B708-5955-E4301C76EC87}"/>
              </a:ext>
            </a:extLst>
          </p:cNvPr>
          <p:cNvSpPr>
            <a:spLocks noChangeArrowheads="1"/>
          </p:cNvSpPr>
          <p:nvPr/>
        </p:nvSpPr>
        <p:spPr bwMode="auto">
          <a:xfrm>
            <a:off x="1909891" y="1308736"/>
            <a:ext cx="8582025" cy="5064125"/>
          </a:xfrm>
          <a:prstGeom prst="roundRect">
            <a:avLst>
              <a:gd name="adj" fmla="val 4167"/>
            </a:avLst>
          </a:prstGeom>
          <a:solidFill>
            <a:srgbClr val="BBCDE3"/>
          </a:solidFill>
          <a:ln w="9525" algn="ctr">
            <a:solidFill>
              <a:srgbClr val="333333"/>
            </a:solidFill>
            <a:round/>
            <a:headEnd/>
            <a:tailEnd/>
          </a:ln>
        </p:spPr>
        <p:txBody>
          <a:bodyPr/>
          <a:lstStyle/>
          <a:p>
            <a:pPr marL="457200" indent="-457200">
              <a:lnSpc>
                <a:spcPct val="90000"/>
              </a:lnSpc>
              <a:spcBef>
                <a:spcPct val="70000"/>
              </a:spcBef>
              <a:buClr>
                <a:schemeClr val="hlink"/>
              </a:buClr>
              <a:buSzPct val="90000"/>
              <a:buFont typeface="+mj-lt"/>
              <a:buAutoNum type="arabicPeriod"/>
              <a:defRPr/>
            </a:pPr>
            <a:r>
              <a:rPr lang="en-US" sz="2000" kern="0" dirty="0"/>
              <a:t>Conversion des </a:t>
            </a:r>
            <a:r>
              <a:rPr lang="en-US" sz="2000" kern="0" dirty="0" err="1"/>
              <a:t>propriétés</a:t>
            </a:r>
            <a:r>
              <a:rPr lang="en-US" sz="2000" kern="0" dirty="0"/>
              <a:t> </a:t>
            </a:r>
            <a:r>
              <a:rPr lang="en-US" sz="2000" kern="0" dirty="0" err="1"/>
              <a:t>objets</a:t>
            </a:r>
            <a:r>
              <a:rPr lang="en-US" sz="2000" kern="0" dirty="0"/>
              <a:t> </a:t>
            </a:r>
            <a:r>
              <a:rPr lang="en-US" sz="2000" kern="0" dirty="0" err="1"/>
              <a:t>en</a:t>
            </a:r>
            <a:r>
              <a:rPr lang="en-US" sz="2000" kern="0" dirty="0"/>
              <a:t> </a:t>
            </a:r>
            <a:r>
              <a:rPr lang="en-US" sz="2000" kern="0" dirty="0" err="1"/>
              <a:t>tant</a:t>
            </a:r>
            <a:r>
              <a:rPr lang="en-US" sz="2000" kern="0" dirty="0"/>
              <a:t> </a:t>
            </a:r>
            <a:r>
              <a:rPr lang="en-US" sz="2000" kern="0" dirty="0" err="1"/>
              <a:t>qu’objet</a:t>
            </a:r>
            <a:r>
              <a:rPr lang="en-US" sz="2000" kern="0" dirty="0"/>
              <a:t> </a:t>
            </a:r>
            <a:r>
              <a:rPr lang="en-US" sz="2000" kern="0" dirty="0" err="1"/>
              <a:t>XElement</a:t>
            </a:r>
            <a:endParaRPr lang="en-US" sz="2000" kern="0" dirty="0"/>
          </a:p>
          <a:p>
            <a:pPr marL="457200" indent="-457200">
              <a:lnSpc>
                <a:spcPct val="90000"/>
              </a:lnSpc>
              <a:spcBef>
                <a:spcPct val="70000"/>
              </a:spcBef>
              <a:buClr>
                <a:schemeClr val="hlink"/>
              </a:buClr>
              <a:buSzPct val="90000"/>
              <a:buFont typeface="+mj-lt"/>
              <a:buAutoNum type="arabicPeriod"/>
              <a:defRPr/>
            </a:pPr>
            <a:endParaRPr lang="en-US" sz="2000" kern="0" dirty="0"/>
          </a:p>
          <a:p>
            <a:pPr marL="457200" indent="-457200">
              <a:lnSpc>
                <a:spcPct val="90000"/>
              </a:lnSpc>
              <a:spcBef>
                <a:spcPct val="70000"/>
              </a:spcBef>
              <a:buClr>
                <a:schemeClr val="hlink"/>
              </a:buClr>
              <a:buSzPct val="90000"/>
              <a:buFont typeface="+mj-lt"/>
              <a:buAutoNum type="arabicPeriod"/>
              <a:defRPr/>
            </a:pPr>
            <a:endParaRPr lang="en-US" sz="2000" kern="0" dirty="0"/>
          </a:p>
          <a:p>
            <a:pPr marL="457200" indent="-457200">
              <a:lnSpc>
                <a:spcPct val="90000"/>
              </a:lnSpc>
              <a:spcBef>
                <a:spcPct val="70000"/>
              </a:spcBef>
              <a:buClr>
                <a:schemeClr val="hlink"/>
              </a:buClr>
              <a:buSzPct val="90000"/>
              <a:buFont typeface="+mj-lt"/>
              <a:buAutoNum type="arabicPeriod"/>
              <a:defRPr/>
            </a:pPr>
            <a:endParaRPr lang="en-US" sz="2000" kern="0" dirty="0"/>
          </a:p>
          <a:p>
            <a:pPr marL="457200" indent="-457200">
              <a:lnSpc>
                <a:spcPct val="90000"/>
              </a:lnSpc>
              <a:spcBef>
                <a:spcPct val="70000"/>
              </a:spcBef>
              <a:buClr>
                <a:schemeClr val="hlink"/>
              </a:buClr>
              <a:buSzPct val="90000"/>
              <a:buFont typeface="+mj-lt"/>
              <a:buAutoNum type="arabicPeriod"/>
              <a:defRPr/>
            </a:pPr>
            <a:endParaRPr lang="en-US" sz="2000" kern="0" dirty="0"/>
          </a:p>
          <a:p>
            <a:pPr marL="457200" indent="-457200">
              <a:lnSpc>
                <a:spcPct val="90000"/>
              </a:lnSpc>
              <a:spcBef>
                <a:spcPct val="70000"/>
              </a:spcBef>
              <a:buClr>
                <a:schemeClr val="hlink"/>
              </a:buClr>
              <a:buSzPct val="90000"/>
              <a:buFont typeface="+mj-lt"/>
              <a:buAutoNum type="arabicPeriod"/>
              <a:defRPr/>
            </a:pPr>
            <a:endParaRPr lang="en-US" sz="2000" kern="0" dirty="0"/>
          </a:p>
          <a:p>
            <a:pPr marL="457200" indent="-457200">
              <a:lnSpc>
                <a:spcPct val="90000"/>
              </a:lnSpc>
              <a:spcBef>
                <a:spcPct val="70000"/>
              </a:spcBef>
              <a:buClr>
                <a:schemeClr val="hlink"/>
              </a:buClr>
              <a:buSzPct val="90000"/>
              <a:buFont typeface="+mj-lt"/>
              <a:buAutoNum type="arabicPeriod"/>
              <a:defRPr/>
            </a:pPr>
            <a:endParaRPr lang="en-US" sz="2000" kern="0" dirty="0"/>
          </a:p>
          <a:p>
            <a:pPr marL="457200" indent="-457200">
              <a:lnSpc>
                <a:spcPct val="90000"/>
              </a:lnSpc>
              <a:spcBef>
                <a:spcPct val="70000"/>
              </a:spcBef>
              <a:buClr>
                <a:schemeClr val="hlink"/>
              </a:buClr>
              <a:buSzPct val="90000"/>
              <a:buFont typeface="+mj-lt"/>
              <a:buAutoNum type="arabicPeriod"/>
              <a:defRPr/>
            </a:pPr>
            <a:r>
              <a:rPr lang="en-US" sz="2000" kern="0" dirty="0"/>
              <a:t>Appel de la </a:t>
            </a:r>
            <a:r>
              <a:rPr lang="en-US" sz="2000" kern="0" dirty="0" err="1"/>
              <a:t>méthode</a:t>
            </a:r>
            <a:r>
              <a:rPr lang="en-US" sz="2000" kern="0" dirty="0"/>
              <a:t> Save</a:t>
            </a:r>
          </a:p>
        </p:txBody>
      </p:sp>
      <p:sp>
        <p:nvSpPr>
          <p:cNvPr id="21508" name="AutoShape 3">
            <a:extLst>
              <a:ext uri="{FF2B5EF4-FFF2-40B4-BE49-F238E27FC236}">
                <a16:creationId xmlns:a16="http://schemas.microsoft.com/office/drawing/2014/main" xmlns="" id="{FC539611-DCCD-7248-ACAA-24BA4DE67586}"/>
              </a:ext>
            </a:extLst>
          </p:cNvPr>
          <p:cNvSpPr>
            <a:spLocks noChangeArrowheads="1"/>
          </p:cNvSpPr>
          <p:nvPr/>
        </p:nvSpPr>
        <p:spPr bwMode="auto">
          <a:xfrm>
            <a:off x="2054353" y="1764348"/>
            <a:ext cx="8329613" cy="296386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500" b="0">
                <a:latin typeface="Lucida Sans Typewriter" panose="020B0509030504030204" pitchFamily="49" charset="0"/>
              </a:rPr>
              <a:t>XElement xml = null;</a:t>
            </a:r>
          </a:p>
          <a:p>
            <a:pPr eaLnBrk="1" hangingPunct="1"/>
            <a:endParaRPr lang="en-US" altLang="fr-FR" sz="1500" b="0">
              <a:latin typeface="Lucida Sans Typewriter" panose="020B0509030504030204" pitchFamily="49" charset="0"/>
            </a:endParaRPr>
          </a:p>
          <a:p>
            <a:pPr eaLnBrk="1" hangingPunct="1"/>
            <a:r>
              <a:rPr lang="en-US" altLang="fr-FR" sz="1500" b="0">
                <a:latin typeface="Lucida Sans Typewriter" panose="020B0509030504030204" pitchFamily="49" charset="0"/>
              </a:rPr>
              <a:t>xml = new XElement("Products",</a:t>
            </a:r>
          </a:p>
          <a:p>
            <a:pPr eaLnBrk="1" hangingPunct="1"/>
            <a:r>
              <a:rPr lang="en-US" altLang="fr-FR" sz="1500" b="0">
                <a:latin typeface="Lucida Sans Typewriter" panose="020B0509030504030204" pitchFamily="49" charset="0"/>
              </a:rPr>
              <a:t>    from p in products</a:t>
            </a:r>
          </a:p>
          <a:p>
            <a:pPr eaLnBrk="1" hangingPunct="1"/>
            <a:r>
              <a:rPr lang="en-US" altLang="fr-FR" sz="1500" b="0">
                <a:latin typeface="Lucida Sans Typewriter" panose="020B0509030504030204" pitchFamily="49" charset="0"/>
              </a:rPr>
              <a:t>        select new XElement("Product",</a:t>
            </a:r>
          </a:p>
          <a:p>
            <a:pPr eaLnBrk="1" hangingPunct="1"/>
            <a:r>
              <a:rPr lang="en-US" altLang="fr-FR" sz="1500" b="0">
                <a:latin typeface="Lucida Sans Typewriter" panose="020B0509030504030204" pitchFamily="49" charset="0"/>
              </a:rPr>
              <a:t>            new XElement("ProductID", p.ProductID),</a:t>
            </a:r>
          </a:p>
          <a:p>
            <a:pPr eaLnBrk="1" hangingPunct="1"/>
            <a:r>
              <a:rPr lang="en-US" altLang="fr-FR" sz="1500" b="0">
                <a:latin typeface="Lucida Sans Typewriter" panose="020B0509030504030204" pitchFamily="49" charset="0"/>
              </a:rPr>
              <a:t>            new XElement("Name", p.Name),</a:t>
            </a:r>
          </a:p>
          <a:p>
            <a:pPr eaLnBrk="1" hangingPunct="1"/>
            <a:r>
              <a:rPr lang="en-US" altLang="fr-FR" sz="1500" b="0">
                <a:latin typeface="Lucida Sans Typewriter" panose="020B0509030504030204" pitchFamily="49" charset="0"/>
              </a:rPr>
              <a:t>            new XElement("ProductNumber", p.ProductNumber),</a:t>
            </a:r>
          </a:p>
          <a:p>
            <a:pPr eaLnBrk="1" hangingPunct="1"/>
            <a:r>
              <a:rPr lang="en-US" altLang="fr-FR" sz="1500" b="0">
                <a:latin typeface="Lucida Sans Typewriter" panose="020B0509030504030204" pitchFamily="49" charset="0"/>
              </a:rPr>
              <a:t>            new XElement("Color", p.Color),</a:t>
            </a:r>
          </a:p>
          <a:p>
            <a:pPr eaLnBrk="1" hangingPunct="1"/>
            <a:r>
              <a:rPr lang="en-US" altLang="fr-FR" sz="1500" b="0">
                <a:latin typeface="Lucida Sans Typewriter" panose="020B0509030504030204" pitchFamily="49" charset="0"/>
              </a:rPr>
              <a:t>            new XElement("Cost", p.Cost),</a:t>
            </a:r>
          </a:p>
          <a:p>
            <a:pPr eaLnBrk="1" hangingPunct="1"/>
            <a:r>
              <a:rPr lang="en-US" altLang="fr-FR" sz="1500" b="0">
                <a:latin typeface="Lucida Sans Typewriter" panose="020B0509030504030204" pitchFamily="49" charset="0"/>
              </a:rPr>
              <a:t>            new XElement("ListPrice", p.ListPrice),</a:t>
            </a:r>
          </a:p>
          <a:p>
            <a:pPr eaLnBrk="1" hangingPunct="1"/>
            <a:r>
              <a:rPr lang="en-US" altLang="fr-FR" sz="1500" b="0">
                <a:latin typeface="Lucida Sans Typewriter" panose="020B0509030504030204" pitchFamily="49" charset="0"/>
              </a:rPr>
              <a:t>            new XElement("Size", p.Size)));</a:t>
            </a:r>
          </a:p>
        </p:txBody>
      </p:sp>
      <p:sp>
        <p:nvSpPr>
          <p:cNvPr id="21509" name="AutoShape 3">
            <a:extLst>
              <a:ext uri="{FF2B5EF4-FFF2-40B4-BE49-F238E27FC236}">
                <a16:creationId xmlns:a16="http://schemas.microsoft.com/office/drawing/2014/main" xmlns="" id="{0BE43139-77C4-7EBC-58EB-883B8293C7B2}"/>
              </a:ext>
            </a:extLst>
          </p:cNvPr>
          <p:cNvSpPr>
            <a:spLocks noChangeArrowheads="1"/>
          </p:cNvSpPr>
          <p:nvPr/>
        </p:nvSpPr>
        <p:spPr bwMode="auto">
          <a:xfrm>
            <a:off x="2054353" y="5256849"/>
            <a:ext cx="8329613" cy="8143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endParaRPr lang="en-US" altLang="fr-FR" sz="1500" b="0">
              <a:latin typeface="Lucida Sans Typewriter" panose="020B0509030504030204" pitchFamily="49" charset="0"/>
            </a:endParaRPr>
          </a:p>
          <a:p>
            <a:pPr eaLnBrk="1" hangingPunct="1"/>
            <a:r>
              <a:rPr lang="en-US" altLang="fr-FR" sz="1500" b="0">
                <a:latin typeface="Lucida Sans Typewriter" panose="020B0509030504030204" pitchFamily="49" charset="0"/>
              </a:rPr>
              <a:t>xml.Save(productFileName);</a:t>
            </a:r>
          </a:p>
          <a:p>
            <a:pPr eaLnBrk="1" hangingPunct="1"/>
            <a:endParaRPr lang="en-US" altLang="fr-FR" sz="1500" b="0">
              <a:latin typeface="Lucida Sans Typewriter" panose="020B0509030504030204" pitchFamily="49"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6">
            <a:extLst>
              <a:ext uri="{FF2B5EF4-FFF2-40B4-BE49-F238E27FC236}">
                <a16:creationId xmlns:a16="http://schemas.microsoft.com/office/drawing/2014/main" xmlns="" id="{8040D34B-5054-F089-54E0-9BE94DEC34D8}"/>
              </a:ext>
            </a:extLst>
          </p:cNvPr>
          <p:cNvSpPr>
            <a:spLocks noGrp="1"/>
          </p:cNvSpPr>
          <p:nvPr>
            <p:ph type="title"/>
          </p:nvPr>
        </p:nvSpPr>
        <p:spPr/>
        <p:txBody>
          <a:bodyPr/>
          <a:lstStyle/>
          <a:p>
            <a:pPr eaLnBrk="1" hangingPunct="1"/>
            <a:r>
              <a:rPr lang="en-US" altLang="fr-FR"/>
              <a:t>Chargement de données depuis le format XML</a:t>
            </a:r>
          </a:p>
        </p:txBody>
      </p:sp>
      <p:sp>
        <p:nvSpPr>
          <p:cNvPr id="9" name="AutoShape 4">
            <a:extLst>
              <a:ext uri="{FF2B5EF4-FFF2-40B4-BE49-F238E27FC236}">
                <a16:creationId xmlns:a16="http://schemas.microsoft.com/office/drawing/2014/main" xmlns="" id="{C7FA1F5A-9190-7023-A520-8A3F4787A694}"/>
              </a:ext>
            </a:extLst>
          </p:cNvPr>
          <p:cNvSpPr>
            <a:spLocks noChangeArrowheads="1"/>
          </p:cNvSpPr>
          <p:nvPr/>
        </p:nvSpPr>
        <p:spPr bwMode="auto">
          <a:xfrm>
            <a:off x="2123881" y="1239668"/>
            <a:ext cx="8582025" cy="5272087"/>
          </a:xfrm>
          <a:prstGeom prst="roundRect">
            <a:avLst>
              <a:gd name="adj" fmla="val 4167"/>
            </a:avLst>
          </a:prstGeom>
          <a:solidFill>
            <a:srgbClr val="BBCDE3"/>
          </a:solidFill>
          <a:ln w="9525" algn="ctr">
            <a:solidFill>
              <a:srgbClr val="333333"/>
            </a:solidFill>
            <a:round/>
            <a:headEnd/>
            <a:tailEnd/>
          </a:ln>
        </p:spPr>
        <p:txBody>
          <a:bodyPr/>
          <a:lstStyle/>
          <a:p>
            <a:pPr>
              <a:lnSpc>
                <a:spcPct val="90000"/>
              </a:lnSpc>
              <a:spcBef>
                <a:spcPct val="70000"/>
              </a:spcBef>
              <a:buClr>
                <a:schemeClr val="hlink"/>
              </a:buClr>
              <a:buSzPct val="90000"/>
              <a:defRPr/>
            </a:pPr>
            <a:r>
              <a:rPr lang="en-US" sz="2000" kern="0" dirty="0"/>
              <a:t>Conversion de </a:t>
            </a:r>
            <a:r>
              <a:rPr lang="en-US" sz="2000" kern="0" dirty="0" err="1"/>
              <a:t>chaque</a:t>
            </a:r>
            <a:r>
              <a:rPr lang="en-US" sz="2000" kern="0" dirty="0"/>
              <a:t> </a:t>
            </a:r>
            <a:r>
              <a:rPr lang="en-US" sz="2000" kern="0" dirty="0" err="1"/>
              <a:t>élément</a:t>
            </a:r>
            <a:r>
              <a:rPr lang="en-US" sz="2000" kern="0" dirty="0"/>
              <a:t> XML </a:t>
            </a:r>
            <a:r>
              <a:rPr lang="en-US" sz="2000" kern="0" dirty="0" err="1"/>
              <a:t>en</a:t>
            </a:r>
            <a:r>
              <a:rPr lang="en-US" sz="2000" kern="0" dirty="0"/>
              <a:t> </a:t>
            </a:r>
            <a:r>
              <a:rPr lang="en-US" sz="2000" kern="0" dirty="0" err="1"/>
              <a:t>propriété</a:t>
            </a:r>
            <a:r>
              <a:rPr lang="en-US" sz="2000" kern="0" dirty="0"/>
              <a:t> </a:t>
            </a:r>
            <a:r>
              <a:rPr lang="en-US" sz="2000" kern="0" dirty="0" err="1"/>
              <a:t>d’objet</a:t>
            </a:r>
            <a:endParaRPr lang="en-US" sz="2000" kern="0" dirty="0"/>
          </a:p>
        </p:txBody>
      </p:sp>
      <p:sp>
        <p:nvSpPr>
          <p:cNvPr id="22532" name="AutoShape 3">
            <a:extLst>
              <a:ext uri="{FF2B5EF4-FFF2-40B4-BE49-F238E27FC236}">
                <a16:creationId xmlns:a16="http://schemas.microsoft.com/office/drawing/2014/main" xmlns="" id="{078E4D70-E187-2984-CAD6-980988811E5D}"/>
              </a:ext>
            </a:extLst>
          </p:cNvPr>
          <p:cNvSpPr>
            <a:spLocks noChangeArrowheads="1"/>
          </p:cNvSpPr>
          <p:nvPr/>
        </p:nvSpPr>
        <p:spPr bwMode="auto">
          <a:xfrm>
            <a:off x="2228656" y="2341393"/>
            <a:ext cx="8329613" cy="34512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500" b="0">
                <a:latin typeface="Lucida Sans Typewriter" panose="020B0509030504030204" pitchFamily="49" charset="0"/>
              </a:rPr>
              <a:t>XDocument doc = null;</a:t>
            </a:r>
          </a:p>
          <a:p>
            <a:pPr eaLnBrk="1" hangingPunct="1"/>
            <a:endParaRPr lang="en-US" altLang="fr-FR" sz="1500" b="0">
              <a:latin typeface="Lucida Sans Typewriter" panose="020B0509030504030204" pitchFamily="49" charset="0"/>
            </a:endParaRPr>
          </a:p>
          <a:p>
            <a:pPr eaLnBrk="1" hangingPunct="1"/>
            <a:r>
              <a:rPr lang="en-US" altLang="fr-FR" sz="1500" b="0">
                <a:latin typeface="Lucida Sans Typewriter" panose="020B0509030504030204" pitchFamily="49" charset="0"/>
              </a:rPr>
              <a:t>doc = XDocument.Load(productFileName);</a:t>
            </a:r>
          </a:p>
          <a:p>
            <a:pPr eaLnBrk="1" hangingPunct="1"/>
            <a:endParaRPr lang="en-US" altLang="fr-FR" sz="1500" b="0">
              <a:latin typeface="Lucida Sans Typewriter" panose="020B0509030504030204" pitchFamily="49" charset="0"/>
            </a:endParaRPr>
          </a:p>
          <a:p>
            <a:pPr eaLnBrk="1" hangingPunct="1"/>
            <a:r>
              <a:rPr lang="en-US" altLang="fr-FR" sz="1500" b="0">
                <a:latin typeface="Lucida Sans Typewriter" panose="020B0509030504030204" pitchFamily="49" charset="0"/>
              </a:rPr>
              <a:t>var query = from product in doc.Descendants("Product")</a:t>
            </a:r>
          </a:p>
          <a:p>
            <a:pPr eaLnBrk="1" hangingPunct="1"/>
            <a:r>
              <a:rPr lang="en-US" altLang="fr-FR" sz="1500" b="0">
                <a:latin typeface="Lucida Sans Typewriter" panose="020B0509030504030204" pitchFamily="49" charset="0"/>
              </a:rPr>
              <a:t>   select new Product{</a:t>
            </a:r>
          </a:p>
          <a:p>
            <a:pPr eaLnBrk="1" hangingPunct="1"/>
            <a:r>
              <a:rPr lang="en-US" altLang="fr-FR" sz="1500" b="0">
                <a:latin typeface="Lucida Sans Typewriter" panose="020B0509030504030204" pitchFamily="49" charset="0"/>
              </a:rPr>
              <a:t>     ProductID = Convert.ToInt32(product.Element("ProductID").Value),</a:t>
            </a:r>
          </a:p>
          <a:p>
            <a:pPr eaLnBrk="1" hangingPunct="1"/>
            <a:r>
              <a:rPr lang="en-US" altLang="fr-FR" sz="1500" b="0">
                <a:latin typeface="Lucida Sans Typewriter" panose="020B0509030504030204" pitchFamily="49" charset="0"/>
              </a:rPr>
              <a:t>     Name = product.Element("Name").Value,</a:t>
            </a:r>
          </a:p>
          <a:p>
            <a:pPr eaLnBrk="1" hangingPunct="1"/>
            <a:r>
              <a:rPr lang="en-US" altLang="fr-FR" sz="1500" b="0">
                <a:latin typeface="Lucida Sans Typewriter" panose="020B0509030504030204" pitchFamily="49" charset="0"/>
              </a:rPr>
              <a:t>     ProductNumber = product.Element("ProductNumber").Value,</a:t>
            </a:r>
          </a:p>
          <a:p>
            <a:pPr eaLnBrk="1" hangingPunct="1"/>
            <a:r>
              <a:rPr lang="en-US" altLang="fr-FR" sz="1500" b="0">
                <a:latin typeface="Lucida Sans Typewriter" panose="020B0509030504030204" pitchFamily="49" charset="0"/>
              </a:rPr>
              <a:t>     Color = product.Element("Color").Value,</a:t>
            </a:r>
          </a:p>
          <a:p>
            <a:pPr eaLnBrk="1" hangingPunct="1"/>
            <a:r>
              <a:rPr lang="en-US" altLang="fr-FR" sz="1500" b="0">
                <a:latin typeface="Lucida Sans Typewriter" panose="020B0509030504030204" pitchFamily="49" charset="0"/>
              </a:rPr>
              <a:t>     Cost = product.Element("Cost").Value,</a:t>
            </a:r>
          </a:p>
          <a:p>
            <a:pPr eaLnBrk="1" hangingPunct="1"/>
            <a:r>
              <a:rPr lang="en-US" altLang="fr-FR" sz="1500" b="0">
                <a:latin typeface="Lucida Sans Typewriter" panose="020B0509030504030204" pitchFamily="49" charset="0"/>
              </a:rPr>
              <a:t>     ListPrice = product.Element("ListPrice").Value,</a:t>
            </a:r>
          </a:p>
          <a:p>
            <a:pPr eaLnBrk="1" hangingPunct="1"/>
            <a:r>
              <a:rPr lang="en-US" altLang="fr-FR" sz="1500" b="0">
                <a:latin typeface="Lucida Sans Typewriter" panose="020B0509030504030204" pitchFamily="49" charset="0"/>
              </a:rPr>
              <a:t>     Size = product.Element("Size").Value</a:t>
            </a:r>
          </a:p>
          <a:p>
            <a:pPr eaLnBrk="1" hangingPunct="1"/>
            <a:r>
              <a:rPr lang="en-US" altLang="fr-FR" sz="1500" b="0">
                <a:latin typeface="Lucida Sans Typewriter" panose="020B0509030504030204" pitchFamily="49" charset="0"/>
              </a:rPr>
              <a: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xmlns="" id="{72B65D2F-1E72-41AE-510D-99D9171AE2F6}"/>
              </a:ext>
            </a:extLst>
          </p:cNvPr>
          <p:cNvSpPr>
            <a:spLocks noGrp="1" noChangeArrowheads="1"/>
          </p:cNvSpPr>
          <p:nvPr>
            <p:ph type="body" sz="quarter" idx="12"/>
          </p:nvPr>
        </p:nvSpPr>
        <p:spPr/>
        <p:txBody>
          <a:bodyPr/>
          <a:lstStyle/>
          <a:p>
            <a:pPr eaLnBrk="1" hangingPunct="1"/>
            <a:r>
              <a:rPr lang="fr-FR" altLang="fr-FR"/>
              <a:t>Entity Framework et LINQ</a:t>
            </a:r>
          </a:p>
          <a:p>
            <a:pPr eaLnBrk="1" hangingPunct="1"/>
            <a:r>
              <a:rPr lang="fr-FR" altLang="fr-FR"/>
              <a:t>Exécution des requêtes</a:t>
            </a:r>
          </a:p>
          <a:p>
            <a:pPr eaLnBrk="1" hangingPunct="1"/>
            <a:r>
              <a:rPr lang="fr-FR" altLang="fr-FR"/>
              <a:t>Chargement des propriétés enfants</a:t>
            </a:r>
          </a:p>
          <a:p>
            <a:pPr eaLnBrk="1" hangingPunct="1"/>
            <a:r>
              <a:rPr lang="fr-FR" altLang="fr-FR"/>
              <a:t>Suivi des modifications</a:t>
            </a:r>
          </a:p>
        </p:txBody>
      </p:sp>
      <p:sp>
        <p:nvSpPr>
          <p:cNvPr id="23554" name="Rectangle 2">
            <a:extLst>
              <a:ext uri="{FF2B5EF4-FFF2-40B4-BE49-F238E27FC236}">
                <a16:creationId xmlns:a16="http://schemas.microsoft.com/office/drawing/2014/main" xmlns="" id="{3797837A-D1A3-EFB7-D48A-0F835E22CA85}"/>
              </a:ext>
            </a:extLst>
          </p:cNvPr>
          <p:cNvSpPr>
            <a:spLocks noGrp="1" noChangeArrowheads="1"/>
          </p:cNvSpPr>
          <p:nvPr>
            <p:ph type="title"/>
          </p:nvPr>
        </p:nvSpPr>
        <p:spPr/>
        <p:txBody>
          <a:bodyPr/>
          <a:lstStyle/>
          <a:p>
            <a:pPr eaLnBrk="1" hangingPunct="1"/>
            <a:r>
              <a:rPr lang="fr-FR" altLang="fr-FR"/>
              <a:t>Leçon 4: LINQ To Entities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1">
            <a:extLst>
              <a:ext uri="{FF2B5EF4-FFF2-40B4-BE49-F238E27FC236}">
                <a16:creationId xmlns:a16="http://schemas.microsoft.com/office/drawing/2014/main" xmlns="" id="{D47F9480-96B2-CC77-4FDD-35148D985240}"/>
              </a:ext>
            </a:extLst>
          </p:cNvPr>
          <p:cNvSpPr>
            <a:spLocks noGrp="1"/>
          </p:cNvSpPr>
          <p:nvPr>
            <p:ph type="title"/>
          </p:nvPr>
        </p:nvSpPr>
        <p:spPr>
          <a:xfrm>
            <a:off x="1486094" y="401438"/>
            <a:ext cx="10393178" cy="639294"/>
          </a:xfrm>
        </p:spPr>
        <p:txBody>
          <a:bodyPr/>
          <a:lstStyle/>
          <a:p>
            <a:r>
              <a:rPr lang="fr-FR" altLang="fr-FR" dirty="0" err="1"/>
              <a:t>Entity</a:t>
            </a:r>
            <a:r>
              <a:rPr lang="fr-FR" altLang="fr-FR" dirty="0"/>
              <a:t> Framework et LINQ</a:t>
            </a:r>
          </a:p>
        </p:txBody>
      </p:sp>
      <p:sp>
        <p:nvSpPr>
          <p:cNvPr id="24579" name="AutoShape 5">
            <a:extLst>
              <a:ext uri="{FF2B5EF4-FFF2-40B4-BE49-F238E27FC236}">
                <a16:creationId xmlns:a16="http://schemas.microsoft.com/office/drawing/2014/main" xmlns="" id="{50D7FDE3-6FF2-522C-D5F4-60C5D494530B}"/>
              </a:ext>
            </a:extLst>
          </p:cNvPr>
          <p:cNvSpPr>
            <a:spLocks noChangeArrowheads="1"/>
          </p:cNvSpPr>
          <p:nvPr/>
        </p:nvSpPr>
        <p:spPr bwMode="auto">
          <a:xfrm>
            <a:off x="2601913" y="923926"/>
            <a:ext cx="7097712" cy="173990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en-GB" altLang="fr-FR"/>
              <a:t>Pourquoi</a:t>
            </a:r>
            <a:endParaRPr lang="en-GB" altLang="fr-FR" sz="2400"/>
          </a:p>
        </p:txBody>
      </p:sp>
      <p:sp>
        <p:nvSpPr>
          <p:cNvPr id="24580" name="AutoShape 7">
            <a:extLst>
              <a:ext uri="{FF2B5EF4-FFF2-40B4-BE49-F238E27FC236}">
                <a16:creationId xmlns:a16="http://schemas.microsoft.com/office/drawing/2014/main" xmlns="" id="{380BF47C-FBC0-6F7D-5828-4D2D4706A015}"/>
              </a:ext>
            </a:extLst>
          </p:cNvPr>
          <p:cNvSpPr>
            <a:spLocks noChangeArrowheads="1"/>
          </p:cNvSpPr>
          <p:nvPr/>
        </p:nvSpPr>
        <p:spPr bwMode="auto">
          <a:xfrm>
            <a:off x="2828926" y="1745231"/>
            <a:ext cx="6659563" cy="68421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a:ea typeface="ＭＳ Ｐゴシック" panose="020B0600070205080204" pitchFamily="34" charset="-128"/>
              </a:rPr>
              <a:t>DbSet&lt;T&gt; </a:t>
            </a:r>
            <a:r>
              <a:rPr lang="en-US" altLang="fr-FR" sz="1600" b="0">
                <a:ea typeface="ＭＳ Ｐゴシック" panose="020B0600070205080204" pitchFamily="34" charset="-128"/>
              </a:rPr>
              <a:t>hérite de </a:t>
            </a:r>
            <a:r>
              <a:rPr lang="en-US" altLang="fr-FR" sz="1600">
                <a:ea typeface="ＭＳ Ｐゴシック" panose="020B0600070205080204" pitchFamily="34" charset="-128"/>
              </a:rPr>
              <a:t>DbQuery&lt;T&gt;</a:t>
            </a:r>
            <a:r>
              <a:rPr lang="en-US" altLang="fr-FR" sz="1600" b="0">
                <a:ea typeface="ＭＳ Ｐゴシック" panose="020B0600070205080204" pitchFamily="34" charset="-128"/>
              </a:rPr>
              <a:t> qui implémente </a:t>
            </a:r>
            <a:r>
              <a:rPr lang="en-US" altLang="fr-FR" sz="1600">
                <a:ea typeface="ＭＳ Ｐゴシック" panose="020B0600070205080204" pitchFamily="34" charset="-128"/>
              </a:rPr>
              <a:t>IEnumerable&lt;T&gt;</a:t>
            </a:r>
            <a:r>
              <a:rPr lang="en-US" altLang="fr-FR" sz="1600" b="0">
                <a:ea typeface="ＭＳ Ｐゴシック" panose="020B0600070205080204" pitchFamily="34" charset="-128"/>
              </a:rPr>
              <a:t> et </a:t>
            </a:r>
            <a:r>
              <a:rPr lang="en-US" altLang="fr-FR" sz="1600">
                <a:ea typeface="ＭＳ Ｐゴシック" panose="020B0600070205080204" pitchFamily="34" charset="-128"/>
              </a:rPr>
              <a:t>IQueryable&lt;T&gt;</a:t>
            </a:r>
          </a:p>
        </p:txBody>
      </p:sp>
      <p:sp>
        <p:nvSpPr>
          <p:cNvPr id="24581" name="AutoShape 8">
            <a:extLst>
              <a:ext uri="{FF2B5EF4-FFF2-40B4-BE49-F238E27FC236}">
                <a16:creationId xmlns:a16="http://schemas.microsoft.com/office/drawing/2014/main" xmlns="" id="{E48C619B-0922-06D9-2A8B-D7AFD9A57F23}"/>
              </a:ext>
            </a:extLst>
          </p:cNvPr>
          <p:cNvSpPr>
            <a:spLocks noChangeArrowheads="1"/>
          </p:cNvSpPr>
          <p:nvPr/>
        </p:nvSpPr>
        <p:spPr bwMode="auto">
          <a:xfrm>
            <a:off x="2820987" y="1303167"/>
            <a:ext cx="6659563" cy="361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ja-JP" sz="1600" b="0">
                <a:ea typeface="ＭＳ Ｐゴシック" panose="020B0600070205080204" pitchFamily="34" charset="-128"/>
              </a:rPr>
              <a:t>Les données sont accédées par les </a:t>
            </a:r>
            <a:r>
              <a:rPr lang="en-US" altLang="ja-JP" sz="1600">
                <a:ea typeface="ＭＳ Ｐゴシック" panose="020B0600070205080204" pitchFamily="34" charset="-128"/>
              </a:rPr>
              <a:t>DbSet&lt;T&gt;</a:t>
            </a:r>
            <a:r>
              <a:rPr lang="en-US" altLang="ja-JP" sz="1600" b="0">
                <a:ea typeface="ＭＳ Ｐゴシック" panose="020B0600070205080204" pitchFamily="34" charset="-128"/>
              </a:rPr>
              <a:t> du </a:t>
            </a:r>
            <a:r>
              <a:rPr lang="en-US" altLang="ja-JP" sz="1600">
                <a:ea typeface="ＭＳ Ｐゴシック" panose="020B0600070205080204" pitchFamily="34" charset="-128"/>
              </a:rPr>
              <a:t>DbContext</a:t>
            </a:r>
            <a:endParaRPr lang="en-US" altLang="fr-FR" sz="1600">
              <a:ea typeface="ＭＳ Ｐゴシック" panose="020B0600070205080204" pitchFamily="34" charset="-128"/>
            </a:endParaRPr>
          </a:p>
        </p:txBody>
      </p:sp>
      <p:sp>
        <p:nvSpPr>
          <p:cNvPr id="24582" name="AutoShape 5">
            <a:extLst>
              <a:ext uri="{FF2B5EF4-FFF2-40B4-BE49-F238E27FC236}">
                <a16:creationId xmlns:a16="http://schemas.microsoft.com/office/drawing/2014/main" xmlns="" id="{D640BB38-A70C-A1B0-C29D-73CF7C91F1D4}"/>
              </a:ext>
            </a:extLst>
          </p:cNvPr>
          <p:cNvSpPr>
            <a:spLocks noChangeArrowheads="1"/>
          </p:cNvSpPr>
          <p:nvPr/>
        </p:nvSpPr>
        <p:spPr bwMode="auto">
          <a:xfrm>
            <a:off x="2601913" y="2663826"/>
            <a:ext cx="7097712" cy="150812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en-GB" altLang="fr-FR"/>
              <a:t>Comment</a:t>
            </a:r>
            <a:endParaRPr lang="en-GB" altLang="fr-FR" sz="2400"/>
          </a:p>
        </p:txBody>
      </p:sp>
      <p:sp>
        <p:nvSpPr>
          <p:cNvPr id="24583" name="AutoShape 7">
            <a:extLst>
              <a:ext uri="{FF2B5EF4-FFF2-40B4-BE49-F238E27FC236}">
                <a16:creationId xmlns:a16="http://schemas.microsoft.com/office/drawing/2014/main" xmlns="" id="{B165A208-D170-9AD2-C27C-EF05BD055A8E}"/>
              </a:ext>
            </a:extLst>
          </p:cNvPr>
          <p:cNvSpPr>
            <a:spLocks noChangeArrowheads="1"/>
          </p:cNvSpPr>
          <p:nvPr/>
        </p:nvSpPr>
        <p:spPr bwMode="auto">
          <a:xfrm>
            <a:off x="2835276" y="3562351"/>
            <a:ext cx="6659563" cy="4540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ea typeface="ＭＳ Ｐゴシック" panose="020B0600070205080204" pitchFamily="34" charset="-128"/>
              </a:rPr>
              <a:t>2. Utilisation des propriétés </a:t>
            </a:r>
            <a:r>
              <a:rPr lang="en-US" altLang="fr-FR" sz="1600">
                <a:ea typeface="ＭＳ Ｐゴシック" panose="020B0600070205080204" pitchFamily="34" charset="-128"/>
              </a:rPr>
              <a:t>DbSet</a:t>
            </a:r>
            <a:r>
              <a:rPr lang="en-US" altLang="fr-FR" sz="1600" b="0">
                <a:ea typeface="ＭＳ Ｐゴシック" panose="020B0600070205080204" pitchFamily="34" charset="-128"/>
              </a:rPr>
              <a:t> dans des requêtes LINQ</a:t>
            </a:r>
          </a:p>
        </p:txBody>
      </p:sp>
      <p:sp>
        <p:nvSpPr>
          <p:cNvPr id="24584" name="AutoShape 8">
            <a:extLst>
              <a:ext uri="{FF2B5EF4-FFF2-40B4-BE49-F238E27FC236}">
                <a16:creationId xmlns:a16="http://schemas.microsoft.com/office/drawing/2014/main" xmlns="" id="{9362105A-BB8F-D530-B7CE-8AB88FFC7490}"/>
              </a:ext>
            </a:extLst>
          </p:cNvPr>
          <p:cNvSpPr>
            <a:spLocks noChangeArrowheads="1"/>
          </p:cNvSpPr>
          <p:nvPr/>
        </p:nvSpPr>
        <p:spPr bwMode="auto">
          <a:xfrm>
            <a:off x="2828926" y="3089275"/>
            <a:ext cx="6659563" cy="361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ea typeface="ＭＳ Ｐゴシック" panose="020B0600070205080204" pitchFamily="34" charset="-128"/>
              </a:rPr>
              <a:t>1. Instanciation du contexte</a:t>
            </a:r>
          </a:p>
        </p:txBody>
      </p:sp>
      <p:sp>
        <p:nvSpPr>
          <p:cNvPr id="24585" name="AutoShape 3">
            <a:extLst>
              <a:ext uri="{FF2B5EF4-FFF2-40B4-BE49-F238E27FC236}">
                <a16:creationId xmlns:a16="http://schemas.microsoft.com/office/drawing/2014/main" xmlns="" id="{0D98C53F-DFEC-9F5A-B3CE-03F5560679F9}"/>
              </a:ext>
            </a:extLst>
          </p:cNvPr>
          <p:cNvSpPr>
            <a:spLocks noChangeArrowheads="1"/>
          </p:cNvSpPr>
          <p:nvPr/>
        </p:nvSpPr>
        <p:spPr bwMode="auto">
          <a:xfrm>
            <a:off x="3295651" y="4162994"/>
            <a:ext cx="5592317" cy="2493526"/>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500" b="0" dirty="0">
                <a:latin typeface="Lucida Sans Typewriter" panose="020B0509030504030204" pitchFamily="49" charset="0"/>
              </a:rPr>
              <a:t>List&lt;Photo&gt; photos;</a:t>
            </a:r>
          </a:p>
          <a:p>
            <a:pPr eaLnBrk="1" hangingPunct="1"/>
            <a:r>
              <a:rPr lang="en-US" altLang="fr-FR" sz="1500" b="0" dirty="0">
                <a:latin typeface="Lucida Sans Typewriter" panose="020B0509030504030204" pitchFamily="49" charset="0"/>
              </a:rPr>
              <a:t>// </a:t>
            </a:r>
            <a:r>
              <a:rPr lang="en-US" altLang="fr-FR" sz="1500" b="0" dirty="0" err="1">
                <a:latin typeface="Lucida Sans Typewriter" panose="020B0509030504030204" pitchFamily="49" charset="0"/>
              </a:rPr>
              <a:t>Création</a:t>
            </a:r>
            <a:r>
              <a:rPr lang="en-US" altLang="fr-FR" sz="1500" b="0" dirty="0">
                <a:latin typeface="Lucida Sans Typewriter" panose="020B0509030504030204" pitchFamily="49" charset="0"/>
              </a:rPr>
              <a:t> du </a:t>
            </a:r>
            <a:r>
              <a:rPr lang="en-US" altLang="fr-FR" sz="1500" b="0" dirty="0" err="1">
                <a:latin typeface="Lucida Sans Typewriter" panose="020B0509030504030204" pitchFamily="49" charset="0"/>
              </a:rPr>
              <a:t>contexte</a:t>
            </a:r>
            <a:endParaRPr lang="en-US" altLang="fr-FR" sz="1500" b="0" dirty="0">
              <a:latin typeface="Lucida Sans Typewriter" panose="020B0509030504030204" pitchFamily="49" charset="0"/>
            </a:endParaRPr>
          </a:p>
          <a:p>
            <a:pPr eaLnBrk="1" hangingPunct="1"/>
            <a:r>
              <a:rPr lang="en-US" altLang="fr-FR" sz="1500" b="0" dirty="0" err="1">
                <a:latin typeface="Lucida Sans Typewriter" panose="020B0509030504030204" pitchFamily="49" charset="0"/>
              </a:rPr>
              <a:t>PhotoSharingDB</a:t>
            </a:r>
            <a:r>
              <a:rPr lang="en-US" altLang="fr-FR" sz="1500" b="0" dirty="0">
                <a:latin typeface="Lucida Sans Typewriter" panose="020B0509030504030204" pitchFamily="49" charset="0"/>
              </a:rPr>
              <a:t> context = new </a:t>
            </a:r>
            <a:r>
              <a:rPr lang="en-US" altLang="fr-FR" sz="1500" b="0" dirty="0" err="1">
                <a:latin typeface="Lucida Sans Typewriter" panose="020B0509030504030204" pitchFamily="49" charset="0"/>
              </a:rPr>
              <a:t>PhotoSharingDB</a:t>
            </a:r>
            <a:r>
              <a:rPr lang="en-US" altLang="fr-FR" sz="1500" b="0" dirty="0">
                <a:latin typeface="Lucida Sans Typewriter" panose="020B0509030504030204" pitchFamily="49" charset="0"/>
              </a:rPr>
              <a:t>();</a:t>
            </a:r>
          </a:p>
          <a:p>
            <a:pPr eaLnBrk="1" hangingPunct="1"/>
            <a:r>
              <a:rPr lang="en-US" altLang="fr-FR" sz="1500" b="0" dirty="0">
                <a:latin typeface="Lucida Sans Typewriter" panose="020B0509030504030204" pitchFamily="49" charset="0"/>
              </a:rPr>
              <a:t>if (number == 0){ // </a:t>
            </a:r>
            <a:r>
              <a:rPr lang="en-US" altLang="fr-FR" sz="1500" b="0" dirty="0" err="1">
                <a:latin typeface="Lucida Sans Typewriter" panose="020B0509030504030204" pitchFamily="49" charset="0"/>
              </a:rPr>
              <a:t>Toutes</a:t>
            </a:r>
            <a:r>
              <a:rPr lang="en-US" altLang="fr-FR" sz="1500" b="0" dirty="0">
                <a:latin typeface="Lucida Sans Typewriter" panose="020B0509030504030204" pitchFamily="49" charset="0"/>
              </a:rPr>
              <a:t> les photos</a:t>
            </a:r>
          </a:p>
          <a:p>
            <a:pPr eaLnBrk="1" hangingPunct="1"/>
            <a:r>
              <a:rPr lang="en-US" altLang="fr-FR" sz="1500" b="0" dirty="0">
                <a:latin typeface="Lucida Sans Typewriter" panose="020B0509030504030204" pitchFamily="49" charset="0"/>
              </a:rPr>
              <a:t>   photos = </a:t>
            </a:r>
            <a:r>
              <a:rPr lang="en-US" altLang="fr-FR" sz="1500" b="0" dirty="0" err="1">
                <a:latin typeface="Lucida Sans Typewriter" panose="020B0509030504030204" pitchFamily="49" charset="0"/>
              </a:rPr>
              <a:t>context.Photos.ToList</a:t>
            </a:r>
            <a:r>
              <a:rPr lang="en-US" altLang="fr-FR" sz="1500" b="0" dirty="0">
                <a:latin typeface="Lucida Sans Typewriter" panose="020B0509030504030204" pitchFamily="49" charset="0"/>
              </a:rPr>
              <a:t>();</a:t>
            </a:r>
          </a:p>
          <a:p>
            <a:pPr eaLnBrk="1" hangingPunct="1"/>
            <a:r>
              <a:rPr lang="en-US" altLang="fr-FR" sz="1500" b="0" dirty="0">
                <a:latin typeface="Lucida Sans Typewriter" panose="020B0509030504030204" pitchFamily="49" charset="0"/>
              </a:rPr>
              <a:t>} else { // Les N photos les plus </a:t>
            </a:r>
            <a:r>
              <a:rPr lang="en-US" altLang="fr-FR" sz="1500" b="0" dirty="0" err="1">
                <a:latin typeface="Lucida Sans Typewriter" panose="020B0509030504030204" pitchFamily="49" charset="0"/>
              </a:rPr>
              <a:t>récentes</a:t>
            </a:r>
            <a:endParaRPr lang="en-US" altLang="fr-FR" sz="1500" b="0" dirty="0">
              <a:latin typeface="Lucida Sans Typewriter" panose="020B0509030504030204" pitchFamily="49" charset="0"/>
            </a:endParaRPr>
          </a:p>
          <a:p>
            <a:pPr eaLnBrk="1" hangingPunct="1"/>
            <a:r>
              <a:rPr lang="en-US" altLang="fr-FR" sz="1500" b="0" dirty="0">
                <a:latin typeface="Lucida Sans Typewriter" panose="020B0509030504030204" pitchFamily="49" charset="0"/>
              </a:rPr>
              <a:t>   photos = (from p in </a:t>
            </a:r>
            <a:r>
              <a:rPr lang="en-US" altLang="fr-FR" sz="1500" b="0" dirty="0" err="1">
                <a:latin typeface="Lucida Sans Typewriter" panose="020B0509030504030204" pitchFamily="49" charset="0"/>
              </a:rPr>
              <a:t>context.Photos</a:t>
            </a:r>
            <a:endParaRPr lang="en-US" altLang="fr-FR" sz="1500" b="0" dirty="0">
              <a:latin typeface="Lucida Sans Typewriter" panose="020B0509030504030204" pitchFamily="49" charset="0"/>
            </a:endParaRPr>
          </a:p>
          <a:p>
            <a:pPr eaLnBrk="1" hangingPunct="1"/>
            <a:r>
              <a:rPr lang="en-US" altLang="fr-FR" sz="1500" b="0" dirty="0">
                <a:latin typeface="Lucida Sans Typewriter" panose="020B0509030504030204" pitchFamily="49" charset="0"/>
              </a:rPr>
              <a:t>             </a:t>
            </a:r>
            <a:r>
              <a:rPr lang="en-US" altLang="fr-FR" sz="1500" b="0" dirty="0" err="1">
                <a:latin typeface="Lucida Sans Typewriter" panose="020B0509030504030204" pitchFamily="49" charset="0"/>
              </a:rPr>
              <a:t>orderby</a:t>
            </a:r>
            <a:r>
              <a:rPr lang="en-US" altLang="fr-FR" sz="1500" b="0" dirty="0">
                <a:latin typeface="Lucida Sans Typewriter" panose="020B0509030504030204" pitchFamily="49" charset="0"/>
              </a:rPr>
              <a:t> </a:t>
            </a:r>
            <a:r>
              <a:rPr lang="en-US" altLang="fr-FR" sz="1500" b="0" dirty="0" err="1">
                <a:latin typeface="Lucida Sans Typewriter" panose="020B0509030504030204" pitchFamily="49" charset="0"/>
              </a:rPr>
              <a:t>p.CreatedDate</a:t>
            </a:r>
            <a:r>
              <a:rPr lang="en-US" altLang="fr-FR" sz="1500" b="0" dirty="0">
                <a:latin typeface="Lucida Sans Typewriter" panose="020B0509030504030204" pitchFamily="49" charset="0"/>
              </a:rPr>
              <a:t> descending</a:t>
            </a:r>
          </a:p>
          <a:p>
            <a:pPr eaLnBrk="1" hangingPunct="1"/>
            <a:r>
              <a:rPr lang="en-US" altLang="fr-FR" sz="1500" b="0" dirty="0">
                <a:latin typeface="Lucida Sans Typewriter" panose="020B0509030504030204" pitchFamily="49" charset="0"/>
              </a:rPr>
              <a:t>             select p).Take(number).</a:t>
            </a:r>
            <a:r>
              <a:rPr lang="en-US" altLang="fr-FR" sz="1500" b="0" dirty="0" err="1">
                <a:latin typeface="Lucida Sans Typewriter" panose="020B0509030504030204" pitchFamily="49" charset="0"/>
              </a:rPr>
              <a:t>ToList</a:t>
            </a:r>
            <a:r>
              <a:rPr lang="en-US" altLang="fr-FR" sz="1500" b="0" dirty="0">
                <a:latin typeface="Lucida Sans Typewriter" panose="020B0509030504030204" pitchFamily="49" charset="0"/>
              </a:rPr>
              <a:t>();</a:t>
            </a:r>
          </a:p>
          <a:p>
            <a:pPr eaLnBrk="1" hangingPunct="1"/>
            <a:r>
              <a:rPr lang="en-US" altLang="fr-FR" sz="1500" b="0" dirty="0">
                <a:latin typeface="Lucida Sans Typewriter" panose="020B0509030504030204" pitchFamily="49" charset="0"/>
              </a:rPr>
              <a: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3">
            <a:extLst>
              <a:ext uri="{FF2B5EF4-FFF2-40B4-BE49-F238E27FC236}">
                <a16:creationId xmlns:a16="http://schemas.microsoft.com/office/drawing/2014/main" xmlns="" id="{370EAAB6-F6BB-0A75-9DAD-75DFABA2D9DF}"/>
              </a:ext>
            </a:extLst>
          </p:cNvPr>
          <p:cNvSpPr>
            <a:spLocks noGrp="1" noChangeArrowheads="1"/>
          </p:cNvSpPr>
          <p:nvPr>
            <p:ph type="title"/>
          </p:nvPr>
        </p:nvSpPr>
        <p:spPr/>
        <p:txBody>
          <a:bodyPr/>
          <a:lstStyle/>
          <a:p>
            <a:pPr eaLnBrk="1" hangingPunct="1"/>
            <a:r>
              <a:rPr lang="fr-FR" altLang="fr-FR"/>
              <a:t>Exécution des requêtes</a:t>
            </a:r>
          </a:p>
        </p:txBody>
      </p:sp>
      <p:sp>
        <p:nvSpPr>
          <p:cNvPr id="25603" name="AutoShape 4">
            <a:extLst>
              <a:ext uri="{FF2B5EF4-FFF2-40B4-BE49-F238E27FC236}">
                <a16:creationId xmlns:a16="http://schemas.microsoft.com/office/drawing/2014/main" xmlns="" id="{8B1A1F29-7D64-CC42-E536-1D161B7CF244}"/>
              </a:ext>
            </a:extLst>
          </p:cNvPr>
          <p:cNvSpPr>
            <a:spLocks noChangeArrowheads="1"/>
          </p:cNvSpPr>
          <p:nvPr/>
        </p:nvSpPr>
        <p:spPr bwMode="auto">
          <a:xfrm>
            <a:off x="1938529" y="1239668"/>
            <a:ext cx="8582025" cy="5272088"/>
          </a:xfrm>
          <a:prstGeom prst="roundRect">
            <a:avLst>
              <a:gd name="adj" fmla="val 4167"/>
            </a:avLst>
          </a:prstGeom>
          <a:solidFill>
            <a:srgbClr val="BBCDE3"/>
          </a:solidFill>
          <a:ln w="9525" algn="ctr">
            <a:solidFill>
              <a:srgbClr val="333333"/>
            </a:solidFill>
            <a:round/>
            <a:headEnd/>
            <a:tailEnd/>
          </a:ln>
        </p:spPr>
        <p:txBody>
          <a:bodyPr/>
          <a:lstStyle>
            <a:lvl1pPr marL="174625" indent="-1746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70000"/>
              </a:spcBef>
              <a:buClr>
                <a:schemeClr val="hlink"/>
              </a:buClr>
              <a:buSzPct val="90000"/>
            </a:pPr>
            <a:endParaRPr lang="en-US" altLang="fr-FR" sz="2000" b="0"/>
          </a:p>
        </p:txBody>
      </p:sp>
      <p:sp>
        <p:nvSpPr>
          <p:cNvPr id="25604" name="AutoShape 25">
            <a:extLst>
              <a:ext uri="{FF2B5EF4-FFF2-40B4-BE49-F238E27FC236}">
                <a16:creationId xmlns:a16="http://schemas.microsoft.com/office/drawing/2014/main" xmlns="" id="{AA3C7CDF-F159-F3F9-8E4E-8799DA2CFABE}"/>
              </a:ext>
            </a:extLst>
          </p:cNvPr>
          <p:cNvSpPr>
            <a:spLocks noChangeArrowheads="1"/>
          </p:cNvSpPr>
          <p:nvPr/>
        </p:nvSpPr>
        <p:spPr bwMode="auto">
          <a:xfrm>
            <a:off x="2208403" y="1576218"/>
            <a:ext cx="8078788"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Définir la requête ne récupère pas les données, il faut pour cela les </a:t>
            </a:r>
            <a:r>
              <a:rPr lang="en-US" altLang="fr-FR" sz="2000" b="0" i="1"/>
              <a:t>matérialiser</a:t>
            </a:r>
            <a:r>
              <a:rPr lang="en-US" altLang="fr-FR" sz="2000" b="0"/>
              <a:t> (</a:t>
            </a:r>
            <a:r>
              <a:rPr lang="en-US" altLang="fr-FR" sz="2000"/>
              <a:t>ToList</a:t>
            </a:r>
            <a:r>
              <a:rPr lang="en-US" altLang="fr-FR" sz="2000" b="0"/>
              <a:t>, </a:t>
            </a:r>
            <a:r>
              <a:rPr lang="en-US" altLang="fr-FR" sz="2000"/>
              <a:t>foreach</a:t>
            </a:r>
            <a:r>
              <a:rPr lang="en-US" altLang="fr-FR" sz="2000" b="0"/>
              <a:t>…)</a:t>
            </a:r>
            <a:endParaRPr lang="en-GB" altLang="fr-FR" sz="2000"/>
          </a:p>
        </p:txBody>
      </p:sp>
      <p:sp>
        <p:nvSpPr>
          <p:cNvPr id="25605" name="AutoShape 25">
            <a:extLst>
              <a:ext uri="{FF2B5EF4-FFF2-40B4-BE49-F238E27FC236}">
                <a16:creationId xmlns:a16="http://schemas.microsoft.com/office/drawing/2014/main" xmlns="" id="{9CE3A23C-BEBA-5A84-87E4-6C86E7537B79}"/>
              </a:ext>
            </a:extLst>
          </p:cNvPr>
          <p:cNvSpPr>
            <a:spLocks noChangeArrowheads="1"/>
          </p:cNvSpPr>
          <p:nvPr/>
        </p:nvSpPr>
        <p:spPr bwMode="auto">
          <a:xfrm>
            <a:off x="2208403" y="2530306"/>
            <a:ext cx="8078788"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Par défaut, l’exécution d’une requête sur le contexte, charge les données correspondantes dans le contexte</a:t>
            </a:r>
            <a:endParaRPr lang="en-GB" altLang="fr-FR" sz="2000"/>
          </a:p>
        </p:txBody>
      </p:sp>
      <p:sp>
        <p:nvSpPr>
          <p:cNvPr id="8" name="AutoShape 25">
            <a:extLst>
              <a:ext uri="{FF2B5EF4-FFF2-40B4-BE49-F238E27FC236}">
                <a16:creationId xmlns:a16="http://schemas.microsoft.com/office/drawing/2014/main" xmlns="" id="{F9BAACFB-2DE4-AD2A-2593-C8EF6DDF359A}"/>
              </a:ext>
            </a:extLst>
          </p:cNvPr>
          <p:cNvSpPr>
            <a:spLocks noChangeArrowheads="1"/>
          </p:cNvSpPr>
          <p:nvPr/>
        </p:nvSpPr>
        <p:spPr bwMode="auto">
          <a:xfrm>
            <a:off x="2208403" y="3509793"/>
            <a:ext cx="8078788" cy="13589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sz="2800">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sz="2400">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lnSpc>
                <a:spcPct val="100000"/>
              </a:lnSpc>
              <a:spcBef>
                <a:spcPct val="0"/>
              </a:spcBef>
              <a:buClrTx/>
              <a:buSzTx/>
              <a:buFontTx/>
              <a:buNone/>
              <a:defRPr/>
            </a:pPr>
            <a:r>
              <a:rPr lang="en-US" altLang="fr-FR" dirty="0" err="1">
                <a:cs typeface="Arial" charset="0"/>
              </a:rPr>
              <a:t>Bonnes</a:t>
            </a:r>
            <a:r>
              <a:rPr lang="en-US" altLang="fr-FR" dirty="0">
                <a:cs typeface="Arial" charset="0"/>
              </a:rPr>
              <a:t> </a:t>
            </a:r>
            <a:r>
              <a:rPr lang="en-US" altLang="fr-FR" dirty="0" err="1">
                <a:cs typeface="Arial" charset="0"/>
              </a:rPr>
              <a:t>pratiques</a:t>
            </a:r>
            <a:r>
              <a:rPr lang="en-US" altLang="fr-FR" dirty="0">
                <a:cs typeface="Arial" charset="0"/>
              </a:rPr>
              <a:t>:</a:t>
            </a:r>
          </a:p>
          <a:p>
            <a:pPr marL="342900" indent="-342900" eaLnBrk="1" hangingPunct="1">
              <a:lnSpc>
                <a:spcPct val="100000"/>
              </a:lnSpc>
              <a:spcBef>
                <a:spcPct val="0"/>
              </a:spcBef>
              <a:buClrTx/>
              <a:buSzTx/>
              <a:defRPr/>
            </a:pPr>
            <a:r>
              <a:rPr lang="en-US" altLang="fr-FR" dirty="0" err="1">
                <a:cs typeface="Arial" charset="0"/>
              </a:rPr>
              <a:t>Utiliser</a:t>
            </a:r>
            <a:r>
              <a:rPr lang="en-US" altLang="fr-FR" dirty="0">
                <a:cs typeface="Arial" charset="0"/>
              </a:rPr>
              <a:t> </a:t>
            </a:r>
            <a:r>
              <a:rPr lang="en-US" altLang="fr-FR" dirty="0" err="1">
                <a:cs typeface="Arial" charset="0"/>
              </a:rPr>
              <a:t>l’instruction</a:t>
            </a:r>
            <a:r>
              <a:rPr lang="en-US" altLang="fr-FR" dirty="0">
                <a:cs typeface="Arial" charset="0"/>
              </a:rPr>
              <a:t> using</a:t>
            </a:r>
          </a:p>
          <a:p>
            <a:pPr marL="342900" indent="-342900" eaLnBrk="1" hangingPunct="1">
              <a:lnSpc>
                <a:spcPct val="100000"/>
              </a:lnSpc>
              <a:spcBef>
                <a:spcPct val="0"/>
              </a:spcBef>
              <a:buClrTx/>
              <a:buSzTx/>
              <a:defRPr/>
            </a:pPr>
            <a:r>
              <a:rPr lang="en-US" altLang="fr-FR" dirty="0">
                <a:cs typeface="Arial" charset="0"/>
              </a:rPr>
              <a:t>Un </a:t>
            </a:r>
            <a:r>
              <a:rPr lang="en-US" altLang="fr-FR" dirty="0" err="1">
                <a:cs typeface="Arial" charset="0"/>
              </a:rPr>
              <a:t>contexte</a:t>
            </a:r>
            <a:r>
              <a:rPr lang="en-US" altLang="fr-FR" dirty="0">
                <a:cs typeface="Arial" charset="0"/>
              </a:rPr>
              <a:t> par </a:t>
            </a:r>
            <a:r>
              <a:rPr lang="en-US" altLang="fr-FR" dirty="0" err="1">
                <a:cs typeface="Arial" charset="0"/>
              </a:rPr>
              <a:t>requête</a:t>
            </a:r>
            <a:r>
              <a:rPr lang="en-US" altLang="fr-FR" dirty="0">
                <a:cs typeface="Arial" charset="0"/>
              </a:rPr>
              <a:t> Http </a:t>
            </a:r>
            <a:r>
              <a:rPr lang="en-US" altLang="fr-FR" dirty="0" err="1">
                <a:cs typeface="Arial" charset="0"/>
              </a:rPr>
              <a:t>en</a:t>
            </a:r>
            <a:r>
              <a:rPr lang="en-US" altLang="fr-FR" dirty="0">
                <a:cs typeface="Arial" charset="0"/>
              </a:rPr>
              <a:t> application Web</a:t>
            </a:r>
          </a:p>
          <a:p>
            <a:pPr marL="342900" indent="-342900" eaLnBrk="1" hangingPunct="1">
              <a:lnSpc>
                <a:spcPct val="100000"/>
              </a:lnSpc>
              <a:spcBef>
                <a:spcPct val="0"/>
              </a:spcBef>
              <a:buClrTx/>
              <a:buSzTx/>
              <a:defRPr/>
            </a:pPr>
            <a:r>
              <a:rPr lang="en-US" altLang="fr-FR" dirty="0">
                <a:cs typeface="Arial" charset="0"/>
              </a:rPr>
              <a:t>Un </a:t>
            </a:r>
            <a:r>
              <a:rPr lang="en-US" altLang="fr-FR" dirty="0" err="1">
                <a:cs typeface="Arial" charset="0"/>
              </a:rPr>
              <a:t>contexte</a:t>
            </a:r>
            <a:r>
              <a:rPr lang="en-US" altLang="fr-FR" dirty="0">
                <a:cs typeface="Arial" charset="0"/>
              </a:rPr>
              <a:t> par </a:t>
            </a:r>
            <a:r>
              <a:rPr lang="en-US" altLang="fr-FR" dirty="0" err="1">
                <a:cs typeface="Arial" charset="0"/>
              </a:rPr>
              <a:t>formulaire</a:t>
            </a:r>
            <a:r>
              <a:rPr lang="en-US" altLang="fr-FR" dirty="0">
                <a:cs typeface="Arial" charset="0"/>
              </a:rPr>
              <a:t> </a:t>
            </a:r>
            <a:r>
              <a:rPr lang="en-US" altLang="fr-FR" dirty="0" err="1">
                <a:cs typeface="Arial" charset="0"/>
              </a:rPr>
              <a:t>en</a:t>
            </a:r>
            <a:r>
              <a:rPr lang="en-US" altLang="fr-FR" dirty="0">
                <a:cs typeface="Arial" charset="0"/>
              </a:rPr>
              <a:t> application Windows </a:t>
            </a:r>
            <a:endParaRPr lang="en-GB" altLang="fr-FR" dirty="0">
              <a:cs typeface="Arial" charset="0"/>
            </a:endParaRPr>
          </a:p>
        </p:txBody>
      </p:sp>
      <p:sp>
        <p:nvSpPr>
          <p:cNvPr id="9" name="AutoShape 25">
            <a:extLst>
              <a:ext uri="{FF2B5EF4-FFF2-40B4-BE49-F238E27FC236}">
                <a16:creationId xmlns:a16="http://schemas.microsoft.com/office/drawing/2014/main" xmlns="" id="{2A70B702-DD3E-2F0B-D656-473A8100ED98}"/>
              </a:ext>
            </a:extLst>
          </p:cNvPr>
          <p:cNvSpPr>
            <a:spLocks noChangeArrowheads="1"/>
          </p:cNvSpPr>
          <p:nvPr/>
        </p:nvSpPr>
        <p:spPr bwMode="auto">
          <a:xfrm>
            <a:off x="2208403" y="5106819"/>
            <a:ext cx="8078788" cy="120332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sz="2800">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sz="2400">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lnSpc>
                <a:spcPct val="100000"/>
              </a:lnSpc>
              <a:spcBef>
                <a:spcPct val="0"/>
              </a:spcBef>
              <a:buClrTx/>
              <a:buSzTx/>
              <a:buFontTx/>
              <a:buNone/>
              <a:defRPr/>
            </a:pPr>
            <a:r>
              <a:rPr lang="en-US" altLang="fr-FR" dirty="0">
                <a:cs typeface="Arial" charset="0"/>
              </a:rPr>
              <a:t>Alternatives à LINQ To Entities:</a:t>
            </a:r>
          </a:p>
          <a:p>
            <a:pPr marL="342900" indent="-342900" eaLnBrk="1" hangingPunct="1">
              <a:lnSpc>
                <a:spcPct val="100000"/>
              </a:lnSpc>
              <a:spcBef>
                <a:spcPct val="0"/>
              </a:spcBef>
              <a:buClrTx/>
              <a:buSzTx/>
              <a:defRPr/>
            </a:pPr>
            <a:r>
              <a:rPr lang="en-US" altLang="fr-FR" dirty="0">
                <a:cs typeface="Arial" charset="0"/>
              </a:rPr>
              <a:t>Entity Query Language (EQL) et Entity Client Provider</a:t>
            </a:r>
          </a:p>
          <a:p>
            <a:pPr marL="342900" indent="-342900" eaLnBrk="1" hangingPunct="1">
              <a:lnSpc>
                <a:spcPct val="100000"/>
              </a:lnSpc>
              <a:spcBef>
                <a:spcPct val="0"/>
              </a:spcBef>
              <a:buClrTx/>
              <a:buSzTx/>
              <a:defRPr/>
            </a:pPr>
            <a:r>
              <a:rPr lang="en-US" altLang="fr-FR" dirty="0">
                <a:cs typeface="Arial" charset="0"/>
              </a:rPr>
              <a:t>Native SQL</a:t>
            </a:r>
            <a:r>
              <a:rPr lang="en-GB" altLang="fr-FR" dirty="0">
                <a:cs typeface="Arial" charset="0"/>
              </a:rPr>
              <a:t> avec la </a:t>
            </a:r>
            <a:r>
              <a:rPr lang="en-GB" altLang="fr-FR" dirty="0" err="1">
                <a:cs typeface="Arial" charset="0"/>
              </a:rPr>
              <a:t>méthode</a:t>
            </a:r>
            <a:r>
              <a:rPr lang="en-GB" altLang="fr-FR" dirty="0">
                <a:cs typeface="Arial" charset="0"/>
              </a:rPr>
              <a:t> </a:t>
            </a:r>
            <a:r>
              <a:rPr lang="en-GB" altLang="fr-FR" dirty="0" err="1">
                <a:cs typeface="Arial" charset="0"/>
              </a:rPr>
              <a:t>SqlQuery</a:t>
            </a:r>
            <a:endParaRPr lang="en-US" altLang="fr-FR" dirty="0">
              <a:cs typeface="Arial"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3">
            <a:extLst>
              <a:ext uri="{FF2B5EF4-FFF2-40B4-BE49-F238E27FC236}">
                <a16:creationId xmlns:a16="http://schemas.microsoft.com/office/drawing/2014/main" xmlns="" id="{64FF0E74-CFC4-48DB-6E7B-31C3C92E211B}"/>
              </a:ext>
            </a:extLst>
          </p:cNvPr>
          <p:cNvSpPr>
            <a:spLocks noGrp="1" noChangeArrowheads="1"/>
          </p:cNvSpPr>
          <p:nvPr>
            <p:ph type="title"/>
          </p:nvPr>
        </p:nvSpPr>
        <p:spPr/>
        <p:txBody>
          <a:bodyPr/>
          <a:lstStyle/>
          <a:p>
            <a:pPr eaLnBrk="1" hangingPunct="1"/>
            <a:r>
              <a:rPr lang="fr-FR" altLang="fr-FR"/>
              <a:t>Chargement des propriétés enfants</a:t>
            </a:r>
          </a:p>
        </p:txBody>
      </p:sp>
      <p:sp>
        <p:nvSpPr>
          <p:cNvPr id="26627" name="AutoShape 5">
            <a:extLst>
              <a:ext uri="{FF2B5EF4-FFF2-40B4-BE49-F238E27FC236}">
                <a16:creationId xmlns:a16="http://schemas.microsoft.com/office/drawing/2014/main" xmlns="" id="{21979328-DBCC-6BE6-9167-75B9411ACA3B}"/>
              </a:ext>
            </a:extLst>
          </p:cNvPr>
          <p:cNvSpPr>
            <a:spLocks noChangeArrowheads="1"/>
          </p:cNvSpPr>
          <p:nvPr/>
        </p:nvSpPr>
        <p:spPr bwMode="auto">
          <a:xfrm>
            <a:off x="2547144" y="1502537"/>
            <a:ext cx="7097712" cy="3551238"/>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en-GB" altLang="fr-FR" dirty="0"/>
              <a:t>Lazy Loading </a:t>
            </a:r>
            <a:r>
              <a:rPr lang="en-GB" altLang="fr-FR" b="0" dirty="0"/>
              <a:t>(</a:t>
            </a:r>
            <a:r>
              <a:rPr lang="en-GB" altLang="fr-FR" b="0" dirty="0" err="1"/>
              <a:t>valeur</a:t>
            </a:r>
            <a:r>
              <a:rPr lang="en-GB" altLang="fr-FR" b="0" dirty="0"/>
              <a:t> par </a:t>
            </a:r>
            <a:r>
              <a:rPr lang="en-GB" altLang="fr-FR" b="0" dirty="0" err="1"/>
              <a:t>défaut</a:t>
            </a:r>
            <a:r>
              <a:rPr lang="en-GB" altLang="fr-FR" b="0" dirty="0"/>
              <a:t>)</a:t>
            </a:r>
            <a:endParaRPr lang="en-GB" altLang="fr-FR" sz="2400" dirty="0"/>
          </a:p>
        </p:txBody>
      </p:sp>
      <p:sp>
        <p:nvSpPr>
          <p:cNvPr id="26628" name="AutoShape 7">
            <a:extLst>
              <a:ext uri="{FF2B5EF4-FFF2-40B4-BE49-F238E27FC236}">
                <a16:creationId xmlns:a16="http://schemas.microsoft.com/office/drawing/2014/main" xmlns="" id="{9293888F-7102-7B7A-1D70-71E76EEA90EE}"/>
              </a:ext>
            </a:extLst>
          </p:cNvPr>
          <p:cNvSpPr>
            <a:spLocks noChangeArrowheads="1"/>
          </p:cNvSpPr>
          <p:nvPr/>
        </p:nvSpPr>
        <p:spPr bwMode="auto">
          <a:xfrm>
            <a:off x="2774157" y="2388362"/>
            <a:ext cx="6659563" cy="4127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ea typeface="ＭＳ Ｐゴシック" panose="020B0600070205080204" pitchFamily="34" charset="-128"/>
              </a:rPr>
              <a:t>Peut être un problème pour la sérialisation</a:t>
            </a:r>
          </a:p>
        </p:txBody>
      </p:sp>
      <p:sp>
        <p:nvSpPr>
          <p:cNvPr id="26629" name="AutoShape 8">
            <a:extLst>
              <a:ext uri="{FF2B5EF4-FFF2-40B4-BE49-F238E27FC236}">
                <a16:creationId xmlns:a16="http://schemas.microsoft.com/office/drawing/2014/main" xmlns="" id="{9770AD6B-DC1F-48E0-6BD2-195ABBD3C0B6}"/>
              </a:ext>
            </a:extLst>
          </p:cNvPr>
          <p:cNvSpPr>
            <a:spLocks noChangeArrowheads="1"/>
          </p:cNvSpPr>
          <p:nvPr/>
        </p:nvSpPr>
        <p:spPr bwMode="auto">
          <a:xfrm>
            <a:off x="2767807" y="1935925"/>
            <a:ext cx="6659563" cy="361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ja-JP" sz="1600" b="0">
                <a:ea typeface="ＭＳ Ｐゴシック" panose="020B0600070205080204" pitchFamily="34" charset="-128"/>
              </a:rPr>
              <a:t>Les données enfants sont chargées dynamiquement</a:t>
            </a:r>
            <a:endParaRPr lang="en-US" altLang="fr-FR" sz="1600">
              <a:ea typeface="ＭＳ Ｐゴシック" panose="020B0600070205080204" pitchFamily="34" charset="-128"/>
            </a:endParaRPr>
          </a:p>
        </p:txBody>
      </p:sp>
      <p:sp>
        <p:nvSpPr>
          <p:cNvPr id="26630" name="AutoShape 7">
            <a:extLst>
              <a:ext uri="{FF2B5EF4-FFF2-40B4-BE49-F238E27FC236}">
                <a16:creationId xmlns:a16="http://schemas.microsoft.com/office/drawing/2014/main" xmlns="" id="{3DD7E18A-DEBC-007C-934F-14BA5C40A723}"/>
              </a:ext>
            </a:extLst>
          </p:cNvPr>
          <p:cNvSpPr>
            <a:spLocks noChangeArrowheads="1"/>
          </p:cNvSpPr>
          <p:nvPr/>
        </p:nvSpPr>
        <p:spPr bwMode="auto">
          <a:xfrm>
            <a:off x="2780507" y="2940812"/>
            <a:ext cx="6659563" cy="6223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ea typeface="ＭＳ Ｐゴシック" panose="020B0600070205080204" pitchFamily="34" charset="-128"/>
              </a:rPr>
              <a:t>Désactivable sur l’entité en définissant les propriétés de navigation sans le mot clé </a:t>
            </a:r>
            <a:r>
              <a:rPr lang="en-US" altLang="fr-FR" sz="1600" b="0" i="1">
                <a:ea typeface="ＭＳ Ｐゴシック" panose="020B0600070205080204" pitchFamily="34" charset="-128"/>
              </a:rPr>
              <a:t>virtual</a:t>
            </a:r>
          </a:p>
        </p:txBody>
      </p:sp>
      <p:sp>
        <p:nvSpPr>
          <p:cNvPr id="26631" name="AutoShape 7">
            <a:extLst>
              <a:ext uri="{FF2B5EF4-FFF2-40B4-BE49-F238E27FC236}">
                <a16:creationId xmlns:a16="http://schemas.microsoft.com/office/drawing/2014/main" xmlns="" id="{BFA4A72E-181B-4A2E-685F-465682933AA3}"/>
              </a:ext>
            </a:extLst>
          </p:cNvPr>
          <p:cNvSpPr>
            <a:spLocks noChangeArrowheads="1"/>
          </p:cNvSpPr>
          <p:nvPr/>
        </p:nvSpPr>
        <p:spPr bwMode="auto">
          <a:xfrm>
            <a:off x="2780507" y="3807588"/>
            <a:ext cx="6659563" cy="95567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ea typeface="ＭＳ Ｐゴシック" panose="020B0600070205080204" pitchFamily="34" charset="-128"/>
              </a:rPr>
              <a:t>Désactivable sur le contexte en modifiant la propriété </a:t>
            </a:r>
            <a:r>
              <a:rPr lang="en-US" altLang="fr-FR" sz="1600">
                <a:ea typeface="ＭＳ Ｐゴシック" panose="020B0600070205080204" pitchFamily="34" charset="-128"/>
              </a:rPr>
              <a:t>LazyLoadingEnabled</a:t>
            </a:r>
            <a:endParaRPr lang="en-US" altLang="fr-FR" sz="1600" i="1">
              <a:ea typeface="ＭＳ Ｐゴシック" panose="020B0600070205080204" pitchFamily="34" charset="-128"/>
            </a:endParaRPr>
          </a:p>
        </p:txBody>
      </p:sp>
      <p:sp>
        <p:nvSpPr>
          <p:cNvPr id="26632" name="AutoShape 3">
            <a:extLst>
              <a:ext uri="{FF2B5EF4-FFF2-40B4-BE49-F238E27FC236}">
                <a16:creationId xmlns:a16="http://schemas.microsoft.com/office/drawing/2014/main" xmlns="" id="{F2C4C3AF-A30D-4604-BAB1-43501988E254}"/>
              </a:ext>
            </a:extLst>
          </p:cNvPr>
          <p:cNvSpPr>
            <a:spLocks noChangeArrowheads="1"/>
          </p:cNvSpPr>
          <p:nvPr/>
        </p:nvSpPr>
        <p:spPr bwMode="auto">
          <a:xfrm>
            <a:off x="3147220" y="4594988"/>
            <a:ext cx="6745287" cy="1774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500" b="0">
                <a:latin typeface="Lucida Sans Typewriter" panose="020B0509030504030204" pitchFamily="49" charset="0"/>
              </a:rPr>
              <a:t>public class MyContext : DbContext </a:t>
            </a:r>
          </a:p>
          <a:p>
            <a:pPr eaLnBrk="1" hangingPunct="1"/>
            <a:r>
              <a:rPr lang="en-US" altLang="fr-FR" sz="1500" b="0">
                <a:latin typeface="Lucida Sans Typewriter" panose="020B0509030504030204" pitchFamily="49" charset="0"/>
              </a:rPr>
              <a:t>{ </a:t>
            </a:r>
          </a:p>
          <a:p>
            <a:pPr eaLnBrk="1" hangingPunct="1"/>
            <a:r>
              <a:rPr lang="en-US" altLang="fr-FR" sz="1500" b="0">
                <a:latin typeface="Lucida Sans Typewriter" panose="020B0509030504030204" pitchFamily="49" charset="0"/>
              </a:rPr>
              <a:t>    public MyContext() </a:t>
            </a:r>
          </a:p>
          <a:p>
            <a:pPr eaLnBrk="1" hangingPunct="1"/>
            <a:r>
              <a:rPr lang="en-US" altLang="fr-FR" sz="1500" b="0">
                <a:latin typeface="Lucida Sans Typewriter" panose="020B0509030504030204" pitchFamily="49" charset="0"/>
              </a:rPr>
              <a:t>    { </a:t>
            </a:r>
          </a:p>
          <a:p>
            <a:pPr eaLnBrk="1" hangingPunct="1"/>
            <a:r>
              <a:rPr lang="en-US" altLang="fr-FR" sz="1500" b="0">
                <a:latin typeface="Lucida Sans Typewriter" panose="020B0509030504030204" pitchFamily="49" charset="0"/>
              </a:rPr>
              <a:t>        this.Configuration.LazyLoadingEnabled = false; </a:t>
            </a:r>
          </a:p>
          <a:p>
            <a:pPr eaLnBrk="1" hangingPunct="1"/>
            <a:r>
              <a:rPr lang="en-US" altLang="fr-FR" sz="1500" b="0">
                <a:latin typeface="Lucida Sans Typewriter" panose="020B0509030504030204" pitchFamily="49" charset="0"/>
              </a:rPr>
              <a:t>    } </a:t>
            </a:r>
          </a:p>
          <a:p>
            <a:pPr eaLnBrk="1" hangingPunct="1"/>
            <a:r>
              <a:rPr lang="en-US" altLang="fr-FR" sz="1500" b="0">
                <a:latin typeface="Lucida Sans Typewriter" panose="020B0509030504030204" pitchFamily="49" charset="0"/>
              </a:rPr>
              <a: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3">
            <a:extLst>
              <a:ext uri="{FF2B5EF4-FFF2-40B4-BE49-F238E27FC236}">
                <a16:creationId xmlns:a16="http://schemas.microsoft.com/office/drawing/2014/main" xmlns="" id="{29AF0C1B-147C-3638-8682-B040229B3FC7}"/>
              </a:ext>
            </a:extLst>
          </p:cNvPr>
          <p:cNvSpPr>
            <a:spLocks noGrp="1" noChangeArrowheads="1"/>
          </p:cNvSpPr>
          <p:nvPr>
            <p:ph type="title"/>
          </p:nvPr>
        </p:nvSpPr>
        <p:spPr/>
        <p:txBody>
          <a:bodyPr/>
          <a:lstStyle/>
          <a:p>
            <a:pPr eaLnBrk="1" hangingPunct="1"/>
            <a:r>
              <a:rPr lang="fr-FR" altLang="fr-FR"/>
              <a:t>Chargement des propriétés enfants </a:t>
            </a:r>
            <a:r>
              <a:rPr lang="fr-FR" altLang="fr-FR" i="1"/>
              <a:t>(suite)</a:t>
            </a:r>
          </a:p>
        </p:txBody>
      </p:sp>
      <p:sp>
        <p:nvSpPr>
          <p:cNvPr id="27651" name="AutoShape 5">
            <a:extLst>
              <a:ext uri="{FF2B5EF4-FFF2-40B4-BE49-F238E27FC236}">
                <a16:creationId xmlns:a16="http://schemas.microsoft.com/office/drawing/2014/main" xmlns="" id="{603C5AF2-E8E0-0A54-FB53-0ED582B01CC1}"/>
              </a:ext>
            </a:extLst>
          </p:cNvPr>
          <p:cNvSpPr>
            <a:spLocks noChangeArrowheads="1"/>
          </p:cNvSpPr>
          <p:nvPr/>
        </p:nvSpPr>
        <p:spPr bwMode="auto">
          <a:xfrm>
            <a:off x="2620201" y="1837627"/>
            <a:ext cx="7097712" cy="182880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en-GB" altLang="fr-FR"/>
              <a:t>Eager Loading</a:t>
            </a:r>
            <a:endParaRPr lang="en-GB" altLang="fr-FR" sz="2400"/>
          </a:p>
        </p:txBody>
      </p:sp>
      <p:sp>
        <p:nvSpPr>
          <p:cNvPr id="27652" name="AutoShape 7">
            <a:extLst>
              <a:ext uri="{FF2B5EF4-FFF2-40B4-BE49-F238E27FC236}">
                <a16:creationId xmlns:a16="http://schemas.microsoft.com/office/drawing/2014/main" xmlns="" id="{38C49805-DCC7-D01F-FCC5-D5E36A45BCD6}"/>
              </a:ext>
            </a:extLst>
          </p:cNvPr>
          <p:cNvSpPr>
            <a:spLocks noChangeArrowheads="1"/>
          </p:cNvSpPr>
          <p:nvPr/>
        </p:nvSpPr>
        <p:spPr bwMode="auto">
          <a:xfrm>
            <a:off x="2853564" y="2982215"/>
            <a:ext cx="6659563" cy="4540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ea typeface="ＭＳ Ｐゴシック" panose="020B0600070205080204" pitchFamily="34" charset="-128"/>
              </a:rPr>
              <a:t>Utilisation de la méthode </a:t>
            </a:r>
            <a:r>
              <a:rPr lang="en-US" altLang="fr-FR" sz="1600">
                <a:ea typeface="ＭＳ Ｐゴシック" panose="020B0600070205080204" pitchFamily="34" charset="-128"/>
              </a:rPr>
              <a:t>Include</a:t>
            </a:r>
            <a:r>
              <a:rPr lang="en-US" altLang="fr-FR" sz="1600" b="0">
                <a:ea typeface="ＭＳ Ｐゴシック" panose="020B0600070205080204" pitchFamily="34" charset="-128"/>
              </a:rPr>
              <a:t> dans la requête LINQ</a:t>
            </a:r>
          </a:p>
        </p:txBody>
      </p:sp>
      <p:sp>
        <p:nvSpPr>
          <p:cNvPr id="27653" name="AutoShape 8">
            <a:extLst>
              <a:ext uri="{FF2B5EF4-FFF2-40B4-BE49-F238E27FC236}">
                <a16:creationId xmlns:a16="http://schemas.microsoft.com/office/drawing/2014/main" xmlns="" id="{DB326817-17C4-A2CF-17DC-7FA145408358}"/>
              </a:ext>
            </a:extLst>
          </p:cNvPr>
          <p:cNvSpPr>
            <a:spLocks noChangeArrowheads="1"/>
          </p:cNvSpPr>
          <p:nvPr/>
        </p:nvSpPr>
        <p:spPr bwMode="auto">
          <a:xfrm>
            <a:off x="2847214" y="2263077"/>
            <a:ext cx="6659563" cy="5445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ea typeface="ＭＳ Ｐゴシック" panose="020B0600070205080204" pitchFamily="34" charset="-128"/>
              </a:rPr>
              <a:t>Force le chargement des données enfants au niveau de la requête</a:t>
            </a:r>
          </a:p>
        </p:txBody>
      </p:sp>
      <p:sp>
        <p:nvSpPr>
          <p:cNvPr id="27654" name="AutoShape 5">
            <a:extLst>
              <a:ext uri="{FF2B5EF4-FFF2-40B4-BE49-F238E27FC236}">
                <a16:creationId xmlns:a16="http://schemas.microsoft.com/office/drawing/2014/main" xmlns="" id="{3A617C2F-3A80-BC8B-A2C7-9D2126E4AE9F}"/>
              </a:ext>
            </a:extLst>
          </p:cNvPr>
          <p:cNvSpPr>
            <a:spLocks noChangeArrowheads="1"/>
          </p:cNvSpPr>
          <p:nvPr/>
        </p:nvSpPr>
        <p:spPr bwMode="auto">
          <a:xfrm>
            <a:off x="2620201" y="4242690"/>
            <a:ext cx="7097712" cy="150812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pPr>
            <a:r>
              <a:rPr lang="en-GB" altLang="fr-FR"/>
              <a:t>Explicit Loading</a:t>
            </a:r>
            <a:endParaRPr lang="en-GB" altLang="fr-FR" sz="2400"/>
          </a:p>
        </p:txBody>
      </p:sp>
      <p:sp>
        <p:nvSpPr>
          <p:cNvPr id="27655" name="AutoShape 7">
            <a:extLst>
              <a:ext uri="{FF2B5EF4-FFF2-40B4-BE49-F238E27FC236}">
                <a16:creationId xmlns:a16="http://schemas.microsoft.com/office/drawing/2014/main" xmlns="" id="{69A94664-955E-933F-C3C5-240B31BD9116}"/>
              </a:ext>
            </a:extLst>
          </p:cNvPr>
          <p:cNvSpPr>
            <a:spLocks noChangeArrowheads="1"/>
          </p:cNvSpPr>
          <p:nvPr/>
        </p:nvSpPr>
        <p:spPr bwMode="auto">
          <a:xfrm>
            <a:off x="2853564" y="5141215"/>
            <a:ext cx="6659563" cy="4540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ea typeface="ＭＳ Ｐゴシック" panose="020B0600070205080204" pitchFamily="34" charset="-128"/>
              </a:rPr>
              <a:t>Utilisation de la méthode </a:t>
            </a:r>
            <a:r>
              <a:rPr lang="en-US" altLang="fr-FR" sz="1600">
                <a:ea typeface="ＭＳ Ｐゴシック" panose="020B0600070205080204" pitchFamily="34" charset="-128"/>
              </a:rPr>
              <a:t>Load</a:t>
            </a:r>
          </a:p>
        </p:txBody>
      </p:sp>
      <p:sp>
        <p:nvSpPr>
          <p:cNvPr id="27656" name="AutoShape 8">
            <a:extLst>
              <a:ext uri="{FF2B5EF4-FFF2-40B4-BE49-F238E27FC236}">
                <a16:creationId xmlns:a16="http://schemas.microsoft.com/office/drawing/2014/main" xmlns="" id="{B55A111E-F53C-599A-6CAB-51C158052D13}"/>
              </a:ext>
            </a:extLst>
          </p:cNvPr>
          <p:cNvSpPr>
            <a:spLocks noChangeArrowheads="1"/>
          </p:cNvSpPr>
          <p:nvPr/>
        </p:nvSpPr>
        <p:spPr bwMode="auto">
          <a:xfrm>
            <a:off x="2839276" y="4676077"/>
            <a:ext cx="6659562" cy="361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40000"/>
              </a:spcBef>
              <a:buSzPct val="80000"/>
            </a:pPr>
            <a:r>
              <a:rPr lang="en-US" altLang="fr-FR" sz="1600" b="0">
                <a:ea typeface="ＭＳ Ｐゴシック" panose="020B0600070205080204" pitchFamily="34" charset="-128"/>
              </a:rPr>
              <a:t>Chargement des données enfants manuel</a:t>
            </a:r>
          </a:p>
        </p:txBody>
      </p:sp>
      <p:sp>
        <p:nvSpPr>
          <p:cNvPr id="27657" name="AutoShape 3">
            <a:extLst>
              <a:ext uri="{FF2B5EF4-FFF2-40B4-BE49-F238E27FC236}">
                <a16:creationId xmlns:a16="http://schemas.microsoft.com/office/drawing/2014/main" xmlns="" id="{6A0F99E2-D24E-AE8D-2A46-9BE1FAA47AA6}"/>
              </a:ext>
            </a:extLst>
          </p:cNvPr>
          <p:cNvSpPr>
            <a:spLocks noChangeArrowheads="1"/>
          </p:cNvSpPr>
          <p:nvPr/>
        </p:nvSpPr>
        <p:spPr bwMode="auto">
          <a:xfrm>
            <a:off x="3304413" y="3379090"/>
            <a:ext cx="6745288" cy="576263"/>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500" b="0">
                <a:latin typeface="Lucida Sans Typewriter" panose="020B0509030504030204" pitchFamily="49" charset="0"/>
              </a:rPr>
              <a:t>var data = from p in context.Photos.Include("Comments")</a:t>
            </a:r>
          </a:p>
          <a:p>
            <a:pPr eaLnBrk="1" hangingPunct="1"/>
            <a:r>
              <a:rPr lang="en-US" altLang="fr-FR" sz="1500" b="0">
                <a:latin typeface="Lucida Sans Typewriter" panose="020B0509030504030204" pitchFamily="49" charset="0"/>
              </a:rPr>
              <a:t>	   select p;</a:t>
            </a:r>
          </a:p>
        </p:txBody>
      </p:sp>
      <p:sp>
        <p:nvSpPr>
          <p:cNvPr id="27658" name="AutoShape 3">
            <a:extLst>
              <a:ext uri="{FF2B5EF4-FFF2-40B4-BE49-F238E27FC236}">
                <a16:creationId xmlns:a16="http://schemas.microsoft.com/office/drawing/2014/main" xmlns="" id="{343E4256-FCF8-7923-3EAD-DB93D21D40EC}"/>
              </a:ext>
            </a:extLst>
          </p:cNvPr>
          <p:cNvSpPr>
            <a:spLocks noChangeArrowheads="1"/>
          </p:cNvSpPr>
          <p:nvPr/>
        </p:nvSpPr>
        <p:spPr bwMode="auto">
          <a:xfrm>
            <a:off x="3304413" y="5517452"/>
            <a:ext cx="6745288" cy="57626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500" b="0">
                <a:latin typeface="Lucida Sans Typewriter" panose="020B0509030504030204" pitchFamily="49" charset="0"/>
              </a:rPr>
              <a:t>var photo = context.Photos.Find(1);</a:t>
            </a:r>
          </a:p>
          <a:p>
            <a:pPr eaLnBrk="1" hangingPunct="1"/>
            <a:r>
              <a:rPr lang="en-US" altLang="fr-FR" sz="1500" b="0">
                <a:latin typeface="Lucida Sans Typewriter" panose="020B0509030504030204" pitchFamily="49" charset="0"/>
              </a:rPr>
              <a:t>context.Entry(photo).Reference("Comments").Load();</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3">
            <a:extLst>
              <a:ext uri="{FF2B5EF4-FFF2-40B4-BE49-F238E27FC236}">
                <a16:creationId xmlns:a16="http://schemas.microsoft.com/office/drawing/2014/main" xmlns="" id="{07A73153-A42B-31F3-7F21-6891ED64D990}"/>
              </a:ext>
            </a:extLst>
          </p:cNvPr>
          <p:cNvSpPr>
            <a:spLocks noGrp="1" noChangeArrowheads="1"/>
          </p:cNvSpPr>
          <p:nvPr>
            <p:ph type="title"/>
          </p:nvPr>
        </p:nvSpPr>
        <p:spPr/>
        <p:txBody>
          <a:bodyPr/>
          <a:lstStyle/>
          <a:p>
            <a:pPr eaLnBrk="1" hangingPunct="1"/>
            <a:r>
              <a:rPr lang="fr-FR" altLang="fr-FR"/>
              <a:t>Suivi des modifications</a:t>
            </a:r>
          </a:p>
        </p:txBody>
      </p:sp>
      <p:sp>
        <p:nvSpPr>
          <p:cNvPr id="28675" name="AutoShape 4">
            <a:extLst>
              <a:ext uri="{FF2B5EF4-FFF2-40B4-BE49-F238E27FC236}">
                <a16:creationId xmlns:a16="http://schemas.microsoft.com/office/drawing/2014/main" xmlns="" id="{11DDDBC3-4521-83D6-052A-496915B07597}"/>
              </a:ext>
            </a:extLst>
          </p:cNvPr>
          <p:cNvSpPr>
            <a:spLocks noChangeArrowheads="1"/>
          </p:cNvSpPr>
          <p:nvPr/>
        </p:nvSpPr>
        <p:spPr bwMode="auto">
          <a:xfrm>
            <a:off x="1883665" y="1312799"/>
            <a:ext cx="8582025" cy="5272088"/>
          </a:xfrm>
          <a:prstGeom prst="roundRect">
            <a:avLst>
              <a:gd name="adj" fmla="val 4167"/>
            </a:avLst>
          </a:prstGeom>
          <a:solidFill>
            <a:srgbClr val="BBCDE3"/>
          </a:solidFill>
          <a:ln w="9525" algn="ctr">
            <a:solidFill>
              <a:srgbClr val="333333"/>
            </a:solidFill>
            <a:round/>
            <a:headEnd/>
            <a:tailEnd/>
          </a:ln>
        </p:spPr>
        <p:txBody>
          <a:bodyPr/>
          <a:lstStyle>
            <a:lvl1pPr marL="174625" indent="-1746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70000"/>
              </a:spcBef>
              <a:buClr>
                <a:schemeClr val="hlink"/>
              </a:buClr>
              <a:buSzPct val="90000"/>
            </a:pPr>
            <a:endParaRPr lang="en-US" altLang="fr-FR" sz="2000" b="0"/>
          </a:p>
        </p:txBody>
      </p:sp>
      <p:sp>
        <p:nvSpPr>
          <p:cNvPr id="28676" name="AutoShape 25">
            <a:extLst>
              <a:ext uri="{FF2B5EF4-FFF2-40B4-BE49-F238E27FC236}">
                <a16:creationId xmlns:a16="http://schemas.microsoft.com/office/drawing/2014/main" xmlns="" id="{1EAB5F8D-CACB-2F39-201E-BC95361A445C}"/>
              </a:ext>
            </a:extLst>
          </p:cNvPr>
          <p:cNvSpPr>
            <a:spLocks noChangeArrowheads="1"/>
          </p:cNvSpPr>
          <p:nvPr/>
        </p:nvSpPr>
        <p:spPr bwMode="auto">
          <a:xfrm>
            <a:off x="2153539" y="1862075"/>
            <a:ext cx="8078788" cy="81756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L’exécution d’une requête engendre la mise en cache des données dans l’objet de contexte</a:t>
            </a:r>
            <a:endParaRPr lang="en-GB" altLang="fr-FR" sz="2000"/>
          </a:p>
        </p:txBody>
      </p:sp>
      <p:sp>
        <p:nvSpPr>
          <p:cNvPr id="28677" name="AutoShape 25">
            <a:extLst>
              <a:ext uri="{FF2B5EF4-FFF2-40B4-BE49-F238E27FC236}">
                <a16:creationId xmlns:a16="http://schemas.microsoft.com/office/drawing/2014/main" xmlns="" id="{D20205E1-9907-011B-5AED-CEAE16F3A167}"/>
              </a:ext>
            </a:extLst>
          </p:cNvPr>
          <p:cNvSpPr>
            <a:spLocks noChangeArrowheads="1"/>
          </p:cNvSpPr>
          <p:nvPr/>
        </p:nvSpPr>
        <p:spPr bwMode="auto">
          <a:xfrm>
            <a:off x="2153539" y="2938400"/>
            <a:ext cx="8078788" cy="99536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2000" b="0"/>
              <a:t>Par défaut, toute nouvelle lecture ne rafraichit pas les données déjà présentes en cache, seules les nouvelles sont ajoutées</a:t>
            </a:r>
            <a:endParaRPr lang="fr-FR" altLang="fr-FR" sz="2000"/>
          </a:p>
        </p:txBody>
      </p:sp>
      <p:sp>
        <p:nvSpPr>
          <p:cNvPr id="28678" name="AutoShape 25">
            <a:extLst>
              <a:ext uri="{FF2B5EF4-FFF2-40B4-BE49-F238E27FC236}">
                <a16:creationId xmlns:a16="http://schemas.microsoft.com/office/drawing/2014/main" xmlns="" id="{86AB7799-C0E8-4FBA-9128-420888B7AD0D}"/>
              </a:ext>
            </a:extLst>
          </p:cNvPr>
          <p:cNvSpPr>
            <a:spLocks noChangeArrowheads="1"/>
          </p:cNvSpPr>
          <p:nvPr/>
        </p:nvSpPr>
        <p:spPr bwMode="auto">
          <a:xfrm>
            <a:off x="2153539" y="4203637"/>
            <a:ext cx="8078788"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Il est possible de travailler sans ce cache, on parlera d’objets </a:t>
            </a:r>
            <a:r>
              <a:rPr lang="en-US" altLang="fr-FR" sz="2000" b="0" i="1"/>
              <a:t>détachés</a:t>
            </a:r>
            <a:r>
              <a:rPr lang="en-US" altLang="fr-FR" sz="2000" b="0"/>
              <a:t> ou </a:t>
            </a:r>
            <a:r>
              <a:rPr lang="en-US" altLang="fr-FR" sz="2000" b="0" i="1"/>
              <a:t>déconnectés</a:t>
            </a:r>
            <a:endParaRPr lang="en-GB" altLang="fr-FR" sz="2000" i="1"/>
          </a:p>
        </p:txBody>
      </p:sp>
      <p:sp>
        <p:nvSpPr>
          <p:cNvPr id="28679" name="AutoShape 25">
            <a:extLst>
              <a:ext uri="{FF2B5EF4-FFF2-40B4-BE49-F238E27FC236}">
                <a16:creationId xmlns:a16="http://schemas.microsoft.com/office/drawing/2014/main" xmlns="" id="{40CDFA10-54C0-A9CE-A32D-A90501AE0883}"/>
              </a:ext>
            </a:extLst>
          </p:cNvPr>
          <p:cNvSpPr>
            <a:spLocks noChangeArrowheads="1"/>
          </p:cNvSpPr>
          <p:nvPr/>
        </p:nvSpPr>
        <p:spPr bwMode="auto">
          <a:xfrm>
            <a:off x="2153539" y="5224399"/>
            <a:ext cx="8078788"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Cette mise en cache permet le suivi des modifications par le biais de l’objet </a:t>
            </a:r>
            <a:r>
              <a:rPr lang="en-US" altLang="fr-FR" sz="2000"/>
              <a:t>DbChangeTracker</a:t>
            </a:r>
            <a:endParaRPr lang="en-GB" altLang="fr-FR" sz="200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3">
            <a:extLst>
              <a:ext uri="{FF2B5EF4-FFF2-40B4-BE49-F238E27FC236}">
                <a16:creationId xmlns:a16="http://schemas.microsoft.com/office/drawing/2014/main" xmlns="" id="{A0F6F29B-B2FF-7B3E-1E6A-AFC08C600468}"/>
              </a:ext>
            </a:extLst>
          </p:cNvPr>
          <p:cNvSpPr>
            <a:spLocks noGrp="1" noChangeArrowheads="1"/>
          </p:cNvSpPr>
          <p:nvPr>
            <p:ph type="title"/>
          </p:nvPr>
        </p:nvSpPr>
        <p:spPr/>
        <p:txBody>
          <a:bodyPr/>
          <a:lstStyle/>
          <a:p>
            <a:pPr eaLnBrk="1" hangingPunct="1"/>
            <a:r>
              <a:rPr lang="fr-FR" altLang="fr-FR"/>
              <a:t>Suivi des modifications </a:t>
            </a:r>
            <a:r>
              <a:rPr lang="fr-FR" altLang="fr-FR" i="1"/>
              <a:t>(suite)</a:t>
            </a:r>
          </a:p>
        </p:txBody>
      </p:sp>
      <p:sp>
        <p:nvSpPr>
          <p:cNvPr id="29699" name="AutoShape 4">
            <a:extLst>
              <a:ext uri="{FF2B5EF4-FFF2-40B4-BE49-F238E27FC236}">
                <a16:creationId xmlns:a16="http://schemas.microsoft.com/office/drawing/2014/main" xmlns="" id="{6C77F5F5-395B-7B7B-E54F-37BBE33C9563}"/>
              </a:ext>
            </a:extLst>
          </p:cNvPr>
          <p:cNvSpPr>
            <a:spLocks noChangeArrowheads="1"/>
          </p:cNvSpPr>
          <p:nvPr/>
        </p:nvSpPr>
        <p:spPr bwMode="auto">
          <a:xfrm>
            <a:off x="1804987" y="1148207"/>
            <a:ext cx="8582025" cy="5272088"/>
          </a:xfrm>
          <a:prstGeom prst="roundRect">
            <a:avLst>
              <a:gd name="adj" fmla="val 4167"/>
            </a:avLst>
          </a:prstGeom>
          <a:solidFill>
            <a:srgbClr val="BBCDE3"/>
          </a:solidFill>
          <a:ln w="9525" algn="ctr">
            <a:solidFill>
              <a:srgbClr val="333333"/>
            </a:solidFill>
            <a:round/>
            <a:headEnd/>
            <a:tailEnd/>
          </a:ln>
        </p:spPr>
        <p:txBody>
          <a:bodyPr/>
          <a:lstStyle>
            <a:lvl1pPr marL="174625" indent="-174625"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lnSpc>
                <a:spcPct val="90000"/>
              </a:lnSpc>
              <a:spcBef>
                <a:spcPct val="70000"/>
              </a:spcBef>
              <a:buClr>
                <a:schemeClr val="hlink"/>
              </a:buClr>
              <a:buSzPct val="90000"/>
            </a:pPr>
            <a:r>
              <a:rPr lang="en-US" altLang="fr-FR" sz="2000"/>
              <a:t>Solutions de contournement</a:t>
            </a:r>
          </a:p>
        </p:txBody>
      </p:sp>
      <p:sp>
        <p:nvSpPr>
          <p:cNvPr id="29700" name="AutoShape 25">
            <a:extLst>
              <a:ext uri="{FF2B5EF4-FFF2-40B4-BE49-F238E27FC236}">
                <a16:creationId xmlns:a16="http://schemas.microsoft.com/office/drawing/2014/main" xmlns="" id="{1314E029-0A1E-F005-E109-94543DE7BF30}"/>
              </a:ext>
            </a:extLst>
          </p:cNvPr>
          <p:cNvSpPr>
            <a:spLocks noChangeArrowheads="1"/>
          </p:cNvSpPr>
          <p:nvPr/>
        </p:nvSpPr>
        <p:spPr bwMode="auto">
          <a:xfrm>
            <a:off x="1930399" y="1600646"/>
            <a:ext cx="8343900" cy="58737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Travailler sans mise en cache avec la méthode </a:t>
            </a:r>
            <a:r>
              <a:rPr lang="en-US" altLang="fr-FR" sz="2000"/>
              <a:t>AsNoTracking</a:t>
            </a:r>
            <a:endParaRPr lang="en-GB" altLang="fr-FR" sz="2000"/>
          </a:p>
        </p:txBody>
      </p:sp>
      <p:sp>
        <p:nvSpPr>
          <p:cNvPr id="29701" name="AutoShape 25">
            <a:extLst>
              <a:ext uri="{FF2B5EF4-FFF2-40B4-BE49-F238E27FC236}">
                <a16:creationId xmlns:a16="http://schemas.microsoft.com/office/drawing/2014/main" xmlns="" id="{370BCDD1-21D2-D075-9B77-226DEC771395}"/>
              </a:ext>
            </a:extLst>
          </p:cNvPr>
          <p:cNvSpPr>
            <a:spLocks noChangeArrowheads="1"/>
          </p:cNvSpPr>
          <p:nvPr/>
        </p:nvSpPr>
        <p:spPr bwMode="auto">
          <a:xfrm>
            <a:off x="1930399" y="2278507"/>
            <a:ext cx="8343900" cy="496888"/>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2000" b="0"/>
              <a:t>Supprimer le contexte pour le recréer</a:t>
            </a:r>
            <a:endParaRPr lang="fr-FR" altLang="fr-FR" sz="2000"/>
          </a:p>
        </p:txBody>
      </p:sp>
      <p:sp>
        <p:nvSpPr>
          <p:cNvPr id="29702" name="AutoShape 25">
            <a:extLst>
              <a:ext uri="{FF2B5EF4-FFF2-40B4-BE49-F238E27FC236}">
                <a16:creationId xmlns:a16="http://schemas.microsoft.com/office/drawing/2014/main" xmlns="" id="{6165675A-FD24-19F5-83B9-234B19275133}"/>
              </a:ext>
            </a:extLst>
          </p:cNvPr>
          <p:cNvSpPr>
            <a:spLocks noChangeArrowheads="1"/>
          </p:cNvSpPr>
          <p:nvPr/>
        </p:nvSpPr>
        <p:spPr bwMode="auto">
          <a:xfrm>
            <a:off x="1930399" y="2859532"/>
            <a:ext cx="8343900" cy="10541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Caster la requête (</a:t>
            </a:r>
            <a:r>
              <a:rPr lang="en-US" altLang="fr-FR" sz="2000"/>
              <a:t>DbQuery&lt;T&gt;</a:t>
            </a:r>
            <a:r>
              <a:rPr lang="en-US" altLang="fr-FR" sz="2000" b="0"/>
              <a:t>) en </a:t>
            </a:r>
            <a:r>
              <a:rPr lang="en-US" altLang="fr-FR" sz="2000"/>
              <a:t>ObjectQuery&lt;T&gt;</a:t>
            </a:r>
            <a:r>
              <a:rPr lang="en-US" altLang="fr-FR" sz="2000" b="0"/>
              <a:t> pour accéder la propriété </a:t>
            </a:r>
            <a:r>
              <a:rPr lang="en-US" altLang="fr-FR" sz="2000"/>
              <a:t>MergeOption</a:t>
            </a:r>
            <a:r>
              <a:rPr lang="en-US" altLang="fr-FR" sz="2000" b="0"/>
              <a:t> (NoTracking, AppendOnly, OverwriteChanges, PreserveChanges)</a:t>
            </a:r>
            <a:endParaRPr lang="en-GB" altLang="fr-FR" sz="2000" i="1"/>
          </a:p>
        </p:txBody>
      </p:sp>
      <p:sp>
        <p:nvSpPr>
          <p:cNvPr id="29703" name="AutoShape 25">
            <a:extLst>
              <a:ext uri="{FF2B5EF4-FFF2-40B4-BE49-F238E27FC236}">
                <a16:creationId xmlns:a16="http://schemas.microsoft.com/office/drawing/2014/main" xmlns="" id="{B8CE5ADC-C994-712A-E5F7-6761CB709C5F}"/>
              </a:ext>
            </a:extLst>
          </p:cNvPr>
          <p:cNvSpPr>
            <a:spLocks noChangeArrowheads="1"/>
          </p:cNvSpPr>
          <p:nvPr/>
        </p:nvSpPr>
        <p:spPr bwMode="auto">
          <a:xfrm>
            <a:off x="1930399" y="4005707"/>
            <a:ext cx="8343900" cy="7048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b="0"/>
              <a:t>Forcer une mise à jour des données (méthode </a:t>
            </a:r>
            <a:r>
              <a:rPr lang="en-US" altLang="fr-FR" sz="2000"/>
              <a:t>Reload</a:t>
            </a:r>
            <a:r>
              <a:rPr lang="en-US" altLang="fr-FR" sz="2000" b="0"/>
              <a:t> sur l’entité ou </a:t>
            </a:r>
            <a:r>
              <a:rPr lang="en-US" altLang="fr-FR" sz="2000"/>
              <a:t>Refresh</a:t>
            </a:r>
            <a:r>
              <a:rPr lang="en-US" altLang="fr-FR" sz="2000" b="0"/>
              <a:t> sur le contexte)</a:t>
            </a:r>
            <a:endParaRPr lang="en-GB" altLang="fr-FR" sz="2000"/>
          </a:p>
        </p:txBody>
      </p:sp>
      <p:sp>
        <p:nvSpPr>
          <p:cNvPr id="29704" name="AutoShape 25">
            <a:extLst>
              <a:ext uri="{FF2B5EF4-FFF2-40B4-BE49-F238E27FC236}">
                <a16:creationId xmlns:a16="http://schemas.microsoft.com/office/drawing/2014/main" xmlns="" id="{04BA6F1C-B0E4-0568-1B6B-565E45B8E9C3}"/>
              </a:ext>
            </a:extLst>
          </p:cNvPr>
          <p:cNvSpPr>
            <a:spLocks noChangeArrowheads="1"/>
          </p:cNvSpPr>
          <p:nvPr/>
        </p:nvSpPr>
        <p:spPr bwMode="auto">
          <a:xfrm>
            <a:off x="1930399" y="4772471"/>
            <a:ext cx="8343900" cy="74612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2000" b="0"/>
              <a:t>Supprimer un objet du cache (en changeant son état à </a:t>
            </a:r>
            <a:r>
              <a:rPr lang="fr-FR" altLang="fr-FR" sz="2000" b="0" i="1"/>
              <a:t>détaché</a:t>
            </a:r>
            <a:r>
              <a:rPr lang="fr-FR" altLang="fr-FR" sz="2000" b="0"/>
              <a:t>) afin de le recharger depuis la base</a:t>
            </a:r>
            <a:endParaRPr lang="fr-FR" altLang="fr-FR" sz="2000" i="1"/>
          </a:p>
        </p:txBody>
      </p:sp>
      <p:sp>
        <p:nvSpPr>
          <p:cNvPr id="29705" name="AutoShape 25">
            <a:extLst>
              <a:ext uri="{FF2B5EF4-FFF2-40B4-BE49-F238E27FC236}">
                <a16:creationId xmlns:a16="http://schemas.microsoft.com/office/drawing/2014/main" xmlns="" id="{08A2821E-7552-6605-AF26-60BAA8BD6649}"/>
              </a:ext>
            </a:extLst>
          </p:cNvPr>
          <p:cNvSpPr>
            <a:spLocks noChangeArrowheads="1"/>
          </p:cNvSpPr>
          <p:nvPr/>
        </p:nvSpPr>
        <p:spPr bwMode="auto">
          <a:xfrm>
            <a:off x="1930399" y="5585271"/>
            <a:ext cx="8343900" cy="75088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2000" b="0"/>
              <a:t>Appeler la méthode </a:t>
            </a:r>
            <a:r>
              <a:rPr lang="fr-FR" altLang="fr-FR" sz="2000"/>
              <a:t>GetDatabaseValues</a:t>
            </a:r>
            <a:r>
              <a:rPr lang="fr-FR" altLang="fr-FR" sz="2000" b="0"/>
              <a:t> pour charger les données de la base sans modification du cache</a:t>
            </a:r>
            <a:endParaRPr lang="fr-FR" altLang="fr-FR" sz="2000"/>
          </a:p>
        </p:txBody>
      </p:sp>
      <p:sp>
        <p:nvSpPr>
          <p:cNvPr id="29706" name="ZoneTexte 1">
            <a:extLst>
              <a:ext uri="{FF2B5EF4-FFF2-40B4-BE49-F238E27FC236}">
                <a16:creationId xmlns:a16="http://schemas.microsoft.com/office/drawing/2014/main" xmlns="" id="{3853B9EE-8F70-13FE-3350-A3D15B47E59E}"/>
              </a:ext>
            </a:extLst>
          </p:cNvPr>
          <p:cNvSpPr txBox="1">
            <a:spLocks noChangeArrowheads="1"/>
          </p:cNvSpPr>
          <p:nvPr/>
        </p:nvSpPr>
        <p:spPr bwMode="auto">
          <a:xfrm>
            <a:off x="3076574" y="6526657"/>
            <a:ext cx="605155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fr-FR" altLang="fr-FR" sz="1100"/>
              <a:t>http://codethug.com/2016/02/19/Entity-Framework-Cache-Busting/</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5">
            <a:extLst>
              <a:ext uri="{FF2B5EF4-FFF2-40B4-BE49-F238E27FC236}">
                <a16:creationId xmlns:a16="http://schemas.microsoft.com/office/drawing/2014/main" xmlns="" id="{9C0BA417-0026-AB4E-29B3-6406AD83BDFE}"/>
              </a:ext>
            </a:extLst>
          </p:cNvPr>
          <p:cNvSpPr txBox="1">
            <a:spLocks noChangeArrowheads="1"/>
          </p:cNvSpPr>
          <p:nvPr/>
        </p:nvSpPr>
        <p:spPr bwMode="auto">
          <a:xfrm>
            <a:off x="4365268" y="917973"/>
            <a:ext cx="7751762" cy="4386262"/>
          </a:xfrm>
          <a:prstGeom prst="rect">
            <a:avLst/>
          </a:prstGeom>
          <a:noFill/>
          <a:ln w="9525">
            <a:noFill/>
            <a:miter lim="800000"/>
            <a:headEnd/>
            <a:tailEnd/>
          </a:ln>
        </p:spPr>
        <p:txBody>
          <a:bodyPr lIns="0" tIns="0" rIns="0" bIns="0"/>
          <a:lstStyle/>
          <a:p>
            <a:pPr marL="174625" indent="-174625">
              <a:lnSpc>
                <a:spcPct val="90000"/>
              </a:lnSpc>
              <a:spcBef>
                <a:spcPct val="70000"/>
              </a:spcBef>
              <a:buClr>
                <a:schemeClr val="hlink"/>
              </a:buClr>
              <a:buSzPct val="90000"/>
              <a:buFontTx/>
              <a:buChar char="•"/>
              <a:defRPr/>
            </a:pPr>
            <a:r>
              <a:rPr lang="fr-FR" sz="2000" kern="0" dirty="0"/>
              <a:t>Exercice 1: </a:t>
            </a:r>
            <a:r>
              <a:rPr lang="fr-FR" sz="2000" dirty="0">
                <a:cs typeface="Arial" charset="0"/>
              </a:rPr>
              <a:t>Utilisation d’</a:t>
            </a:r>
            <a:r>
              <a:rPr lang="fr-FR" sz="2000" dirty="0" err="1">
                <a:cs typeface="Arial" charset="0"/>
              </a:rPr>
              <a:t>Entity</a:t>
            </a:r>
            <a:r>
              <a:rPr lang="fr-FR" sz="2000" dirty="0">
                <a:cs typeface="Arial" charset="0"/>
              </a:rPr>
              <a:t> Framework</a:t>
            </a:r>
            <a:endParaRPr lang="fr-FR" sz="2000" kern="0" dirty="0"/>
          </a:p>
          <a:p>
            <a:pPr marL="174625" indent="-174625">
              <a:lnSpc>
                <a:spcPct val="90000"/>
              </a:lnSpc>
              <a:spcBef>
                <a:spcPct val="70000"/>
              </a:spcBef>
              <a:buClr>
                <a:schemeClr val="hlink"/>
              </a:buClr>
              <a:buSzPct val="90000"/>
              <a:buFontTx/>
              <a:buChar char="•"/>
              <a:defRPr/>
            </a:pPr>
            <a:r>
              <a:rPr lang="fr-FR" sz="2000" kern="0" dirty="0"/>
              <a:t>Exercice 2: Manipulation de requêtes LINQ</a:t>
            </a:r>
          </a:p>
        </p:txBody>
      </p:sp>
      <p:sp>
        <p:nvSpPr>
          <p:cNvPr id="30723" name="Rectangle 64">
            <a:extLst>
              <a:ext uri="{FF2B5EF4-FFF2-40B4-BE49-F238E27FC236}">
                <a16:creationId xmlns:a16="http://schemas.microsoft.com/office/drawing/2014/main" xmlns="" id="{244BC82C-D1DC-B9AC-40C2-BD7A2589B036}"/>
              </a:ext>
            </a:extLst>
          </p:cNvPr>
          <p:cNvSpPr>
            <a:spLocks noGrp="1" noChangeArrowheads="1"/>
          </p:cNvSpPr>
          <p:nvPr>
            <p:ph type="title"/>
          </p:nvPr>
        </p:nvSpPr>
        <p:spPr/>
        <p:txBody>
          <a:bodyPr/>
          <a:lstStyle/>
          <a:p>
            <a:pPr eaLnBrk="1" hangingPunct="1"/>
            <a:r>
              <a:rPr lang="fr-FR" altLang="fr-FR"/>
              <a:t>Atelier </a:t>
            </a:r>
          </a:p>
        </p:txBody>
      </p:sp>
      <p:sp>
        <p:nvSpPr>
          <p:cNvPr id="4" name="Espace réservé du texte 3">
            <a:extLst>
              <a:ext uri="{FF2B5EF4-FFF2-40B4-BE49-F238E27FC236}">
                <a16:creationId xmlns:a16="http://schemas.microsoft.com/office/drawing/2014/main" xmlns="" id="{F19AC346-F9F7-9830-C86F-A0566CB459CE}"/>
              </a:ext>
            </a:extLst>
          </p:cNvPr>
          <p:cNvSpPr>
            <a:spLocks noGrp="1"/>
          </p:cNvSpPr>
          <p:nvPr>
            <p:ph type="body" sz="quarter" idx="20"/>
          </p:nvPr>
        </p:nvSpPr>
        <p:spPr/>
        <p:txBody>
          <a:bodyPr/>
          <a:lstStyle/>
          <a:p>
            <a:endParaRPr lang="fr-F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xmlns="" id="{9D2F2A11-2005-23CC-A46A-FF8EC457E4DA}"/>
              </a:ext>
            </a:extLst>
          </p:cNvPr>
          <p:cNvSpPr>
            <a:spLocks/>
          </p:cNvSpPr>
          <p:nvPr/>
        </p:nvSpPr>
        <p:spPr bwMode="auto">
          <a:xfrm>
            <a:off x="2558734" y="2676145"/>
            <a:ext cx="4097337"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lnSpc>
                <a:spcPct val="95000"/>
              </a:lnSpc>
              <a:spcBef>
                <a:spcPct val="60000"/>
              </a:spcBef>
              <a:buClr>
                <a:srgbClr val="006699"/>
              </a:buClr>
              <a:buFontTx/>
              <a:buNone/>
            </a:pPr>
            <a:r>
              <a:rPr lang="en-GB" altLang="fr-FR" sz="2600" b="1" dirty="0" err="1">
                <a:solidFill>
                  <a:schemeClr val="bg1"/>
                </a:solidFill>
                <a:latin typeface="+mj-lt"/>
              </a:rPr>
              <a:t>Chapitre</a:t>
            </a:r>
            <a:r>
              <a:rPr lang="en-GB" altLang="fr-FR" sz="2600" b="1" dirty="0">
                <a:solidFill>
                  <a:schemeClr val="bg1"/>
                </a:solidFill>
                <a:latin typeface="+mj-lt"/>
              </a:rPr>
              <a:t> 5</a:t>
            </a:r>
          </a:p>
          <a:p>
            <a:pPr algn="ctr" eaLnBrk="1" hangingPunct="1">
              <a:lnSpc>
                <a:spcPct val="95000"/>
              </a:lnSpc>
              <a:spcBef>
                <a:spcPct val="60000"/>
              </a:spcBef>
              <a:buClr>
                <a:srgbClr val="006699"/>
              </a:buClr>
              <a:buFontTx/>
              <a:buNone/>
            </a:pPr>
            <a:r>
              <a:rPr lang="en-GB" altLang="fr-FR" sz="2600" b="1" dirty="0">
                <a:solidFill>
                  <a:schemeClr val="bg1"/>
                </a:solidFill>
                <a:latin typeface="+mj-lt"/>
              </a:rPr>
              <a:t>Mise à jour des données à travers Entity Framework</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xmlns="" id="{157ADC36-26BF-3E1A-9770-910A5CFD14CA}"/>
              </a:ext>
            </a:extLst>
          </p:cNvPr>
          <p:cNvSpPr>
            <a:spLocks noGrp="1" noChangeArrowheads="1"/>
          </p:cNvSpPr>
          <p:nvPr>
            <p:ph type="body" sz="quarter" idx="12"/>
          </p:nvPr>
        </p:nvSpPr>
        <p:spPr/>
        <p:txBody>
          <a:bodyPr/>
          <a:lstStyle/>
          <a:p>
            <a:pPr eaLnBrk="1" hangingPunct="1"/>
            <a:r>
              <a:rPr lang="fr-FR" altLang="fr-FR"/>
              <a:t>Insertion, modification et suppression</a:t>
            </a:r>
          </a:p>
          <a:p>
            <a:pPr eaLnBrk="1" hangingPunct="1"/>
            <a:r>
              <a:rPr lang="fr-FR" altLang="fr-FR"/>
              <a:t>Scénario multi-utilisateurs</a:t>
            </a:r>
          </a:p>
        </p:txBody>
      </p:sp>
      <p:sp>
        <p:nvSpPr>
          <p:cNvPr id="6146" name="Rectangle 2">
            <a:extLst>
              <a:ext uri="{FF2B5EF4-FFF2-40B4-BE49-F238E27FC236}">
                <a16:creationId xmlns:a16="http://schemas.microsoft.com/office/drawing/2014/main" xmlns="" id="{D6B57AD2-6D49-D8AC-FBE5-90177BDC2D93}"/>
              </a:ext>
            </a:extLst>
          </p:cNvPr>
          <p:cNvSpPr>
            <a:spLocks noGrp="1" noChangeArrowheads="1"/>
          </p:cNvSpPr>
          <p:nvPr>
            <p:ph type="title"/>
          </p:nvPr>
        </p:nvSpPr>
        <p:spPr/>
        <p:txBody>
          <a:bodyPr/>
          <a:lstStyle/>
          <a:p>
            <a:pPr eaLnBrk="1" hangingPunct="1"/>
            <a:r>
              <a:rPr lang="fr-FR" altLang="fr-FR"/>
              <a:t>Vue d’ensemble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xmlns="" id="{717E0ECF-3D22-32A9-A832-6FC814771C68}"/>
              </a:ext>
            </a:extLst>
          </p:cNvPr>
          <p:cNvSpPr>
            <a:spLocks noGrp="1" noChangeArrowheads="1"/>
          </p:cNvSpPr>
          <p:nvPr>
            <p:ph type="body" sz="quarter" idx="12"/>
          </p:nvPr>
        </p:nvSpPr>
        <p:spPr/>
        <p:txBody>
          <a:bodyPr/>
          <a:lstStyle/>
          <a:p>
            <a:pPr eaLnBrk="1" hangingPunct="1"/>
            <a:r>
              <a:rPr lang="fr-FR" altLang="fr-FR"/>
              <a:t>Approche connectée </a:t>
            </a:r>
          </a:p>
          <a:p>
            <a:pPr eaLnBrk="1" hangingPunct="1"/>
            <a:r>
              <a:rPr lang="fr-FR" altLang="fr-FR"/>
              <a:t>Mise en œuvre</a:t>
            </a:r>
          </a:p>
          <a:p>
            <a:pPr eaLnBrk="1" hangingPunct="1"/>
            <a:r>
              <a:rPr lang="fr-FR" altLang="fr-FR"/>
              <a:t>Approche déconnectée</a:t>
            </a:r>
          </a:p>
          <a:p>
            <a:pPr eaLnBrk="1" hangingPunct="1"/>
            <a:r>
              <a:rPr lang="fr-FR" altLang="fr-FR"/>
              <a:t>Gestion d’objets détachés</a:t>
            </a:r>
          </a:p>
          <a:p>
            <a:pPr eaLnBrk="1" hangingPunct="1"/>
            <a:r>
              <a:rPr lang="fr-FR" altLang="fr-FR"/>
              <a:t>Ajout</a:t>
            </a:r>
          </a:p>
          <a:p>
            <a:pPr eaLnBrk="1" hangingPunct="1"/>
            <a:r>
              <a:rPr lang="fr-FR" altLang="fr-FR"/>
              <a:t>Mise à jour</a:t>
            </a:r>
          </a:p>
          <a:p>
            <a:pPr eaLnBrk="1" hangingPunct="1"/>
            <a:r>
              <a:rPr lang="fr-FR" altLang="fr-FR"/>
              <a:t>Suppression</a:t>
            </a:r>
          </a:p>
        </p:txBody>
      </p:sp>
      <p:sp>
        <p:nvSpPr>
          <p:cNvPr id="7170" name="Rectangle 2">
            <a:extLst>
              <a:ext uri="{FF2B5EF4-FFF2-40B4-BE49-F238E27FC236}">
                <a16:creationId xmlns:a16="http://schemas.microsoft.com/office/drawing/2014/main" xmlns="" id="{1ADD1E62-5247-3E83-F8CB-534D23EAA4E4}"/>
              </a:ext>
            </a:extLst>
          </p:cNvPr>
          <p:cNvSpPr>
            <a:spLocks noGrp="1" noChangeArrowheads="1"/>
          </p:cNvSpPr>
          <p:nvPr>
            <p:ph type="title"/>
          </p:nvPr>
        </p:nvSpPr>
        <p:spPr>
          <a:xfrm>
            <a:off x="1486094" y="600374"/>
            <a:ext cx="10393178" cy="880954"/>
          </a:xfrm>
        </p:spPr>
        <p:txBody>
          <a:bodyPr/>
          <a:lstStyle/>
          <a:p>
            <a:pPr eaLnBrk="1" hangingPunct="1"/>
            <a:r>
              <a:rPr lang="fr-FR" altLang="fr-FR" dirty="0"/>
              <a:t>Leçon 1: Insertion, modification et suppression</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xmlns="" id="{AD9A2527-E752-BE2B-2EB3-AB6693DA5154}"/>
              </a:ext>
            </a:extLst>
          </p:cNvPr>
          <p:cNvSpPr>
            <a:spLocks noGrp="1" noChangeArrowheads="1"/>
          </p:cNvSpPr>
          <p:nvPr>
            <p:ph type="title"/>
          </p:nvPr>
        </p:nvSpPr>
        <p:spPr>
          <a:xfrm>
            <a:off x="1385510" y="509093"/>
            <a:ext cx="10393178" cy="639294"/>
          </a:xfrm>
        </p:spPr>
        <p:txBody>
          <a:bodyPr/>
          <a:lstStyle/>
          <a:p>
            <a:pPr eaLnBrk="1" hangingPunct="1"/>
            <a:r>
              <a:rPr lang="fr-FR" altLang="fr-FR"/>
              <a:t>Approche connectée</a:t>
            </a:r>
          </a:p>
        </p:txBody>
      </p:sp>
      <p:sp>
        <p:nvSpPr>
          <p:cNvPr id="8195" name="Rectangle à coins arrondis 1">
            <a:extLst>
              <a:ext uri="{FF2B5EF4-FFF2-40B4-BE49-F238E27FC236}">
                <a16:creationId xmlns:a16="http://schemas.microsoft.com/office/drawing/2014/main" xmlns="" id="{2E2CEEB5-D1A1-53B3-6819-C793AB13A489}"/>
              </a:ext>
            </a:extLst>
          </p:cNvPr>
          <p:cNvSpPr>
            <a:spLocks noChangeArrowheads="1"/>
          </p:cNvSpPr>
          <p:nvPr/>
        </p:nvSpPr>
        <p:spPr bwMode="auto">
          <a:xfrm>
            <a:off x="2438465" y="1265068"/>
            <a:ext cx="5038725" cy="4916488"/>
          </a:xfrm>
          <a:prstGeom prst="roundRect">
            <a:avLst>
              <a:gd name="adj" fmla="val 16667"/>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endParaRPr lang="fr-FR" altLang="fr-FR" sz="1800"/>
          </a:p>
        </p:txBody>
      </p:sp>
      <p:sp>
        <p:nvSpPr>
          <p:cNvPr id="3" name="Rectangle à coins arrondis 2">
            <a:extLst>
              <a:ext uri="{FF2B5EF4-FFF2-40B4-BE49-F238E27FC236}">
                <a16:creationId xmlns:a16="http://schemas.microsoft.com/office/drawing/2014/main" xmlns="" id="{238D5372-6DBB-5DFA-15DD-E0A04F1DF93B}"/>
              </a:ext>
            </a:extLst>
          </p:cNvPr>
          <p:cNvSpPr/>
          <p:nvPr/>
        </p:nvSpPr>
        <p:spPr bwMode="auto">
          <a:xfrm>
            <a:off x="5986526" y="1652418"/>
            <a:ext cx="1430338" cy="4178300"/>
          </a:xfrm>
          <a:prstGeom prst="round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lIns="182880" rIns="182880" anchor="ctr"/>
          <a:lstStyle/>
          <a:p>
            <a:pPr algn="ctr" eaLnBrk="0" hangingPunct="0">
              <a:defRPr/>
            </a:pPr>
            <a:r>
              <a:rPr lang="fr-FR" sz="1400" dirty="0">
                <a:solidFill>
                  <a:schemeClr val="tx1"/>
                </a:solidFill>
              </a:rPr>
              <a:t>Contexte</a:t>
            </a:r>
          </a:p>
          <a:p>
            <a:pPr algn="ctr" eaLnBrk="0" hangingPunct="0">
              <a:defRPr/>
            </a:pPr>
            <a:r>
              <a:rPr lang="fr-FR" dirty="0">
                <a:solidFill>
                  <a:schemeClr val="tx1"/>
                </a:solidFill>
              </a:rPr>
              <a:t>EF</a:t>
            </a:r>
            <a:endParaRPr lang="fr-FR" sz="1400" dirty="0">
              <a:solidFill>
                <a:schemeClr val="tx1"/>
              </a:solidFill>
            </a:endParaRPr>
          </a:p>
        </p:txBody>
      </p:sp>
      <p:sp>
        <p:nvSpPr>
          <p:cNvPr id="4" name="Cylindre 3">
            <a:extLst>
              <a:ext uri="{FF2B5EF4-FFF2-40B4-BE49-F238E27FC236}">
                <a16:creationId xmlns:a16="http://schemas.microsoft.com/office/drawing/2014/main" xmlns="" id="{77C9C342-3B52-0D8D-593B-6D76E03C0D88}"/>
              </a:ext>
            </a:extLst>
          </p:cNvPr>
          <p:cNvSpPr/>
          <p:nvPr/>
        </p:nvSpPr>
        <p:spPr bwMode="auto">
          <a:xfrm>
            <a:off x="8204265" y="3031957"/>
            <a:ext cx="1863725" cy="1381125"/>
          </a:xfrm>
          <a:prstGeom prst="can">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lIns="182880" rIns="182880" anchor="ctr"/>
          <a:lstStyle/>
          <a:p>
            <a:pPr algn="ctr" eaLnBrk="0" hangingPunct="0">
              <a:defRPr/>
            </a:pPr>
            <a:r>
              <a:rPr lang="fr-FR" dirty="0">
                <a:solidFill>
                  <a:schemeClr val="tx1"/>
                </a:solidFill>
              </a:rPr>
              <a:t>Base de données</a:t>
            </a:r>
          </a:p>
        </p:txBody>
      </p:sp>
      <p:sp>
        <p:nvSpPr>
          <p:cNvPr id="5" name="Flèche à angle droit 4">
            <a:extLst>
              <a:ext uri="{FF2B5EF4-FFF2-40B4-BE49-F238E27FC236}">
                <a16:creationId xmlns:a16="http://schemas.microsoft.com/office/drawing/2014/main" xmlns="" id="{C263A699-01D9-B5CD-8931-833BD79A03E8}"/>
              </a:ext>
            </a:extLst>
          </p:cNvPr>
          <p:cNvSpPr/>
          <p:nvPr/>
        </p:nvSpPr>
        <p:spPr bwMode="auto">
          <a:xfrm rot="16200000">
            <a:off x="6677883" y="319712"/>
            <a:ext cx="1295400" cy="3960813"/>
          </a:xfrm>
          <a:prstGeom prst="bentUpArrow">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lIns="182880" rIns="182880" anchor="ctr"/>
          <a:lstStyle/>
          <a:p>
            <a:pPr algn="ctr" eaLnBrk="0" hangingPunct="0">
              <a:defRPr/>
            </a:pPr>
            <a:endParaRPr lang="fr-FR" dirty="0">
              <a:solidFill>
                <a:schemeClr val="tx1"/>
              </a:solidFill>
            </a:endParaRPr>
          </a:p>
        </p:txBody>
      </p:sp>
      <p:sp>
        <p:nvSpPr>
          <p:cNvPr id="8199" name="ZoneTexte 5">
            <a:extLst>
              <a:ext uri="{FF2B5EF4-FFF2-40B4-BE49-F238E27FC236}">
                <a16:creationId xmlns:a16="http://schemas.microsoft.com/office/drawing/2014/main" xmlns="" id="{A75090B0-0FC4-9762-6A33-E3F7214EA0AB}"/>
              </a:ext>
            </a:extLst>
          </p:cNvPr>
          <p:cNvSpPr txBox="1">
            <a:spLocks noChangeArrowheads="1"/>
          </p:cNvSpPr>
          <p:nvPr/>
        </p:nvSpPr>
        <p:spPr bwMode="auto">
          <a:xfrm>
            <a:off x="6926327" y="1785768"/>
            <a:ext cx="162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Lecture</a:t>
            </a:r>
          </a:p>
        </p:txBody>
      </p:sp>
      <p:sp>
        <p:nvSpPr>
          <p:cNvPr id="18" name="Flèche à angle droit 17">
            <a:extLst>
              <a:ext uri="{FF2B5EF4-FFF2-40B4-BE49-F238E27FC236}">
                <a16:creationId xmlns:a16="http://schemas.microsoft.com/office/drawing/2014/main" xmlns="" id="{E29EF54C-7045-8B2D-9550-7F6D0DED2295}"/>
              </a:ext>
            </a:extLst>
          </p:cNvPr>
          <p:cNvSpPr/>
          <p:nvPr/>
        </p:nvSpPr>
        <p:spPr bwMode="auto">
          <a:xfrm rot="10800000" flipH="1" flipV="1">
            <a:off x="5646801" y="4462294"/>
            <a:ext cx="3829050" cy="1204913"/>
          </a:xfrm>
          <a:prstGeom prst="bentUpArrow">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lIns="182880" rIns="182880" anchor="ctr"/>
          <a:lstStyle/>
          <a:p>
            <a:pPr algn="ctr" eaLnBrk="0" hangingPunct="0">
              <a:defRPr/>
            </a:pPr>
            <a:endParaRPr lang="fr-FR" dirty="0">
              <a:solidFill>
                <a:schemeClr val="tx1"/>
              </a:solidFill>
            </a:endParaRPr>
          </a:p>
        </p:txBody>
      </p:sp>
      <p:sp>
        <p:nvSpPr>
          <p:cNvPr id="8201" name="ZoneTexte 18">
            <a:extLst>
              <a:ext uri="{FF2B5EF4-FFF2-40B4-BE49-F238E27FC236}">
                <a16:creationId xmlns:a16="http://schemas.microsoft.com/office/drawing/2014/main" xmlns="" id="{32231812-7D4D-8B05-8C8C-9696FFDB1FCD}"/>
              </a:ext>
            </a:extLst>
          </p:cNvPr>
          <p:cNvSpPr txBox="1">
            <a:spLocks noChangeArrowheads="1"/>
          </p:cNvSpPr>
          <p:nvPr/>
        </p:nvSpPr>
        <p:spPr bwMode="auto">
          <a:xfrm>
            <a:off x="6883465" y="5322718"/>
            <a:ext cx="1628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Ecriture</a:t>
            </a:r>
          </a:p>
        </p:txBody>
      </p:sp>
      <p:sp>
        <p:nvSpPr>
          <p:cNvPr id="8202" name="ZoneTexte 6">
            <a:extLst>
              <a:ext uri="{FF2B5EF4-FFF2-40B4-BE49-F238E27FC236}">
                <a16:creationId xmlns:a16="http://schemas.microsoft.com/office/drawing/2014/main" xmlns="" id="{7C0324E6-06A9-61F0-CA97-B496DAC2BFEF}"/>
              </a:ext>
            </a:extLst>
          </p:cNvPr>
          <p:cNvSpPr txBox="1">
            <a:spLocks noChangeArrowheads="1"/>
          </p:cNvSpPr>
          <p:nvPr/>
        </p:nvSpPr>
        <p:spPr bwMode="auto">
          <a:xfrm>
            <a:off x="4118039" y="1239668"/>
            <a:ext cx="1457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Application</a:t>
            </a:r>
          </a:p>
        </p:txBody>
      </p:sp>
      <p:sp>
        <p:nvSpPr>
          <p:cNvPr id="45" name="Ellipse 44">
            <a:extLst>
              <a:ext uri="{FF2B5EF4-FFF2-40B4-BE49-F238E27FC236}">
                <a16:creationId xmlns:a16="http://schemas.microsoft.com/office/drawing/2014/main" xmlns="" id="{87B96CA2-3898-9D63-F729-673FAA95AB76}"/>
              </a:ext>
            </a:extLst>
          </p:cNvPr>
          <p:cNvSpPr/>
          <p:nvPr/>
        </p:nvSpPr>
        <p:spPr bwMode="auto">
          <a:xfrm>
            <a:off x="3121089" y="1482557"/>
            <a:ext cx="908050" cy="612775"/>
          </a:xfrm>
          <a:prstGeom prst="ellipse">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8204" name="ZoneTexte 45">
            <a:extLst>
              <a:ext uri="{FF2B5EF4-FFF2-40B4-BE49-F238E27FC236}">
                <a16:creationId xmlns:a16="http://schemas.microsoft.com/office/drawing/2014/main" xmlns="" id="{AE53E28F-57E0-1727-251D-3BF9691771D3}"/>
              </a:ext>
            </a:extLst>
          </p:cNvPr>
          <p:cNvSpPr txBox="1">
            <a:spLocks noChangeArrowheads="1"/>
          </p:cNvSpPr>
          <p:nvPr/>
        </p:nvSpPr>
        <p:spPr bwMode="auto">
          <a:xfrm>
            <a:off x="3240152" y="1650832"/>
            <a:ext cx="6699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200"/>
              <a:t>Photo</a:t>
            </a:r>
          </a:p>
        </p:txBody>
      </p:sp>
      <p:grpSp>
        <p:nvGrpSpPr>
          <p:cNvPr id="8205" name="Groupe 46">
            <a:extLst>
              <a:ext uri="{FF2B5EF4-FFF2-40B4-BE49-F238E27FC236}">
                <a16:creationId xmlns:a16="http://schemas.microsoft.com/office/drawing/2014/main" xmlns="" id="{264BB92D-18A1-591A-B4FC-C1AD83DC3A40}"/>
              </a:ext>
            </a:extLst>
          </p:cNvPr>
          <p:cNvGrpSpPr>
            <a:grpSpLocks/>
          </p:cNvGrpSpPr>
          <p:nvPr/>
        </p:nvGrpSpPr>
        <p:grpSpPr bwMode="auto">
          <a:xfrm>
            <a:off x="3519552" y="2639843"/>
            <a:ext cx="1019175" cy="611188"/>
            <a:chOff x="1007202" y="2253702"/>
            <a:chExt cx="1019254" cy="612000"/>
          </a:xfrm>
        </p:grpSpPr>
        <p:sp>
          <p:nvSpPr>
            <p:cNvPr id="48" name="Ellipse 47">
              <a:extLst>
                <a:ext uri="{FF2B5EF4-FFF2-40B4-BE49-F238E27FC236}">
                  <a16:creationId xmlns:a16="http://schemas.microsoft.com/office/drawing/2014/main" xmlns="" id="{64AB1E3A-C44E-124F-2D1F-3779DF2CEA57}"/>
                </a:ext>
              </a:extLst>
            </p:cNvPr>
            <p:cNvSpPr/>
            <p:nvPr/>
          </p:nvSpPr>
          <p:spPr bwMode="auto">
            <a:xfrm>
              <a:off x="1024666" y="2253702"/>
              <a:ext cx="909708" cy="612000"/>
            </a:xfrm>
            <a:prstGeom prst="ellipse">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8234" name="ZoneTexte 48">
              <a:extLst>
                <a:ext uri="{FF2B5EF4-FFF2-40B4-BE49-F238E27FC236}">
                  <a16:creationId xmlns:a16="http://schemas.microsoft.com/office/drawing/2014/main" xmlns="" id="{2A6A50B2-71B3-143B-CED5-E4C3CB0E3B9A}"/>
                </a:ext>
              </a:extLst>
            </p:cNvPr>
            <p:cNvSpPr txBox="1">
              <a:spLocks noChangeArrowheads="1"/>
            </p:cNvSpPr>
            <p:nvPr/>
          </p:nvSpPr>
          <p:spPr bwMode="auto">
            <a:xfrm>
              <a:off x="1007202" y="2448834"/>
              <a:ext cx="101925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grpSp>
      <p:grpSp>
        <p:nvGrpSpPr>
          <p:cNvPr id="8206" name="Groupe 49">
            <a:extLst>
              <a:ext uri="{FF2B5EF4-FFF2-40B4-BE49-F238E27FC236}">
                <a16:creationId xmlns:a16="http://schemas.microsoft.com/office/drawing/2014/main" xmlns="" id="{BC664564-8BF8-B57D-B9F6-3C626D0F00F7}"/>
              </a:ext>
            </a:extLst>
          </p:cNvPr>
          <p:cNvGrpSpPr>
            <a:grpSpLocks/>
          </p:cNvGrpSpPr>
          <p:nvPr/>
        </p:nvGrpSpPr>
        <p:grpSpPr bwMode="auto">
          <a:xfrm>
            <a:off x="2548002" y="2328694"/>
            <a:ext cx="1019175" cy="612775"/>
            <a:chOff x="1007202" y="2253702"/>
            <a:chExt cx="1019254" cy="612000"/>
          </a:xfrm>
        </p:grpSpPr>
        <p:sp>
          <p:nvSpPr>
            <p:cNvPr id="51" name="Ellipse 50">
              <a:extLst>
                <a:ext uri="{FF2B5EF4-FFF2-40B4-BE49-F238E27FC236}">
                  <a16:creationId xmlns:a16="http://schemas.microsoft.com/office/drawing/2014/main" xmlns="" id="{3E28666F-FEAF-2135-077C-D33F45644B35}"/>
                </a:ext>
              </a:extLst>
            </p:cNvPr>
            <p:cNvSpPr/>
            <p:nvPr/>
          </p:nvSpPr>
          <p:spPr bwMode="auto">
            <a:xfrm>
              <a:off x="1024666" y="2253702"/>
              <a:ext cx="909708" cy="612000"/>
            </a:xfrm>
            <a:prstGeom prst="ellipse">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8232" name="ZoneTexte 51">
              <a:extLst>
                <a:ext uri="{FF2B5EF4-FFF2-40B4-BE49-F238E27FC236}">
                  <a16:creationId xmlns:a16="http://schemas.microsoft.com/office/drawing/2014/main" xmlns="" id="{BF9CDAD1-7677-9999-F1AF-11845A330E9D}"/>
                </a:ext>
              </a:extLst>
            </p:cNvPr>
            <p:cNvSpPr txBox="1">
              <a:spLocks noChangeArrowheads="1"/>
            </p:cNvSpPr>
            <p:nvPr/>
          </p:nvSpPr>
          <p:spPr bwMode="auto">
            <a:xfrm>
              <a:off x="1007202" y="2448834"/>
              <a:ext cx="101925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grpSp>
      <p:grpSp>
        <p:nvGrpSpPr>
          <p:cNvPr id="8207" name="Groupe 52">
            <a:extLst>
              <a:ext uri="{FF2B5EF4-FFF2-40B4-BE49-F238E27FC236}">
                <a16:creationId xmlns:a16="http://schemas.microsoft.com/office/drawing/2014/main" xmlns="" id="{6D25B3EB-A329-198B-198D-4AACF9CF43D6}"/>
              </a:ext>
            </a:extLst>
          </p:cNvPr>
          <p:cNvGrpSpPr>
            <a:grpSpLocks/>
          </p:cNvGrpSpPr>
          <p:nvPr/>
        </p:nvGrpSpPr>
        <p:grpSpPr bwMode="auto">
          <a:xfrm>
            <a:off x="4072002" y="2039769"/>
            <a:ext cx="1019175" cy="612775"/>
            <a:chOff x="1007202" y="2253702"/>
            <a:chExt cx="1019254" cy="612000"/>
          </a:xfrm>
        </p:grpSpPr>
        <p:sp>
          <p:nvSpPr>
            <p:cNvPr id="54" name="Ellipse 53">
              <a:extLst>
                <a:ext uri="{FF2B5EF4-FFF2-40B4-BE49-F238E27FC236}">
                  <a16:creationId xmlns:a16="http://schemas.microsoft.com/office/drawing/2014/main" xmlns="" id="{6B343471-3B77-1847-85FB-038756AA30A9}"/>
                </a:ext>
              </a:extLst>
            </p:cNvPr>
            <p:cNvSpPr/>
            <p:nvPr/>
          </p:nvSpPr>
          <p:spPr bwMode="auto">
            <a:xfrm>
              <a:off x="1024666" y="2253702"/>
              <a:ext cx="909708" cy="612000"/>
            </a:xfrm>
            <a:prstGeom prst="ellipse">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8230" name="ZoneTexte 54">
              <a:extLst>
                <a:ext uri="{FF2B5EF4-FFF2-40B4-BE49-F238E27FC236}">
                  <a16:creationId xmlns:a16="http://schemas.microsoft.com/office/drawing/2014/main" xmlns="" id="{2823DAE3-3A1F-A8B1-FC04-8749DAC04494}"/>
                </a:ext>
              </a:extLst>
            </p:cNvPr>
            <p:cNvSpPr txBox="1">
              <a:spLocks noChangeArrowheads="1"/>
            </p:cNvSpPr>
            <p:nvPr/>
          </p:nvSpPr>
          <p:spPr bwMode="auto">
            <a:xfrm>
              <a:off x="1007202" y="2448834"/>
              <a:ext cx="101925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grpSp>
      <p:cxnSp>
        <p:nvCxnSpPr>
          <p:cNvPr id="56" name="Connecteur droit avec flèche 55">
            <a:extLst>
              <a:ext uri="{FF2B5EF4-FFF2-40B4-BE49-F238E27FC236}">
                <a16:creationId xmlns:a16="http://schemas.microsoft.com/office/drawing/2014/main" xmlns="" id="{F1CDCA58-DFB6-E233-57CF-BEAD62E85AF1}"/>
              </a:ext>
            </a:extLst>
          </p:cNvPr>
          <p:cNvCxnSpPr>
            <a:stCxn id="45" idx="4"/>
            <a:endCxn id="51" idx="7"/>
          </p:cNvCxnSpPr>
          <p:nvPr/>
        </p:nvCxnSpPr>
        <p:spPr bwMode="auto">
          <a:xfrm flipH="1">
            <a:off x="3340164" y="2095331"/>
            <a:ext cx="234950" cy="323850"/>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cxnSp>
        <p:nvCxnSpPr>
          <p:cNvPr id="57" name="Connecteur droit avec flèche 56">
            <a:extLst>
              <a:ext uri="{FF2B5EF4-FFF2-40B4-BE49-F238E27FC236}">
                <a16:creationId xmlns:a16="http://schemas.microsoft.com/office/drawing/2014/main" xmlns="" id="{08416A7F-E552-0165-60F5-4417D79FB9C8}"/>
              </a:ext>
            </a:extLst>
          </p:cNvPr>
          <p:cNvCxnSpPr>
            <a:stCxn id="45" idx="4"/>
            <a:endCxn id="48" idx="0"/>
          </p:cNvCxnSpPr>
          <p:nvPr/>
        </p:nvCxnSpPr>
        <p:spPr bwMode="auto">
          <a:xfrm>
            <a:off x="3575114" y="2095331"/>
            <a:ext cx="417512" cy="544512"/>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cxnSp>
        <p:nvCxnSpPr>
          <p:cNvPr id="58" name="Connecteur droit avec flèche 57">
            <a:extLst>
              <a:ext uri="{FF2B5EF4-FFF2-40B4-BE49-F238E27FC236}">
                <a16:creationId xmlns:a16="http://schemas.microsoft.com/office/drawing/2014/main" xmlns="" id="{F6DFC53A-7B0C-90AD-1C95-400299AD2C0D}"/>
              </a:ext>
            </a:extLst>
          </p:cNvPr>
          <p:cNvCxnSpPr>
            <a:stCxn id="45" idx="4"/>
            <a:endCxn id="8230" idx="1"/>
          </p:cNvCxnSpPr>
          <p:nvPr/>
        </p:nvCxnSpPr>
        <p:spPr bwMode="auto">
          <a:xfrm>
            <a:off x="3575115" y="2095332"/>
            <a:ext cx="496887" cy="255587"/>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sp>
        <p:nvSpPr>
          <p:cNvPr id="74" name="Ellipse 73">
            <a:extLst>
              <a:ext uri="{FF2B5EF4-FFF2-40B4-BE49-F238E27FC236}">
                <a16:creationId xmlns:a16="http://schemas.microsoft.com/office/drawing/2014/main" xmlns="" id="{4E41FD2A-BB8F-044D-A5DC-A875870223F9}"/>
              </a:ext>
            </a:extLst>
          </p:cNvPr>
          <p:cNvSpPr/>
          <p:nvPr/>
        </p:nvSpPr>
        <p:spPr bwMode="auto">
          <a:xfrm>
            <a:off x="3060764" y="3976519"/>
            <a:ext cx="908050" cy="612775"/>
          </a:xfrm>
          <a:prstGeom prst="ellipse">
            <a:avLst/>
          </a:prstGeom>
          <a:solidFill>
            <a:srgbClr val="92D050"/>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8212" name="ZoneTexte 74">
            <a:extLst>
              <a:ext uri="{FF2B5EF4-FFF2-40B4-BE49-F238E27FC236}">
                <a16:creationId xmlns:a16="http://schemas.microsoft.com/office/drawing/2014/main" xmlns="" id="{22603793-EFDC-CBBA-4933-B046DAF3D370}"/>
              </a:ext>
            </a:extLst>
          </p:cNvPr>
          <p:cNvSpPr txBox="1">
            <a:spLocks noChangeArrowheads="1"/>
          </p:cNvSpPr>
          <p:nvPr/>
        </p:nvSpPr>
        <p:spPr bwMode="auto">
          <a:xfrm>
            <a:off x="3179827" y="4144794"/>
            <a:ext cx="6699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200"/>
              <a:t>Photo</a:t>
            </a:r>
          </a:p>
        </p:txBody>
      </p:sp>
      <p:cxnSp>
        <p:nvCxnSpPr>
          <p:cNvPr id="76" name="Connecteur droit avec flèche 75">
            <a:extLst>
              <a:ext uri="{FF2B5EF4-FFF2-40B4-BE49-F238E27FC236}">
                <a16:creationId xmlns:a16="http://schemas.microsoft.com/office/drawing/2014/main" xmlns="" id="{157A6D20-4C14-121D-C8D7-D2BD8D6F3A8B}"/>
              </a:ext>
            </a:extLst>
          </p:cNvPr>
          <p:cNvCxnSpPr>
            <a:stCxn id="74" idx="4"/>
            <a:endCxn id="8223" idx="1"/>
          </p:cNvCxnSpPr>
          <p:nvPr/>
        </p:nvCxnSpPr>
        <p:spPr bwMode="auto">
          <a:xfrm>
            <a:off x="3514790" y="4589294"/>
            <a:ext cx="1112837" cy="898525"/>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sp>
        <p:nvSpPr>
          <p:cNvPr id="77" name="Ellipse 76">
            <a:extLst>
              <a:ext uri="{FF2B5EF4-FFF2-40B4-BE49-F238E27FC236}">
                <a16:creationId xmlns:a16="http://schemas.microsoft.com/office/drawing/2014/main" xmlns="" id="{640544AF-87F7-A773-4294-63AC78AC9398}"/>
              </a:ext>
            </a:extLst>
          </p:cNvPr>
          <p:cNvSpPr/>
          <p:nvPr/>
        </p:nvSpPr>
        <p:spPr bwMode="auto">
          <a:xfrm>
            <a:off x="3476689" y="5133807"/>
            <a:ext cx="908050" cy="612775"/>
          </a:xfrm>
          <a:prstGeom prst="ellipse">
            <a:avLst/>
          </a:prstGeom>
          <a:solidFill>
            <a:srgbClr val="92D050"/>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8215" name="ZoneTexte 77">
            <a:extLst>
              <a:ext uri="{FF2B5EF4-FFF2-40B4-BE49-F238E27FC236}">
                <a16:creationId xmlns:a16="http://schemas.microsoft.com/office/drawing/2014/main" xmlns="" id="{7B0B8A6B-DE40-C481-5AE8-2E7AF8F06B92}"/>
              </a:ext>
            </a:extLst>
          </p:cNvPr>
          <p:cNvSpPr txBox="1">
            <a:spLocks noChangeArrowheads="1"/>
          </p:cNvSpPr>
          <p:nvPr/>
        </p:nvSpPr>
        <p:spPr bwMode="auto">
          <a:xfrm>
            <a:off x="3459227" y="5329068"/>
            <a:ext cx="1019175"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grpSp>
        <p:nvGrpSpPr>
          <p:cNvPr id="8216" name="Groupe 78">
            <a:extLst>
              <a:ext uri="{FF2B5EF4-FFF2-40B4-BE49-F238E27FC236}">
                <a16:creationId xmlns:a16="http://schemas.microsoft.com/office/drawing/2014/main" xmlns="" id="{00DD1C7C-CC2B-94A5-58D2-3C776AA63770}"/>
              </a:ext>
            </a:extLst>
          </p:cNvPr>
          <p:cNvGrpSpPr>
            <a:grpSpLocks/>
          </p:cNvGrpSpPr>
          <p:nvPr/>
        </p:nvGrpSpPr>
        <p:grpSpPr bwMode="auto">
          <a:xfrm>
            <a:off x="2486090" y="4822657"/>
            <a:ext cx="1019175" cy="612775"/>
            <a:chOff x="1007202" y="2253702"/>
            <a:chExt cx="1019254" cy="612000"/>
          </a:xfrm>
        </p:grpSpPr>
        <p:sp>
          <p:nvSpPr>
            <p:cNvPr id="80" name="Ellipse 79">
              <a:extLst>
                <a:ext uri="{FF2B5EF4-FFF2-40B4-BE49-F238E27FC236}">
                  <a16:creationId xmlns:a16="http://schemas.microsoft.com/office/drawing/2014/main" xmlns="" id="{300ED24D-37DE-E07F-094E-6B566B2E6EC9}"/>
                </a:ext>
              </a:extLst>
            </p:cNvPr>
            <p:cNvSpPr/>
            <p:nvPr/>
          </p:nvSpPr>
          <p:spPr bwMode="auto">
            <a:xfrm>
              <a:off x="1024665" y="2253702"/>
              <a:ext cx="909709" cy="612000"/>
            </a:xfrm>
            <a:prstGeom prst="ellipse">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8228" name="ZoneTexte 80">
              <a:extLst>
                <a:ext uri="{FF2B5EF4-FFF2-40B4-BE49-F238E27FC236}">
                  <a16:creationId xmlns:a16="http://schemas.microsoft.com/office/drawing/2014/main" xmlns="" id="{9322ADCB-4A26-9D26-3C00-706DDC363904}"/>
                </a:ext>
              </a:extLst>
            </p:cNvPr>
            <p:cNvSpPr txBox="1">
              <a:spLocks noChangeArrowheads="1"/>
            </p:cNvSpPr>
            <p:nvPr/>
          </p:nvSpPr>
          <p:spPr bwMode="auto">
            <a:xfrm>
              <a:off x="1007202" y="2448834"/>
              <a:ext cx="101925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grpSp>
      <p:sp>
        <p:nvSpPr>
          <p:cNvPr id="82" name="Ellipse 81">
            <a:extLst>
              <a:ext uri="{FF2B5EF4-FFF2-40B4-BE49-F238E27FC236}">
                <a16:creationId xmlns:a16="http://schemas.microsoft.com/office/drawing/2014/main" xmlns="" id="{CA0452BE-A6FA-135B-83D0-EB8818EF57B1}"/>
              </a:ext>
            </a:extLst>
          </p:cNvPr>
          <p:cNvSpPr/>
          <p:nvPr/>
        </p:nvSpPr>
        <p:spPr bwMode="auto">
          <a:xfrm>
            <a:off x="4029139" y="4533732"/>
            <a:ext cx="908050" cy="612775"/>
          </a:xfrm>
          <a:prstGeom prst="ellipse">
            <a:avLst/>
          </a:prstGeom>
          <a:solidFill>
            <a:srgbClr val="FF0000"/>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8218" name="ZoneTexte 82">
            <a:extLst>
              <a:ext uri="{FF2B5EF4-FFF2-40B4-BE49-F238E27FC236}">
                <a16:creationId xmlns:a16="http://schemas.microsoft.com/office/drawing/2014/main" xmlns="" id="{99644662-8C22-F198-73E6-28F38443EDDC}"/>
              </a:ext>
            </a:extLst>
          </p:cNvPr>
          <p:cNvSpPr txBox="1">
            <a:spLocks noChangeArrowheads="1"/>
          </p:cNvSpPr>
          <p:nvPr/>
        </p:nvSpPr>
        <p:spPr bwMode="auto">
          <a:xfrm>
            <a:off x="4011677" y="4728994"/>
            <a:ext cx="101917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cxnSp>
        <p:nvCxnSpPr>
          <p:cNvPr id="84" name="Connecteur droit avec flèche 83">
            <a:extLst>
              <a:ext uri="{FF2B5EF4-FFF2-40B4-BE49-F238E27FC236}">
                <a16:creationId xmlns:a16="http://schemas.microsoft.com/office/drawing/2014/main" xmlns="" id="{9629F93A-544C-1FCD-EAD1-A4F6A6FB98FB}"/>
              </a:ext>
            </a:extLst>
          </p:cNvPr>
          <p:cNvCxnSpPr>
            <a:stCxn id="74" idx="4"/>
            <a:endCxn id="80" idx="7"/>
          </p:cNvCxnSpPr>
          <p:nvPr/>
        </p:nvCxnSpPr>
        <p:spPr bwMode="auto">
          <a:xfrm flipH="1">
            <a:off x="3279839" y="4589293"/>
            <a:ext cx="234950" cy="323850"/>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cxnSp>
        <p:nvCxnSpPr>
          <p:cNvPr id="85" name="Connecteur droit avec flèche 84">
            <a:extLst>
              <a:ext uri="{FF2B5EF4-FFF2-40B4-BE49-F238E27FC236}">
                <a16:creationId xmlns:a16="http://schemas.microsoft.com/office/drawing/2014/main" xmlns="" id="{8973313F-EE31-2AF2-762B-1AAA61D32747}"/>
              </a:ext>
            </a:extLst>
          </p:cNvPr>
          <p:cNvCxnSpPr>
            <a:stCxn id="74" idx="4"/>
            <a:endCxn id="77" idx="0"/>
          </p:cNvCxnSpPr>
          <p:nvPr/>
        </p:nvCxnSpPr>
        <p:spPr bwMode="auto">
          <a:xfrm>
            <a:off x="3514790" y="4589294"/>
            <a:ext cx="415925" cy="544513"/>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cxnSp>
        <p:nvCxnSpPr>
          <p:cNvPr id="86" name="Connecteur droit avec flèche 85">
            <a:extLst>
              <a:ext uri="{FF2B5EF4-FFF2-40B4-BE49-F238E27FC236}">
                <a16:creationId xmlns:a16="http://schemas.microsoft.com/office/drawing/2014/main" xmlns="" id="{84DF210F-1FD4-ABD3-C428-F9E7DD48003A}"/>
              </a:ext>
            </a:extLst>
          </p:cNvPr>
          <p:cNvCxnSpPr>
            <a:stCxn id="74" idx="4"/>
            <a:endCxn id="8218" idx="1"/>
          </p:cNvCxnSpPr>
          <p:nvPr/>
        </p:nvCxnSpPr>
        <p:spPr bwMode="auto">
          <a:xfrm>
            <a:off x="3514790" y="4589293"/>
            <a:ext cx="496887" cy="255588"/>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sp>
        <p:nvSpPr>
          <p:cNvPr id="87" name="Ellipse 86">
            <a:extLst>
              <a:ext uri="{FF2B5EF4-FFF2-40B4-BE49-F238E27FC236}">
                <a16:creationId xmlns:a16="http://schemas.microsoft.com/office/drawing/2014/main" xmlns="" id="{346A32D8-4DF6-7A4E-CB3D-059E6C9B9FA1}"/>
              </a:ext>
            </a:extLst>
          </p:cNvPr>
          <p:cNvSpPr/>
          <p:nvPr/>
        </p:nvSpPr>
        <p:spPr bwMode="auto">
          <a:xfrm>
            <a:off x="4645089" y="5176668"/>
            <a:ext cx="908050" cy="611188"/>
          </a:xfrm>
          <a:prstGeom prst="ellipse">
            <a:avLst/>
          </a:prstGeom>
          <a:solidFill>
            <a:srgbClr val="00B0F0"/>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8223" name="ZoneTexte 87">
            <a:extLst>
              <a:ext uri="{FF2B5EF4-FFF2-40B4-BE49-F238E27FC236}">
                <a16:creationId xmlns:a16="http://schemas.microsoft.com/office/drawing/2014/main" xmlns="" id="{97FE7941-6ECA-AB4E-DBC3-B7F6C1A06424}"/>
              </a:ext>
            </a:extLst>
          </p:cNvPr>
          <p:cNvSpPr txBox="1">
            <a:spLocks noChangeArrowheads="1"/>
          </p:cNvSpPr>
          <p:nvPr/>
        </p:nvSpPr>
        <p:spPr bwMode="auto">
          <a:xfrm>
            <a:off x="4627627" y="5371932"/>
            <a:ext cx="1019175"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sp>
        <p:nvSpPr>
          <p:cNvPr id="8" name="Flèche vers le bas 7">
            <a:extLst>
              <a:ext uri="{FF2B5EF4-FFF2-40B4-BE49-F238E27FC236}">
                <a16:creationId xmlns:a16="http://schemas.microsoft.com/office/drawing/2014/main" xmlns="" id="{7EBE5985-9AAF-93FE-29EF-B6F6BDCDE783}"/>
              </a:ext>
            </a:extLst>
          </p:cNvPr>
          <p:cNvSpPr/>
          <p:nvPr/>
        </p:nvSpPr>
        <p:spPr bwMode="auto">
          <a:xfrm>
            <a:off x="3729101" y="3335169"/>
            <a:ext cx="477838" cy="690563"/>
          </a:xfrm>
          <a:prstGeom prst="downArrow">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lIns="182880" rIns="182880" anchor="ctr"/>
          <a:lstStyle/>
          <a:p>
            <a:pPr algn="ctr" eaLnBrk="0" hangingPunct="0">
              <a:defRPr/>
            </a:pPr>
            <a:endParaRPr lang="fr-FR">
              <a:solidFill>
                <a:schemeClr val="tx1"/>
              </a:solidFill>
            </a:endParaRPr>
          </a:p>
        </p:txBody>
      </p:sp>
      <p:sp>
        <p:nvSpPr>
          <p:cNvPr id="8225" name="ZoneTexte 8">
            <a:extLst>
              <a:ext uri="{FF2B5EF4-FFF2-40B4-BE49-F238E27FC236}">
                <a16:creationId xmlns:a16="http://schemas.microsoft.com/office/drawing/2014/main" xmlns="" id="{5867E927-B3F8-EB8A-AE57-3A8501ECFE3D}"/>
              </a:ext>
            </a:extLst>
          </p:cNvPr>
          <p:cNvSpPr txBox="1">
            <a:spLocks noChangeArrowheads="1"/>
          </p:cNvSpPr>
          <p:nvPr/>
        </p:nvSpPr>
        <p:spPr bwMode="auto">
          <a:xfrm>
            <a:off x="3849751" y="3330406"/>
            <a:ext cx="20589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lnSpc>
                <a:spcPct val="100000"/>
              </a:lnSpc>
              <a:spcBef>
                <a:spcPct val="0"/>
              </a:spcBef>
              <a:buClrTx/>
              <a:buSzTx/>
              <a:buFontTx/>
              <a:buNone/>
            </a:pPr>
            <a:r>
              <a:rPr lang="fr-FR" altLang="fr-FR" sz="1800"/>
              <a:t>Opérations</a:t>
            </a:r>
          </a:p>
          <a:p>
            <a:pPr algn="ctr" eaLnBrk="1" hangingPunct="1">
              <a:lnSpc>
                <a:spcPct val="100000"/>
              </a:lnSpc>
              <a:spcBef>
                <a:spcPct val="0"/>
              </a:spcBef>
              <a:buClrTx/>
              <a:buSzTx/>
              <a:buFontTx/>
              <a:buNone/>
            </a:pPr>
            <a:r>
              <a:rPr lang="fr-FR" altLang="fr-FR" sz="1800"/>
              <a:t>CUD</a:t>
            </a:r>
          </a:p>
        </p:txBody>
      </p:sp>
      <p:sp>
        <p:nvSpPr>
          <p:cNvPr id="8226" name="ZoneTexte 9">
            <a:extLst>
              <a:ext uri="{FF2B5EF4-FFF2-40B4-BE49-F238E27FC236}">
                <a16:creationId xmlns:a16="http://schemas.microsoft.com/office/drawing/2014/main" xmlns="" id="{AFC66BD9-6EC6-6553-6AE4-8FDE6F6EAF9C}"/>
              </a:ext>
            </a:extLst>
          </p:cNvPr>
          <p:cNvSpPr txBox="1">
            <a:spLocks noChangeArrowheads="1"/>
          </p:cNvSpPr>
          <p:nvPr/>
        </p:nvSpPr>
        <p:spPr bwMode="auto">
          <a:xfrm>
            <a:off x="3602101" y="6318081"/>
            <a:ext cx="4488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CUD: </a:t>
            </a:r>
            <a:r>
              <a:rPr lang="fr-FR" altLang="fr-FR" sz="1800">
                <a:solidFill>
                  <a:srgbClr val="00B0F0"/>
                </a:solidFill>
              </a:rPr>
              <a:t>Ajout</a:t>
            </a:r>
            <a:r>
              <a:rPr lang="fr-FR" altLang="fr-FR" sz="1800"/>
              <a:t>, </a:t>
            </a:r>
            <a:r>
              <a:rPr lang="fr-FR" altLang="fr-FR" sz="1800">
                <a:solidFill>
                  <a:srgbClr val="00B050"/>
                </a:solidFill>
              </a:rPr>
              <a:t>Mise à jour</a:t>
            </a:r>
            <a:r>
              <a:rPr lang="fr-FR" altLang="fr-FR" sz="1800"/>
              <a:t>, </a:t>
            </a:r>
            <a:r>
              <a:rPr lang="fr-FR" altLang="fr-FR" sz="1800">
                <a:solidFill>
                  <a:srgbClr val="FF0000"/>
                </a:solidFill>
              </a:rPr>
              <a:t>Suppression</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re 1">
            <a:extLst>
              <a:ext uri="{FF2B5EF4-FFF2-40B4-BE49-F238E27FC236}">
                <a16:creationId xmlns:a16="http://schemas.microsoft.com/office/drawing/2014/main" xmlns="" id="{D63F6C9E-E636-2B60-C8BE-15AEC323C0F1}"/>
              </a:ext>
            </a:extLst>
          </p:cNvPr>
          <p:cNvSpPr>
            <a:spLocks noGrp="1"/>
          </p:cNvSpPr>
          <p:nvPr>
            <p:ph type="title"/>
          </p:nvPr>
        </p:nvSpPr>
        <p:spPr/>
        <p:txBody>
          <a:bodyPr/>
          <a:lstStyle/>
          <a:p>
            <a:r>
              <a:rPr lang="fr-FR" altLang="fr-FR"/>
              <a:t>Mise en œuvre</a:t>
            </a:r>
          </a:p>
        </p:txBody>
      </p:sp>
      <p:sp>
        <p:nvSpPr>
          <p:cNvPr id="9219" name="AutoShape 3">
            <a:extLst>
              <a:ext uri="{FF2B5EF4-FFF2-40B4-BE49-F238E27FC236}">
                <a16:creationId xmlns:a16="http://schemas.microsoft.com/office/drawing/2014/main" xmlns="" id="{7C07C119-71E8-0BBB-6CDA-B7860DD21D27}"/>
              </a:ext>
            </a:extLst>
          </p:cNvPr>
          <p:cNvSpPr>
            <a:spLocks noChangeArrowheads="1"/>
          </p:cNvSpPr>
          <p:nvPr/>
        </p:nvSpPr>
        <p:spPr bwMode="auto">
          <a:xfrm>
            <a:off x="1964373" y="1278930"/>
            <a:ext cx="8126412" cy="500221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600">
                <a:latin typeface="Lucida Sans Typewriter" panose="020B0509030504030204" pitchFamily="49" charset="0"/>
              </a:rPr>
              <a:t>using (var context = new PhotoEntities())</a:t>
            </a:r>
          </a:p>
          <a:p>
            <a:pPr eaLnBrk="1" hangingPunct="1">
              <a:lnSpc>
                <a:spcPct val="100000"/>
              </a:lnSpc>
              <a:spcBef>
                <a:spcPct val="0"/>
              </a:spcBef>
              <a:buClrTx/>
              <a:buSzTx/>
              <a:buFontTx/>
              <a:buNone/>
            </a:pPr>
            <a:r>
              <a:rPr lang="en-US" altLang="fr-FR" sz="1600">
                <a:latin typeface="Lucida Sans Typewriter" panose="020B0509030504030204" pitchFamily="49" charset="0"/>
              </a:rPr>
              <a:t>{</a:t>
            </a:r>
          </a:p>
          <a:p>
            <a:pPr eaLnBrk="1" hangingPunct="1">
              <a:lnSpc>
                <a:spcPct val="100000"/>
              </a:lnSpc>
              <a:spcBef>
                <a:spcPct val="0"/>
              </a:spcBef>
              <a:buClrTx/>
              <a:buSzTx/>
              <a:buFontTx/>
              <a:buNone/>
            </a:pPr>
            <a:r>
              <a:rPr lang="en-US" altLang="fr-FR" sz="1600">
                <a:latin typeface="Lucida Sans Typewriter" panose="020B0509030504030204" pitchFamily="49" charset="0"/>
              </a:rPr>
              <a:t>    var photoList = context.Photos.ToList&lt;Photo&gt;();</a:t>
            </a:r>
          </a:p>
          <a:p>
            <a:pPr eaLnBrk="1" hangingPunct="1">
              <a:lnSpc>
                <a:spcPct val="100000"/>
              </a:lnSpc>
              <a:spcBef>
                <a:spcPct val="0"/>
              </a:spcBef>
              <a:buClrTx/>
              <a:buSzTx/>
              <a:buFontTx/>
              <a:buNone/>
            </a:pPr>
            <a:endParaRPr lang="en-US" altLang="fr-FR" sz="1600">
              <a:latin typeface="Lucida Sans Typewriter" panose="020B0509030504030204" pitchFamily="49" charset="0"/>
            </a:endParaRPr>
          </a:p>
          <a:p>
            <a:pPr eaLnBrk="1" hangingPunct="1">
              <a:lnSpc>
                <a:spcPct val="100000"/>
              </a:lnSpc>
              <a:spcBef>
                <a:spcPct val="0"/>
              </a:spcBef>
              <a:buClrTx/>
              <a:buSzTx/>
              <a:buFontTx/>
              <a:buNone/>
            </a:pPr>
            <a:r>
              <a:rPr lang="en-US" altLang="fr-FR" sz="1600">
                <a:latin typeface="Lucida Sans Typewriter" panose="020B0509030504030204" pitchFamily="49" charset="0"/>
              </a:rPr>
              <a:t>    // Ajout</a:t>
            </a:r>
          </a:p>
          <a:p>
            <a:pPr eaLnBrk="1" hangingPunct="1">
              <a:lnSpc>
                <a:spcPct val="100000"/>
              </a:lnSpc>
              <a:spcBef>
                <a:spcPct val="0"/>
              </a:spcBef>
              <a:buClrTx/>
              <a:buSzTx/>
              <a:buFontTx/>
              <a:buNone/>
            </a:pPr>
            <a:r>
              <a:rPr lang="en-US" altLang="fr-FR" sz="1600">
                <a:latin typeface="Lucida Sans Typewriter" panose="020B0509030504030204" pitchFamily="49" charset="0"/>
              </a:rPr>
              <a:t>    context.Photos.Add(new Photo() { Title = "New Photo" });</a:t>
            </a:r>
          </a:p>
          <a:p>
            <a:pPr eaLnBrk="1" hangingPunct="1">
              <a:lnSpc>
                <a:spcPct val="100000"/>
              </a:lnSpc>
              <a:spcBef>
                <a:spcPct val="0"/>
              </a:spcBef>
              <a:buClrTx/>
              <a:buSzTx/>
              <a:buFontTx/>
              <a:buNone/>
            </a:pPr>
            <a:endParaRPr lang="en-US" altLang="fr-FR" sz="1600">
              <a:latin typeface="Lucida Sans Typewriter" panose="020B0509030504030204" pitchFamily="49" charset="0"/>
            </a:endParaRPr>
          </a:p>
          <a:p>
            <a:pPr eaLnBrk="1" hangingPunct="1">
              <a:lnSpc>
                <a:spcPct val="100000"/>
              </a:lnSpc>
              <a:spcBef>
                <a:spcPct val="0"/>
              </a:spcBef>
              <a:buClrTx/>
              <a:buSzTx/>
              <a:buFontTx/>
              <a:buNone/>
            </a:pPr>
            <a:r>
              <a:rPr lang="en-US" altLang="fr-FR" sz="1600">
                <a:latin typeface="Lucida Sans Typewriter" panose="020B0509030504030204" pitchFamily="49" charset="0"/>
              </a:rPr>
              <a:t>    // Mise à jour</a:t>
            </a:r>
          </a:p>
          <a:p>
            <a:pPr eaLnBrk="1" hangingPunct="1">
              <a:lnSpc>
                <a:spcPct val="100000"/>
              </a:lnSpc>
              <a:spcBef>
                <a:spcPct val="0"/>
              </a:spcBef>
              <a:buClrTx/>
              <a:buSzTx/>
              <a:buFontTx/>
              <a:buNone/>
            </a:pPr>
            <a:r>
              <a:rPr lang="en-US" altLang="fr-FR" sz="1600">
                <a:latin typeface="Lucida Sans Typewriter" panose="020B0509030504030204" pitchFamily="49" charset="0"/>
              </a:rPr>
              <a:t>    Photo photoToUpdate = photoList.</a:t>
            </a:r>
          </a:p>
          <a:p>
            <a:pPr eaLnBrk="1" hangingPunct="1">
              <a:lnSpc>
                <a:spcPct val="100000"/>
              </a:lnSpc>
              <a:spcBef>
                <a:spcPct val="0"/>
              </a:spcBef>
              <a:buClrTx/>
              <a:buSzTx/>
              <a:buFontTx/>
              <a:buNone/>
            </a:pPr>
            <a:r>
              <a:rPr lang="en-US" altLang="fr-FR" sz="1600">
                <a:latin typeface="Lucida Sans Typewriter" panose="020B0509030504030204" pitchFamily="49" charset="0"/>
              </a:rPr>
              <a:t>		Where(s =&gt; s.Title == "Titre1").</a:t>
            </a:r>
          </a:p>
          <a:p>
            <a:pPr eaLnBrk="1" hangingPunct="1">
              <a:lnSpc>
                <a:spcPct val="100000"/>
              </a:lnSpc>
              <a:spcBef>
                <a:spcPct val="0"/>
              </a:spcBef>
              <a:buClrTx/>
              <a:buSzTx/>
              <a:buFontTx/>
              <a:buNone/>
            </a:pPr>
            <a:r>
              <a:rPr lang="en-US" altLang="fr-FR" sz="1600">
                <a:latin typeface="Lucida Sans Typewriter" panose="020B0509030504030204" pitchFamily="49" charset="0"/>
              </a:rPr>
              <a:t>		FirstOrDefault&lt;Photo&gt;();</a:t>
            </a:r>
          </a:p>
          <a:p>
            <a:pPr eaLnBrk="1" hangingPunct="1">
              <a:lnSpc>
                <a:spcPct val="100000"/>
              </a:lnSpc>
              <a:spcBef>
                <a:spcPct val="0"/>
              </a:spcBef>
              <a:buClrTx/>
              <a:buSzTx/>
              <a:buFontTx/>
              <a:buNone/>
            </a:pPr>
            <a:r>
              <a:rPr lang="en-US" altLang="fr-FR" sz="1600">
                <a:latin typeface="Lucida Sans Typewriter" panose="020B0509030504030204" pitchFamily="49" charset="0"/>
              </a:rPr>
              <a:t>    photoToUpdate.Title = "Titre1 modifié";</a:t>
            </a:r>
          </a:p>
          <a:p>
            <a:pPr eaLnBrk="1" hangingPunct="1">
              <a:lnSpc>
                <a:spcPct val="100000"/>
              </a:lnSpc>
              <a:spcBef>
                <a:spcPct val="0"/>
              </a:spcBef>
              <a:buClrTx/>
              <a:buSzTx/>
              <a:buFontTx/>
              <a:buNone/>
            </a:pPr>
            <a:endParaRPr lang="en-US" altLang="fr-FR" sz="1600">
              <a:latin typeface="Lucida Sans Typewriter" panose="020B0509030504030204" pitchFamily="49" charset="0"/>
            </a:endParaRPr>
          </a:p>
          <a:p>
            <a:pPr eaLnBrk="1" hangingPunct="1">
              <a:lnSpc>
                <a:spcPct val="100000"/>
              </a:lnSpc>
              <a:spcBef>
                <a:spcPct val="0"/>
              </a:spcBef>
              <a:buClrTx/>
              <a:buSzTx/>
              <a:buFontTx/>
              <a:buNone/>
            </a:pPr>
            <a:r>
              <a:rPr lang="en-US" altLang="fr-FR" sz="1600">
                <a:latin typeface="Lucida Sans Typewriter" panose="020B0509030504030204" pitchFamily="49" charset="0"/>
              </a:rPr>
              <a:t>    // Suppression</a:t>
            </a:r>
          </a:p>
          <a:p>
            <a:pPr eaLnBrk="1" hangingPunct="1">
              <a:lnSpc>
                <a:spcPct val="100000"/>
              </a:lnSpc>
              <a:spcBef>
                <a:spcPct val="0"/>
              </a:spcBef>
              <a:buClrTx/>
              <a:buSzTx/>
              <a:buFontTx/>
              <a:buNone/>
            </a:pPr>
            <a:r>
              <a:rPr lang="en-US" altLang="fr-FR" sz="1600">
                <a:latin typeface="Lucida Sans Typewriter" panose="020B0509030504030204" pitchFamily="49" charset="0"/>
              </a:rPr>
              <a:t>    context.Photos.Remove(photoList.ElementAt&lt;Photo&gt;(0));</a:t>
            </a:r>
          </a:p>
          <a:p>
            <a:pPr eaLnBrk="1" hangingPunct="1">
              <a:lnSpc>
                <a:spcPct val="100000"/>
              </a:lnSpc>
              <a:spcBef>
                <a:spcPct val="0"/>
              </a:spcBef>
              <a:buClrTx/>
              <a:buSzTx/>
              <a:buFontTx/>
              <a:buNone/>
            </a:pPr>
            <a:endParaRPr lang="en-US" altLang="fr-FR" sz="1600">
              <a:latin typeface="Lucida Sans Typewriter" panose="020B0509030504030204" pitchFamily="49" charset="0"/>
            </a:endParaRPr>
          </a:p>
          <a:p>
            <a:pPr eaLnBrk="1" hangingPunct="1">
              <a:lnSpc>
                <a:spcPct val="100000"/>
              </a:lnSpc>
              <a:spcBef>
                <a:spcPct val="0"/>
              </a:spcBef>
              <a:buClrTx/>
              <a:buSzTx/>
              <a:buFontTx/>
              <a:buNone/>
            </a:pPr>
            <a:r>
              <a:rPr lang="en-US" altLang="fr-FR" sz="1600">
                <a:latin typeface="Lucida Sans Typewriter" panose="020B0509030504030204" pitchFamily="49" charset="0"/>
              </a:rPr>
              <a:t>    // Envoi des requêtes à la base</a:t>
            </a:r>
          </a:p>
          <a:p>
            <a:pPr eaLnBrk="1" hangingPunct="1">
              <a:lnSpc>
                <a:spcPct val="100000"/>
              </a:lnSpc>
              <a:spcBef>
                <a:spcPct val="0"/>
              </a:spcBef>
              <a:buClrTx/>
              <a:buSzTx/>
              <a:buFontTx/>
              <a:buNone/>
            </a:pPr>
            <a:r>
              <a:rPr lang="en-US" altLang="fr-FR" sz="1600">
                <a:latin typeface="Lucida Sans Typewriter" panose="020B0509030504030204" pitchFamily="49" charset="0"/>
              </a:rPr>
              <a:t>    context.SaveChanges();</a:t>
            </a:r>
          </a:p>
          <a:p>
            <a:pPr eaLnBrk="1" hangingPunct="1">
              <a:lnSpc>
                <a:spcPct val="100000"/>
              </a:lnSpc>
              <a:spcBef>
                <a:spcPct val="0"/>
              </a:spcBef>
              <a:buClrTx/>
              <a:buSzTx/>
              <a:buFontTx/>
              <a:buNone/>
            </a:pPr>
            <a:r>
              <a:rPr lang="en-US" altLang="fr-FR" sz="1600">
                <a:latin typeface="Lucida Sans Typewriter" panose="020B0509030504030204" pitchFamily="49" charset="0"/>
              </a:rPr>
              <a:t>} </a:t>
            </a:r>
            <a:endParaRPr lang="en-GB" altLang="fr-FR" sz="1600">
              <a:latin typeface="Lucida Sans Typewriter" panose="020B0509030504030204" pitchFamily="49"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xmlns="" id="{A0E683F3-B97E-4528-D4F6-C0FA93318274}"/>
              </a:ext>
            </a:extLst>
          </p:cNvPr>
          <p:cNvSpPr>
            <a:spLocks noGrp="1" noChangeArrowheads="1"/>
          </p:cNvSpPr>
          <p:nvPr>
            <p:ph type="title"/>
          </p:nvPr>
        </p:nvSpPr>
        <p:spPr/>
        <p:txBody>
          <a:bodyPr/>
          <a:lstStyle/>
          <a:p>
            <a:pPr eaLnBrk="1" hangingPunct="1"/>
            <a:r>
              <a:rPr lang="fr-FR" altLang="fr-FR"/>
              <a:t>Approche déconnectée</a:t>
            </a:r>
            <a:endParaRPr lang="fr-FR" altLang="fr-FR" i="1"/>
          </a:p>
        </p:txBody>
      </p:sp>
      <p:sp>
        <p:nvSpPr>
          <p:cNvPr id="10243" name="Rectangle à coins arrondis 46">
            <a:extLst>
              <a:ext uri="{FF2B5EF4-FFF2-40B4-BE49-F238E27FC236}">
                <a16:creationId xmlns:a16="http://schemas.microsoft.com/office/drawing/2014/main" xmlns="" id="{80B0C71C-2F06-3597-A7C3-EA0A4F7A9AC4}"/>
              </a:ext>
            </a:extLst>
          </p:cNvPr>
          <p:cNvSpPr>
            <a:spLocks noChangeArrowheads="1"/>
          </p:cNvSpPr>
          <p:nvPr/>
        </p:nvSpPr>
        <p:spPr bwMode="auto">
          <a:xfrm>
            <a:off x="2621345" y="1265068"/>
            <a:ext cx="5038725" cy="4916488"/>
          </a:xfrm>
          <a:prstGeom prst="roundRect">
            <a:avLst>
              <a:gd name="adj" fmla="val 16667"/>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endParaRPr lang="fr-FR" altLang="fr-FR" sz="1800"/>
          </a:p>
        </p:txBody>
      </p:sp>
      <p:sp>
        <p:nvSpPr>
          <p:cNvPr id="48" name="Rectangle à coins arrondis 47">
            <a:extLst>
              <a:ext uri="{FF2B5EF4-FFF2-40B4-BE49-F238E27FC236}">
                <a16:creationId xmlns:a16="http://schemas.microsoft.com/office/drawing/2014/main" xmlns="" id="{2C01E510-5A5F-548A-A82F-8E787CDACADE}"/>
              </a:ext>
            </a:extLst>
          </p:cNvPr>
          <p:cNvSpPr/>
          <p:nvPr/>
        </p:nvSpPr>
        <p:spPr bwMode="auto">
          <a:xfrm>
            <a:off x="6169406" y="1652419"/>
            <a:ext cx="1430338" cy="1833563"/>
          </a:xfrm>
          <a:prstGeom prst="round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lIns="182880" rIns="182880" anchor="ctr"/>
          <a:lstStyle/>
          <a:p>
            <a:pPr algn="ctr" eaLnBrk="0" hangingPunct="0">
              <a:defRPr/>
            </a:pPr>
            <a:r>
              <a:rPr lang="fr-FR" sz="1400" dirty="0">
                <a:solidFill>
                  <a:schemeClr val="tx1"/>
                </a:solidFill>
              </a:rPr>
              <a:t>Contexte 1</a:t>
            </a:r>
          </a:p>
        </p:txBody>
      </p:sp>
      <p:sp>
        <p:nvSpPr>
          <p:cNvPr id="49" name="Cylindre 48">
            <a:extLst>
              <a:ext uri="{FF2B5EF4-FFF2-40B4-BE49-F238E27FC236}">
                <a16:creationId xmlns:a16="http://schemas.microsoft.com/office/drawing/2014/main" xmlns="" id="{771C760B-3A68-42ED-9C4C-2AA6301A9099}"/>
              </a:ext>
            </a:extLst>
          </p:cNvPr>
          <p:cNvSpPr/>
          <p:nvPr/>
        </p:nvSpPr>
        <p:spPr bwMode="auto">
          <a:xfrm>
            <a:off x="8387145" y="3031957"/>
            <a:ext cx="1863725" cy="1381125"/>
          </a:xfrm>
          <a:prstGeom prst="can">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lIns="182880" rIns="182880" anchor="ctr"/>
          <a:lstStyle/>
          <a:p>
            <a:pPr algn="ctr" eaLnBrk="0" hangingPunct="0">
              <a:defRPr/>
            </a:pPr>
            <a:r>
              <a:rPr lang="fr-FR" dirty="0">
                <a:solidFill>
                  <a:schemeClr val="tx1"/>
                </a:solidFill>
              </a:rPr>
              <a:t>Base de données</a:t>
            </a:r>
          </a:p>
        </p:txBody>
      </p:sp>
      <p:sp>
        <p:nvSpPr>
          <p:cNvPr id="50" name="Flèche à angle droit 49">
            <a:extLst>
              <a:ext uri="{FF2B5EF4-FFF2-40B4-BE49-F238E27FC236}">
                <a16:creationId xmlns:a16="http://schemas.microsoft.com/office/drawing/2014/main" xmlns="" id="{69E90EFF-905F-277E-F336-AADA8D841F5D}"/>
              </a:ext>
            </a:extLst>
          </p:cNvPr>
          <p:cNvSpPr/>
          <p:nvPr/>
        </p:nvSpPr>
        <p:spPr bwMode="auto">
          <a:xfrm rot="16200000">
            <a:off x="6860763" y="319712"/>
            <a:ext cx="1295400" cy="3960813"/>
          </a:xfrm>
          <a:prstGeom prst="bentUpArrow">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lIns="182880" rIns="182880" anchor="ctr"/>
          <a:lstStyle/>
          <a:p>
            <a:pPr algn="ctr" eaLnBrk="0" hangingPunct="0">
              <a:defRPr/>
            </a:pPr>
            <a:endParaRPr lang="fr-FR" dirty="0">
              <a:solidFill>
                <a:schemeClr val="tx1"/>
              </a:solidFill>
            </a:endParaRPr>
          </a:p>
        </p:txBody>
      </p:sp>
      <p:sp>
        <p:nvSpPr>
          <p:cNvPr id="10247" name="ZoneTexte 50">
            <a:extLst>
              <a:ext uri="{FF2B5EF4-FFF2-40B4-BE49-F238E27FC236}">
                <a16:creationId xmlns:a16="http://schemas.microsoft.com/office/drawing/2014/main" xmlns="" id="{1F429568-D96C-EED9-5EBE-13748C21C0E2}"/>
              </a:ext>
            </a:extLst>
          </p:cNvPr>
          <p:cNvSpPr txBox="1">
            <a:spLocks noChangeArrowheads="1"/>
          </p:cNvSpPr>
          <p:nvPr/>
        </p:nvSpPr>
        <p:spPr bwMode="auto">
          <a:xfrm>
            <a:off x="7109207" y="1785768"/>
            <a:ext cx="162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Lecture</a:t>
            </a:r>
          </a:p>
        </p:txBody>
      </p:sp>
      <p:sp>
        <p:nvSpPr>
          <p:cNvPr id="87" name="Rectangle à coins arrondis 86">
            <a:extLst>
              <a:ext uri="{FF2B5EF4-FFF2-40B4-BE49-F238E27FC236}">
                <a16:creationId xmlns:a16="http://schemas.microsoft.com/office/drawing/2014/main" xmlns="" id="{98CB7250-9CEA-3A1F-AC0E-526DE2E996E7}"/>
              </a:ext>
            </a:extLst>
          </p:cNvPr>
          <p:cNvSpPr/>
          <p:nvPr/>
        </p:nvSpPr>
        <p:spPr bwMode="auto">
          <a:xfrm>
            <a:off x="6169406" y="3976518"/>
            <a:ext cx="1430338" cy="1835150"/>
          </a:xfrm>
          <a:prstGeom prst="roundRect">
            <a:avLst/>
          </a:prstGeom>
          <a:ln>
            <a:headEnd type="none" w="med" len="med"/>
            <a:tailEnd type="none" w="med" len="med"/>
          </a:ln>
        </p:spPr>
        <p:style>
          <a:lnRef idx="3">
            <a:schemeClr val="lt1"/>
          </a:lnRef>
          <a:fillRef idx="1">
            <a:schemeClr val="accent2"/>
          </a:fillRef>
          <a:effectRef idx="1">
            <a:schemeClr val="accent2"/>
          </a:effectRef>
          <a:fontRef idx="minor">
            <a:schemeClr val="lt1"/>
          </a:fontRef>
        </p:style>
        <p:txBody>
          <a:bodyPr lIns="182880" rIns="182880" anchor="ctr"/>
          <a:lstStyle/>
          <a:p>
            <a:pPr algn="ctr" eaLnBrk="0" hangingPunct="0">
              <a:defRPr/>
            </a:pPr>
            <a:r>
              <a:rPr lang="fr-FR" sz="1400" dirty="0">
                <a:solidFill>
                  <a:schemeClr val="tx1"/>
                </a:solidFill>
              </a:rPr>
              <a:t>Contexte 2</a:t>
            </a:r>
          </a:p>
        </p:txBody>
      </p:sp>
      <p:sp>
        <p:nvSpPr>
          <p:cNvPr id="52" name="Flèche à angle droit 51">
            <a:extLst>
              <a:ext uri="{FF2B5EF4-FFF2-40B4-BE49-F238E27FC236}">
                <a16:creationId xmlns:a16="http://schemas.microsoft.com/office/drawing/2014/main" xmlns="" id="{47FE7BAF-ED77-DA14-4903-FAE766A5E076}"/>
              </a:ext>
            </a:extLst>
          </p:cNvPr>
          <p:cNvSpPr/>
          <p:nvPr/>
        </p:nvSpPr>
        <p:spPr bwMode="auto">
          <a:xfrm rot="10800000" flipH="1" flipV="1">
            <a:off x="5829681" y="4462294"/>
            <a:ext cx="3829050" cy="1204913"/>
          </a:xfrm>
          <a:prstGeom prst="bentUpArrow">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lIns="182880" rIns="182880" anchor="ctr"/>
          <a:lstStyle/>
          <a:p>
            <a:pPr algn="ctr" eaLnBrk="0" hangingPunct="0">
              <a:defRPr/>
            </a:pPr>
            <a:endParaRPr lang="fr-FR" dirty="0">
              <a:solidFill>
                <a:schemeClr val="tx1"/>
              </a:solidFill>
            </a:endParaRPr>
          </a:p>
        </p:txBody>
      </p:sp>
      <p:sp>
        <p:nvSpPr>
          <p:cNvPr id="10250" name="ZoneTexte 52">
            <a:extLst>
              <a:ext uri="{FF2B5EF4-FFF2-40B4-BE49-F238E27FC236}">
                <a16:creationId xmlns:a16="http://schemas.microsoft.com/office/drawing/2014/main" xmlns="" id="{87893411-3A5F-38ED-BB8B-388E12EEF2ED}"/>
              </a:ext>
            </a:extLst>
          </p:cNvPr>
          <p:cNvSpPr txBox="1">
            <a:spLocks noChangeArrowheads="1"/>
          </p:cNvSpPr>
          <p:nvPr/>
        </p:nvSpPr>
        <p:spPr bwMode="auto">
          <a:xfrm>
            <a:off x="7066345" y="5322718"/>
            <a:ext cx="1628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Ecriture</a:t>
            </a:r>
          </a:p>
        </p:txBody>
      </p:sp>
      <p:sp>
        <p:nvSpPr>
          <p:cNvPr id="10251" name="ZoneTexte 53">
            <a:extLst>
              <a:ext uri="{FF2B5EF4-FFF2-40B4-BE49-F238E27FC236}">
                <a16:creationId xmlns:a16="http://schemas.microsoft.com/office/drawing/2014/main" xmlns="" id="{1A3736C7-F33C-9D00-BF17-11C77CBD5CA5}"/>
              </a:ext>
            </a:extLst>
          </p:cNvPr>
          <p:cNvSpPr txBox="1">
            <a:spLocks noChangeArrowheads="1"/>
          </p:cNvSpPr>
          <p:nvPr/>
        </p:nvSpPr>
        <p:spPr bwMode="auto">
          <a:xfrm>
            <a:off x="4300919" y="1239668"/>
            <a:ext cx="14574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Application</a:t>
            </a:r>
          </a:p>
        </p:txBody>
      </p:sp>
      <p:sp>
        <p:nvSpPr>
          <p:cNvPr id="55" name="Ellipse 54">
            <a:extLst>
              <a:ext uri="{FF2B5EF4-FFF2-40B4-BE49-F238E27FC236}">
                <a16:creationId xmlns:a16="http://schemas.microsoft.com/office/drawing/2014/main" xmlns="" id="{5937F19C-94F2-157A-1990-4571FD0E8727}"/>
              </a:ext>
            </a:extLst>
          </p:cNvPr>
          <p:cNvSpPr/>
          <p:nvPr/>
        </p:nvSpPr>
        <p:spPr bwMode="auto">
          <a:xfrm>
            <a:off x="3303969" y="1482557"/>
            <a:ext cx="908050" cy="612775"/>
          </a:xfrm>
          <a:prstGeom prst="ellipse">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10253" name="ZoneTexte 55">
            <a:extLst>
              <a:ext uri="{FF2B5EF4-FFF2-40B4-BE49-F238E27FC236}">
                <a16:creationId xmlns:a16="http://schemas.microsoft.com/office/drawing/2014/main" xmlns="" id="{18A87CC4-8074-FB80-8E13-F565F13E309E}"/>
              </a:ext>
            </a:extLst>
          </p:cNvPr>
          <p:cNvSpPr txBox="1">
            <a:spLocks noChangeArrowheads="1"/>
          </p:cNvSpPr>
          <p:nvPr/>
        </p:nvSpPr>
        <p:spPr bwMode="auto">
          <a:xfrm>
            <a:off x="3423032" y="1650832"/>
            <a:ext cx="6699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200"/>
              <a:t>Photo</a:t>
            </a:r>
          </a:p>
        </p:txBody>
      </p:sp>
      <p:grpSp>
        <p:nvGrpSpPr>
          <p:cNvPr id="10254" name="Groupe 56">
            <a:extLst>
              <a:ext uri="{FF2B5EF4-FFF2-40B4-BE49-F238E27FC236}">
                <a16:creationId xmlns:a16="http://schemas.microsoft.com/office/drawing/2014/main" xmlns="" id="{403699B3-E51C-B9F6-B54C-D4D172346BB8}"/>
              </a:ext>
            </a:extLst>
          </p:cNvPr>
          <p:cNvGrpSpPr>
            <a:grpSpLocks/>
          </p:cNvGrpSpPr>
          <p:nvPr/>
        </p:nvGrpSpPr>
        <p:grpSpPr bwMode="auto">
          <a:xfrm>
            <a:off x="3702432" y="2639843"/>
            <a:ext cx="1019175" cy="611188"/>
            <a:chOff x="1007202" y="2253702"/>
            <a:chExt cx="1019254" cy="612000"/>
          </a:xfrm>
        </p:grpSpPr>
        <p:sp>
          <p:nvSpPr>
            <p:cNvPr id="58" name="Ellipse 57">
              <a:extLst>
                <a:ext uri="{FF2B5EF4-FFF2-40B4-BE49-F238E27FC236}">
                  <a16:creationId xmlns:a16="http://schemas.microsoft.com/office/drawing/2014/main" xmlns="" id="{05782A77-F166-8862-EC62-54AED390408B}"/>
                </a:ext>
              </a:extLst>
            </p:cNvPr>
            <p:cNvSpPr/>
            <p:nvPr/>
          </p:nvSpPr>
          <p:spPr bwMode="auto">
            <a:xfrm>
              <a:off x="1024666" y="2253702"/>
              <a:ext cx="909708" cy="612000"/>
            </a:xfrm>
            <a:prstGeom prst="ellipse">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10283" name="ZoneTexte 58">
              <a:extLst>
                <a:ext uri="{FF2B5EF4-FFF2-40B4-BE49-F238E27FC236}">
                  <a16:creationId xmlns:a16="http://schemas.microsoft.com/office/drawing/2014/main" xmlns="" id="{7A46E423-182C-403A-FFCC-058EB0A3612E}"/>
                </a:ext>
              </a:extLst>
            </p:cNvPr>
            <p:cNvSpPr txBox="1">
              <a:spLocks noChangeArrowheads="1"/>
            </p:cNvSpPr>
            <p:nvPr/>
          </p:nvSpPr>
          <p:spPr bwMode="auto">
            <a:xfrm>
              <a:off x="1007202" y="2448834"/>
              <a:ext cx="101925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grpSp>
      <p:grpSp>
        <p:nvGrpSpPr>
          <p:cNvPr id="10255" name="Groupe 59">
            <a:extLst>
              <a:ext uri="{FF2B5EF4-FFF2-40B4-BE49-F238E27FC236}">
                <a16:creationId xmlns:a16="http://schemas.microsoft.com/office/drawing/2014/main" xmlns="" id="{8E003F6A-E2D5-E31C-F5FD-E720442A3043}"/>
              </a:ext>
            </a:extLst>
          </p:cNvPr>
          <p:cNvGrpSpPr>
            <a:grpSpLocks/>
          </p:cNvGrpSpPr>
          <p:nvPr/>
        </p:nvGrpSpPr>
        <p:grpSpPr bwMode="auto">
          <a:xfrm>
            <a:off x="2730882" y="2328694"/>
            <a:ext cx="1019175" cy="612775"/>
            <a:chOff x="1007202" y="2253702"/>
            <a:chExt cx="1019254" cy="612000"/>
          </a:xfrm>
        </p:grpSpPr>
        <p:sp>
          <p:nvSpPr>
            <p:cNvPr id="61" name="Ellipse 60">
              <a:extLst>
                <a:ext uri="{FF2B5EF4-FFF2-40B4-BE49-F238E27FC236}">
                  <a16:creationId xmlns:a16="http://schemas.microsoft.com/office/drawing/2014/main" xmlns="" id="{74E03E3D-EA17-3B89-FFAA-28E9E4F23B87}"/>
                </a:ext>
              </a:extLst>
            </p:cNvPr>
            <p:cNvSpPr/>
            <p:nvPr/>
          </p:nvSpPr>
          <p:spPr bwMode="auto">
            <a:xfrm>
              <a:off x="1024666" y="2253702"/>
              <a:ext cx="909708" cy="612000"/>
            </a:xfrm>
            <a:prstGeom prst="ellipse">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10281" name="ZoneTexte 61">
              <a:extLst>
                <a:ext uri="{FF2B5EF4-FFF2-40B4-BE49-F238E27FC236}">
                  <a16:creationId xmlns:a16="http://schemas.microsoft.com/office/drawing/2014/main" xmlns="" id="{7C4392FB-D2FE-50EF-17EB-020FABBC1848}"/>
                </a:ext>
              </a:extLst>
            </p:cNvPr>
            <p:cNvSpPr txBox="1">
              <a:spLocks noChangeArrowheads="1"/>
            </p:cNvSpPr>
            <p:nvPr/>
          </p:nvSpPr>
          <p:spPr bwMode="auto">
            <a:xfrm>
              <a:off x="1007202" y="2448834"/>
              <a:ext cx="101925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grpSp>
      <p:grpSp>
        <p:nvGrpSpPr>
          <p:cNvPr id="10256" name="Groupe 62">
            <a:extLst>
              <a:ext uri="{FF2B5EF4-FFF2-40B4-BE49-F238E27FC236}">
                <a16:creationId xmlns:a16="http://schemas.microsoft.com/office/drawing/2014/main" xmlns="" id="{4A981B0C-F577-949A-0902-F49514E9FE27}"/>
              </a:ext>
            </a:extLst>
          </p:cNvPr>
          <p:cNvGrpSpPr>
            <a:grpSpLocks/>
          </p:cNvGrpSpPr>
          <p:nvPr/>
        </p:nvGrpSpPr>
        <p:grpSpPr bwMode="auto">
          <a:xfrm>
            <a:off x="4254882" y="2039769"/>
            <a:ext cx="1019175" cy="612775"/>
            <a:chOff x="1007202" y="2253702"/>
            <a:chExt cx="1019254" cy="612000"/>
          </a:xfrm>
        </p:grpSpPr>
        <p:sp>
          <p:nvSpPr>
            <p:cNvPr id="64" name="Ellipse 63">
              <a:extLst>
                <a:ext uri="{FF2B5EF4-FFF2-40B4-BE49-F238E27FC236}">
                  <a16:creationId xmlns:a16="http://schemas.microsoft.com/office/drawing/2014/main" xmlns="" id="{F4B3AFAB-FF98-CF89-D994-55805E5A11C1}"/>
                </a:ext>
              </a:extLst>
            </p:cNvPr>
            <p:cNvSpPr/>
            <p:nvPr/>
          </p:nvSpPr>
          <p:spPr bwMode="auto">
            <a:xfrm>
              <a:off x="1024666" y="2253702"/>
              <a:ext cx="909708" cy="612000"/>
            </a:xfrm>
            <a:prstGeom prst="ellipse">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10279" name="ZoneTexte 64">
              <a:extLst>
                <a:ext uri="{FF2B5EF4-FFF2-40B4-BE49-F238E27FC236}">
                  <a16:creationId xmlns:a16="http://schemas.microsoft.com/office/drawing/2014/main" xmlns="" id="{CC066DF8-E8B5-4417-F0CE-ECE7C1A5AA51}"/>
                </a:ext>
              </a:extLst>
            </p:cNvPr>
            <p:cNvSpPr txBox="1">
              <a:spLocks noChangeArrowheads="1"/>
            </p:cNvSpPr>
            <p:nvPr/>
          </p:nvSpPr>
          <p:spPr bwMode="auto">
            <a:xfrm>
              <a:off x="1007202" y="2448834"/>
              <a:ext cx="101925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grpSp>
      <p:cxnSp>
        <p:nvCxnSpPr>
          <p:cNvPr id="66" name="Connecteur droit avec flèche 65">
            <a:extLst>
              <a:ext uri="{FF2B5EF4-FFF2-40B4-BE49-F238E27FC236}">
                <a16:creationId xmlns:a16="http://schemas.microsoft.com/office/drawing/2014/main" xmlns="" id="{2CC44B77-8A0C-208F-8EDC-4ECBCED7781A}"/>
              </a:ext>
            </a:extLst>
          </p:cNvPr>
          <p:cNvCxnSpPr>
            <a:stCxn id="55" idx="4"/>
            <a:endCxn id="61" idx="7"/>
          </p:cNvCxnSpPr>
          <p:nvPr/>
        </p:nvCxnSpPr>
        <p:spPr bwMode="auto">
          <a:xfrm flipH="1">
            <a:off x="3523044" y="2095331"/>
            <a:ext cx="234950" cy="323850"/>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cxnSp>
        <p:nvCxnSpPr>
          <p:cNvPr id="67" name="Connecteur droit avec flèche 66">
            <a:extLst>
              <a:ext uri="{FF2B5EF4-FFF2-40B4-BE49-F238E27FC236}">
                <a16:creationId xmlns:a16="http://schemas.microsoft.com/office/drawing/2014/main" xmlns="" id="{0F936B70-AA27-7405-7BEF-8C44D237542D}"/>
              </a:ext>
            </a:extLst>
          </p:cNvPr>
          <p:cNvCxnSpPr>
            <a:stCxn id="55" idx="4"/>
            <a:endCxn id="58" idx="0"/>
          </p:cNvCxnSpPr>
          <p:nvPr/>
        </p:nvCxnSpPr>
        <p:spPr bwMode="auto">
          <a:xfrm>
            <a:off x="3757994" y="2095331"/>
            <a:ext cx="417512" cy="544512"/>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cxnSp>
        <p:nvCxnSpPr>
          <p:cNvPr id="68" name="Connecteur droit avec flèche 67">
            <a:extLst>
              <a:ext uri="{FF2B5EF4-FFF2-40B4-BE49-F238E27FC236}">
                <a16:creationId xmlns:a16="http://schemas.microsoft.com/office/drawing/2014/main" xmlns="" id="{32F99351-9403-B93C-E447-F3750ED62D51}"/>
              </a:ext>
            </a:extLst>
          </p:cNvPr>
          <p:cNvCxnSpPr>
            <a:stCxn id="55" idx="4"/>
            <a:endCxn id="10279" idx="1"/>
          </p:cNvCxnSpPr>
          <p:nvPr/>
        </p:nvCxnSpPr>
        <p:spPr bwMode="auto">
          <a:xfrm>
            <a:off x="3757995" y="2095332"/>
            <a:ext cx="496887" cy="255587"/>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sp>
        <p:nvSpPr>
          <p:cNvPr id="69" name="Ellipse 68">
            <a:extLst>
              <a:ext uri="{FF2B5EF4-FFF2-40B4-BE49-F238E27FC236}">
                <a16:creationId xmlns:a16="http://schemas.microsoft.com/office/drawing/2014/main" xmlns="" id="{20A5AE7D-B6A2-E8C4-A574-AF0733B6F93C}"/>
              </a:ext>
            </a:extLst>
          </p:cNvPr>
          <p:cNvSpPr/>
          <p:nvPr/>
        </p:nvSpPr>
        <p:spPr bwMode="auto">
          <a:xfrm>
            <a:off x="3243644" y="3976519"/>
            <a:ext cx="908050" cy="612775"/>
          </a:xfrm>
          <a:prstGeom prst="ellipse">
            <a:avLst/>
          </a:prstGeom>
          <a:solidFill>
            <a:srgbClr val="92D050"/>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10261" name="ZoneTexte 69">
            <a:extLst>
              <a:ext uri="{FF2B5EF4-FFF2-40B4-BE49-F238E27FC236}">
                <a16:creationId xmlns:a16="http://schemas.microsoft.com/office/drawing/2014/main" xmlns="" id="{282523E9-F67A-CEA2-BD5E-E809FFB7C04E}"/>
              </a:ext>
            </a:extLst>
          </p:cNvPr>
          <p:cNvSpPr txBox="1">
            <a:spLocks noChangeArrowheads="1"/>
          </p:cNvSpPr>
          <p:nvPr/>
        </p:nvSpPr>
        <p:spPr bwMode="auto">
          <a:xfrm>
            <a:off x="3362707" y="4144794"/>
            <a:ext cx="6699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200"/>
              <a:t>Photo</a:t>
            </a:r>
          </a:p>
        </p:txBody>
      </p:sp>
      <p:cxnSp>
        <p:nvCxnSpPr>
          <p:cNvPr id="71" name="Connecteur droit avec flèche 70">
            <a:extLst>
              <a:ext uri="{FF2B5EF4-FFF2-40B4-BE49-F238E27FC236}">
                <a16:creationId xmlns:a16="http://schemas.microsoft.com/office/drawing/2014/main" xmlns="" id="{28F382ED-7D17-47F3-FEF4-DD4BCAD2420A}"/>
              </a:ext>
            </a:extLst>
          </p:cNvPr>
          <p:cNvCxnSpPr>
            <a:stCxn id="69" idx="4"/>
            <a:endCxn id="10272" idx="1"/>
          </p:cNvCxnSpPr>
          <p:nvPr/>
        </p:nvCxnSpPr>
        <p:spPr bwMode="auto">
          <a:xfrm>
            <a:off x="3697670" y="4589294"/>
            <a:ext cx="1112837" cy="898525"/>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sp>
        <p:nvSpPr>
          <p:cNvPr id="72" name="Ellipse 71">
            <a:extLst>
              <a:ext uri="{FF2B5EF4-FFF2-40B4-BE49-F238E27FC236}">
                <a16:creationId xmlns:a16="http://schemas.microsoft.com/office/drawing/2014/main" xmlns="" id="{4F62248B-8ED1-AF28-1A68-7E370EF9FA6E}"/>
              </a:ext>
            </a:extLst>
          </p:cNvPr>
          <p:cNvSpPr/>
          <p:nvPr/>
        </p:nvSpPr>
        <p:spPr bwMode="auto">
          <a:xfrm>
            <a:off x="3659569" y="5133807"/>
            <a:ext cx="908050" cy="612775"/>
          </a:xfrm>
          <a:prstGeom prst="ellipse">
            <a:avLst/>
          </a:prstGeom>
          <a:solidFill>
            <a:srgbClr val="92D050"/>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10264" name="ZoneTexte 72">
            <a:extLst>
              <a:ext uri="{FF2B5EF4-FFF2-40B4-BE49-F238E27FC236}">
                <a16:creationId xmlns:a16="http://schemas.microsoft.com/office/drawing/2014/main" xmlns="" id="{5D721A98-74F9-E2F3-BB70-A298B65E71D6}"/>
              </a:ext>
            </a:extLst>
          </p:cNvPr>
          <p:cNvSpPr txBox="1">
            <a:spLocks noChangeArrowheads="1"/>
          </p:cNvSpPr>
          <p:nvPr/>
        </p:nvSpPr>
        <p:spPr bwMode="auto">
          <a:xfrm>
            <a:off x="3642107" y="5329068"/>
            <a:ext cx="1019175"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grpSp>
        <p:nvGrpSpPr>
          <p:cNvPr id="10265" name="Groupe 73">
            <a:extLst>
              <a:ext uri="{FF2B5EF4-FFF2-40B4-BE49-F238E27FC236}">
                <a16:creationId xmlns:a16="http://schemas.microsoft.com/office/drawing/2014/main" xmlns="" id="{6959BA24-F07F-86C1-915B-75A2F8539B6C}"/>
              </a:ext>
            </a:extLst>
          </p:cNvPr>
          <p:cNvGrpSpPr>
            <a:grpSpLocks/>
          </p:cNvGrpSpPr>
          <p:nvPr/>
        </p:nvGrpSpPr>
        <p:grpSpPr bwMode="auto">
          <a:xfrm>
            <a:off x="2668970" y="4822657"/>
            <a:ext cx="1019175" cy="612775"/>
            <a:chOff x="1007202" y="2253702"/>
            <a:chExt cx="1019254" cy="612000"/>
          </a:xfrm>
        </p:grpSpPr>
        <p:sp>
          <p:nvSpPr>
            <p:cNvPr id="75" name="Ellipse 74">
              <a:extLst>
                <a:ext uri="{FF2B5EF4-FFF2-40B4-BE49-F238E27FC236}">
                  <a16:creationId xmlns:a16="http://schemas.microsoft.com/office/drawing/2014/main" xmlns="" id="{1735315A-7940-7024-B01B-2CA95DB812DB}"/>
                </a:ext>
              </a:extLst>
            </p:cNvPr>
            <p:cNvSpPr/>
            <p:nvPr/>
          </p:nvSpPr>
          <p:spPr bwMode="auto">
            <a:xfrm>
              <a:off x="1024665" y="2253702"/>
              <a:ext cx="909709" cy="612000"/>
            </a:xfrm>
            <a:prstGeom prst="ellipse">
              <a:avLst/>
            </a:prstGeom>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10277" name="ZoneTexte 75">
              <a:extLst>
                <a:ext uri="{FF2B5EF4-FFF2-40B4-BE49-F238E27FC236}">
                  <a16:creationId xmlns:a16="http://schemas.microsoft.com/office/drawing/2014/main" xmlns="" id="{260E78A4-7128-FA11-3292-5B17E2561093}"/>
                </a:ext>
              </a:extLst>
            </p:cNvPr>
            <p:cNvSpPr txBox="1">
              <a:spLocks noChangeArrowheads="1"/>
            </p:cNvSpPr>
            <p:nvPr/>
          </p:nvSpPr>
          <p:spPr bwMode="auto">
            <a:xfrm>
              <a:off x="1007202" y="2448834"/>
              <a:ext cx="101925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grpSp>
      <p:sp>
        <p:nvSpPr>
          <p:cNvPr id="77" name="Ellipse 76">
            <a:extLst>
              <a:ext uri="{FF2B5EF4-FFF2-40B4-BE49-F238E27FC236}">
                <a16:creationId xmlns:a16="http://schemas.microsoft.com/office/drawing/2014/main" xmlns="" id="{DAD5853A-CA2D-4C05-A0DB-5DAA14F4B5BD}"/>
              </a:ext>
            </a:extLst>
          </p:cNvPr>
          <p:cNvSpPr/>
          <p:nvPr/>
        </p:nvSpPr>
        <p:spPr bwMode="auto">
          <a:xfrm>
            <a:off x="4212019" y="4533732"/>
            <a:ext cx="908050" cy="612775"/>
          </a:xfrm>
          <a:prstGeom prst="ellipse">
            <a:avLst/>
          </a:prstGeom>
          <a:solidFill>
            <a:srgbClr val="FF0000"/>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10267" name="ZoneTexte 77">
            <a:extLst>
              <a:ext uri="{FF2B5EF4-FFF2-40B4-BE49-F238E27FC236}">
                <a16:creationId xmlns:a16="http://schemas.microsoft.com/office/drawing/2014/main" xmlns="" id="{52446540-5244-D31D-A964-84FF7DD6A3C8}"/>
              </a:ext>
            </a:extLst>
          </p:cNvPr>
          <p:cNvSpPr txBox="1">
            <a:spLocks noChangeArrowheads="1"/>
          </p:cNvSpPr>
          <p:nvPr/>
        </p:nvSpPr>
        <p:spPr bwMode="auto">
          <a:xfrm>
            <a:off x="4194557" y="4728994"/>
            <a:ext cx="101917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cxnSp>
        <p:nvCxnSpPr>
          <p:cNvPr id="79" name="Connecteur droit avec flèche 78">
            <a:extLst>
              <a:ext uri="{FF2B5EF4-FFF2-40B4-BE49-F238E27FC236}">
                <a16:creationId xmlns:a16="http://schemas.microsoft.com/office/drawing/2014/main" xmlns="" id="{88424575-5402-0AD0-7C01-A9F04606EE64}"/>
              </a:ext>
            </a:extLst>
          </p:cNvPr>
          <p:cNvCxnSpPr>
            <a:stCxn id="69" idx="4"/>
            <a:endCxn id="75" idx="7"/>
          </p:cNvCxnSpPr>
          <p:nvPr/>
        </p:nvCxnSpPr>
        <p:spPr bwMode="auto">
          <a:xfrm flipH="1">
            <a:off x="3462719" y="4589293"/>
            <a:ext cx="234950" cy="323850"/>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cxnSp>
        <p:nvCxnSpPr>
          <p:cNvPr id="80" name="Connecteur droit avec flèche 79">
            <a:extLst>
              <a:ext uri="{FF2B5EF4-FFF2-40B4-BE49-F238E27FC236}">
                <a16:creationId xmlns:a16="http://schemas.microsoft.com/office/drawing/2014/main" xmlns="" id="{A716F138-D0EE-4DD8-3738-FFDF9B3C7E5A}"/>
              </a:ext>
            </a:extLst>
          </p:cNvPr>
          <p:cNvCxnSpPr>
            <a:stCxn id="69" idx="4"/>
            <a:endCxn id="72" idx="0"/>
          </p:cNvCxnSpPr>
          <p:nvPr/>
        </p:nvCxnSpPr>
        <p:spPr bwMode="auto">
          <a:xfrm>
            <a:off x="3697670" y="4589294"/>
            <a:ext cx="415925" cy="544513"/>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cxnSp>
        <p:nvCxnSpPr>
          <p:cNvPr id="81" name="Connecteur droit avec flèche 80">
            <a:extLst>
              <a:ext uri="{FF2B5EF4-FFF2-40B4-BE49-F238E27FC236}">
                <a16:creationId xmlns:a16="http://schemas.microsoft.com/office/drawing/2014/main" xmlns="" id="{579DCCBA-720B-FE15-C301-233BC9EF3206}"/>
              </a:ext>
            </a:extLst>
          </p:cNvPr>
          <p:cNvCxnSpPr>
            <a:stCxn id="69" idx="4"/>
            <a:endCxn id="10267" idx="1"/>
          </p:cNvCxnSpPr>
          <p:nvPr/>
        </p:nvCxnSpPr>
        <p:spPr bwMode="auto">
          <a:xfrm>
            <a:off x="3697670" y="4589293"/>
            <a:ext cx="496887" cy="255588"/>
          </a:xfrm>
          <a:prstGeom prst="straightConnector1">
            <a:avLst/>
          </a:prstGeom>
          <a:ln>
            <a:headEnd type="none" w="med" len="med"/>
            <a:tailEnd type="arrow"/>
          </a:ln>
        </p:spPr>
        <p:style>
          <a:lnRef idx="1">
            <a:schemeClr val="accent4"/>
          </a:lnRef>
          <a:fillRef idx="0">
            <a:schemeClr val="accent4"/>
          </a:fillRef>
          <a:effectRef idx="0">
            <a:schemeClr val="accent4"/>
          </a:effectRef>
          <a:fontRef idx="minor">
            <a:schemeClr val="tx1"/>
          </a:fontRef>
        </p:style>
      </p:cxnSp>
      <p:sp>
        <p:nvSpPr>
          <p:cNvPr id="82" name="Ellipse 81">
            <a:extLst>
              <a:ext uri="{FF2B5EF4-FFF2-40B4-BE49-F238E27FC236}">
                <a16:creationId xmlns:a16="http://schemas.microsoft.com/office/drawing/2014/main" xmlns="" id="{1DD031E6-7E6E-9C71-4BCD-62F603505017}"/>
              </a:ext>
            </a:extLst>
          </p:cNvPr>
          <p:cNvSpPr/>
          <p:nvPr/>
        </p:nvSpPr>
        <p:spPr bwMode="auto">
          <a:xfrm>
            <a:off x="4827969" y="5176668"/>
            <a:ext cx="908050" cy="611188"/>
          </a:xfrm>
          <a:prstGeom prst="ellipse">
            <a:avLst/>
          </a:prstGeom>
          <a:solidFill>
            <a:srgbClr val="00B0F0"/>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lIns="182880" rIns="182880" anchor="ctr"/>
          <a:lstStyle/>
          <a:p>
            <a:pPr algn="ctr" eaLnBrk="0" hangingPunct="0">
              <a:defRPr/>
            </a:pPr>
            <a:endParaRPr lang="fr-FR" sz="1400" dirty="0">
              <a:solidFill>
                <a:schemeClr val="tx1"/>
              </a:solidFill>
            </a:endParaRPr>
          </a:p>
        </p:txBody>
      </p:sp>
      <p:sp>
        <p:nvSpPr>
          <p:cNvPr id="10272" name="ZoneTexte 82">
            <a:extLst>
              <a:ext uri="{FF2B5EF4-FFF2-40B4-BE49-F238E27FC236}">
                <a16:creationId xmlns:a16="http://schemas.microsoft.com/office/drawing/2014/main" xmlns="" id="{86C74C05-C615-EE40-D430-2D131D1C2332}"/>
              </a:ext>
            </a:extLst>
          </p:cNvPr>
          <p:cNvSpPr txBox="1">
            <a:spLocks noChangeArrowheads="1"/>
          </p:cNvSpPr>
          <p:nvPr/>
        </p:nvSpPr>
        <p:spPr bwMode="auto">
          <a:xfrm>
            <a:off x="4810507" y="5371932"/>
            <a:ext cx="1019175"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900"/>
              <a:t>Commentaire</a:t>
            </a:r>
          </a:p>
        </p:txBody>
      </p:sp>
      <p:sp>
        <p:nvSpPr>
          <p:cNvPr id="84" name="Flèche vers le bas 83">
            <a:extLst>
              <a:ext uri="{FF2B5EF4-FFF2-40B4-BE49-F238E27FC236}">
                <a16:creationId xmlns:a16="http://schemas.microsoft.com/office/drawing/2014/main" xmlns="" id="{E596A953-E206-5BEC-4592-F2E05FA7576B}"/>
              </a:ext>
            </a:extLst>
          </p:cNvPr>
          <p:cNvSpPr/>
          <p:nvPr/>
        </p:nvSpPr>
        <p:spPr bwMode="auto">
          <a:xfrm>
            <a:off x="3911981" y="3335169"/>
            <a:ext cx="477838" cy="690563"/>
          </a:xfrm>
          <a:prstGeom prst="downArrow">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lIns="182880" rIns="182880" anchor="ctr"/>
          <a:lstStyle/>
          <a:p>
            <a:pPr algn="ctr" eaLnBrk="0" hangingPunct="0">
              <a:defRPr/>
            </a:pPr>
            <a:endParaRPr lang="fr-FR">
              <a:solidFill>
                <a:schemeClr val="tx1"/>
              </a:solidFill>
            </a:endParaRPr>
          </a:p>
        </p:txBody>
      </p:sp>
      <p:sp>
        <p:nvSpPr>
          <p:cNvPr id="10274" name="ZoneTexte 84">
            <a:extLst>
              <a:ext uri="{FF2B5EF4-FFF2-40B4-BE49-F238E27FC236}">
                <a16:creationId xmlns:a16="http://schemas.microsoft.com/office/drawing/2014/main" xmlns="" id="{17BF94F7-A9F9-5B66-AA1F-C33C6E13DDB5}"/>
              </a:ext>
            </a:extLst>
          </p:cNvPr>
          <p:cNvSpPr txBox="1">
            <a:spLocks noChangeArrowheads="1"/>
          </p:cNvSpPr>
          <p:nvPr/>
        </p:nvSpPr>
        <p:spPr bwMode="auto">
          <a:xfrm>
            <a:off x="4032631" y="3330406"/>
            <a:ext cx="20589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lnSpc>
                <a:spcPct val="100000"/>
              </a:lnSpc>
              <a:spcBef>
                <a:spcPct val="0"/>
              </a:spcBef>
              <a:buClrTx/>
              <a:buSzTx/>
              <a:buFontTx/>
              <a:buNone/>
            </a:pPr>
            <a:r>
              <a:rPr lang="fr-FR" altLang="fr-FR" sz="1800"/>
              <a:t>Opérations</a:t>
            </a:r>
          </a:p>
          <a:p>
            <a:pPr algn="ctr" eaLnBrk="1" hangingPunct="1">
              <a:lnSpc>
                <a:spcPct val="100000"/>
              </a:lnSpc>
              <a:spcBef>
                <a:spcPct val="0"/>
              </a:spcBef>
              <a:buClrTx/>
              <a:buSzTx/>
              <a:buFontTx/>
              <a:buNone/>
            </a:pPr>
            <a:r>
              <a:rPr lang="fr-FR" altLang="fr-FR" sz="1800"/>
              <a:t>CUD</a:t>
            </a:r>
          </a:p>
        </p:txBody>
      </p:sp>
      <p:sp>
        <p:nvSpPr>
          <p:cNvPr id="10275" name="ZoneTexte 85">
            <a:extLst>
              <a:ext uri="{FF2B5EF4-FFF2-40B4-BE49-F238E27FC236}">
                <a16:creationId xmlns:a16="http://schemas.microsoft.com/office/drawing/2014/main" xmlns="" id="{54A210AB-FEF7-8BB0-9D5A-C287F7F78DE1}"/>
              </a:ext>
            </a:extLst>
          </p:cNvPr>
          <p:cNvSpPr txBox="1">
            <a:spLocks noChangeArrowheads="1"/>
          </p:cNvSpPr>
          <p:nvPr/>
        </p:nvSpPr>
        <p:spPr bwMode="auto">
          <a:xfrm>
            <a:off x="3784981" y="6318081"/>
            <a:ext cx="4488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CUD: </a:t>
            </a:r>
            <a:r>
              <a:rPr lang="fr-FR" altLang="fr-FR" sz="1800">
                <a:solidFill>
                  <a:srgbClr val="00B0F0"/>
                </a:solidFill>
              </a:rPr>
              <a:t>Ajout</a:t>
            </a:r>
            <a:r>
              <a:rPr lang="fr-FR" altLang="fr-FR" sz="1800"/>
              <a:t>, </a:t>
            </a:r>
            <a:r>
              <a:rPr lang="fr-FR" altLang="fr-FR" sz="1800">
                <a:solidFill>
                  <a:srgbClr val="00B050"/>
                </a:solidFill>
              </a:rPr>
              <a:t>Mise à jour</a:t>
            </a:r>
            <a:r>
              <a:rPr lang="fr-FR" altLang="fr-FR" sz="1800"/>
              <a:t>, </a:t>
            </a:r>
            <a:r>
              <a:rPr lang="fr-FR" altLang="fr-FR" sz="1800">
                <a:solidFill>
                  <a:srgbClr val="FF0000"/>
                </a:solidFill>
              </a:rPr>
              <a:t>Suppression</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5">
            <a:extLst>
              <a:ext uri="{FF2B5EF4-FFF2-40B4-BE49-F238E27FC236}">
                <a16:creationId xmlns:a16="http://schemas.microsoft.com/office/drawing/2014/main" xmlns="" id="{B78D877A-E38D-8726-CEA1-9671450D11C3}"/>
              </a:ext>
            </a:extLst>
          </p:cNvPr>
          <p:cNvSpPr>
            <a:spLocks noChangeArrowheads="1"/>
          </p:cNvSpPr>
          <p:nvPr/>
        </p:nvSpPr>
        <p:spPr bwMode="auto">
          <a:xfrm>
            <a:off x="2025650" y="1642682"/>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1267" name="Rectangle 2">
            <a:extLst>
              <a:ext uri="{FF2B5EF4-FFF2-40B4-BE49-F238E27FC236}">
                <a16:creationId xmlns:a16="http://schemas.microsoft.com/office/drawing/2014/main" xmlns="" id="{044C939A-F9C1-89DC-C27A-813390020953}"/>
              </a:ext>
            </a:extLst>
          </p:cNvPr>
          <p:cNvSpPr>
            <a:spLocks noGrp="1" noChangeArrowheads="1"/>
          </p:cNvSpPr>
          <p:nvPr>
            <p:ph type="title"/>
          </p:nvPr>
        </p:nvSpPr>
        <p:spPr/>
        <p:txBody>
          <a:bodyPr/>
          <a:lstStyle/>
          <a:p>
            <a:pPr eaLnBrk="1" hangingPunct="1"/>
            <a:r>
              <a:rPr lang="fr-FR" altLang="fr-FR"/>
              <a:t>Gestion d’objets détachés</a:t>
            </a:r>
          </a:p>
        </p:txBody>
      </p:sp>
      <p:sp>
        <p:nvSpPr>
          <p:cNvPr id="11268" name="AutoShape 6">
            <a:extLst>
              <a:ext uri="{FF2B5EF4-FFF2-40B4-BE49-F238E27FC236}">
                <a16:creationId xmlns:a16="http://schemas.microsoft.com/office/drawing/2014/main" xmlns="" id="{AF2F1A66-6529-A1FC-3E6D-0E88464EAE9A}"/>
              </a:ext>
            </a:extLst>
          </p:cNvPr>
          <p:cNvSpPr>
            <a:spLocks noChangeArrowheads="1"/>
          </p:cNvSpPr>
          <p:nvPr/>
        </p:nvSpPr>
        <p:spPr bwMode="auto">
          <a:xfrm>
            <a:off x="2260600" y="4414457"/>
            <a:ext cx="7670800" cy="7048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1269" name="Rectangle 19">
            <a:extLst>
              <a:ext uri="{FF2B5EF4-FFF2-40B4-BE49-F238E27FC236}">
                <a16:creationId xmlns:a16="http://schemas.microsoft.com/office/drawing/2014/main" xmlns="" id="{7B50117A-C20F-8233-4EFC-0548D37C4AA7}"/>
              </a:ext>
            </a:extLst>
          </p:cNvPr>
          <p:cNvSpPr>
            <a:spLocks noChangeArrowheads="1"/>
          </p:cNvSpPr>
          <p:nvPr/>
        </p:nvSpPr>
        <p:spPr bwMode="auto">
          <a:xfrm>
            <a:off x="2495551" y="4443033"/>
            <a:ext cx="7204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800"/>
              <a:t>Une fois attaché, l’objet doit être dans le bon état</a:t>
            </a:r>
            <a:endParaRPr lang="en-GB" altLang="fr-FR" sz="1800"/>
          </a:p>
        </p:txBody>
      </p:sp>
      <p:sp>
        <p:nvSpPr>
          <p:cNvPr id="11270" name="AutoShape 6">
            <a:extLst>
              <a:ext uri="{FF2B5EF4-FFF2-40B4-BE49-F238E27FC236}">
                <a16:creationId xmlns:a16="http://schemas.microsoft.com/office/drawing/2014/main" xmlns="" id="{85BD7103-F4DF-E86D-3314-B058AE969E3A}"/>
              </a:ext>
            </a:extLst>
          </p:cNvPr>
          <p:cNvSpPr>
            <a:spLocks noChangeArrowheads="1"/>
          </p:cNvSpPr>
          <p:nvPr/>
        </p:nvSpPr>
        <p:spPr bwMode="auto">
          <a:xfrm>
            <a:off x="2266950" y="3330194"/>
            <a:ext cx="7670800" cy="7048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1271" name="Rectangle 18">
            <a:extLst>
              <a:ext uri="{FF2B5EF4-FFF2-40B4-BE49-F238E27FC236}">
                <a16:creationId xmlns:a16="http://schemas.microsoft.com/office/drawing/2014/main" xmlns="" id="{828B3CAC-26F6-BE93-B31F-F078F5BF49A7}"/>
              </a:ext>
            </a:extLst>
          </p:cNvPr>
          <p:cNvSpPr>
            <a:spLocks noChangeArrowheads="1"/>
          </p:cNvSpPr>
          <p:nvPr/>
        </p:nvSpPr>
        <p:spPr bwMode="auto">
          <a:xfrm>
            <a:off x="2470151" y="3385757"/>
            <a:ext cx="7191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800"/>
              <a:t>Un objet doit être attaché à l’objet de contexte pour être sauvegardé en base</a:t>
            </a:r>
            <a:endParaRPr lang="en-GB" altLang="fr-FR" sz="1800"/>
          </a:p>
        </p:txBody>
      </p:sp>
      <p:sp>
        <p:nvSpPr>
          <p:cNvPr id="11272" name="AutoShape 6">
            <a:extLst>
              <a:ext uri="{FF2B5EF4-FFF2-40B4-BE49-F238E27FC236}">
                <a16:creationId xmlns:a16="http://schemas.microsoft.com/office/drawing/2014/main" xmlns="" id="{B9B59E80-E300-7AF3-1EA4-E5BEE4FD5CAD}"/>
              </a:ext>
            </a:extLst>
          </p:cNvPr>
          <p:cNvSpPr>
            <a:spLocks noChangeArrowheads="1"/>
          </p:cNvSpPr>
          <p:nvPr/>
        </p:nvSpPr>
        <p:spPr bwMode="auto">
          <a:xfrm>
            <a:off x="2266950" y="2250694"/>
            <a:ext cx="7670800" cy="64928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1273" name="Rectangle 17">
            <a:extLst>
              <a:ext uri="{FF2B5EF4-FFF2-40B4-BE49-F238E27FC236}">
                <a16:creationId xmlns:a16="http://schemas.microsoft.com/office/drawing/2014/main" xmlns="" id="{94AB2DBC-C60F-4977-85E1-FBD73AF2900F}"/>
              </a:ext>
            </a:extLst>
          </p:cNvPr>
          <p:cNvSpPr>
            <a:spLocks noChangeArrowheads="1"/>
          </p:cNvSpPr>
          <p:nvPr/>
        </p:nvSpPr>
        <p:spPr bwMode="auto">
          <a:xfrm>
            <a:off x="2482851" y="2403094"/>
            <a:ext cx="7191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Un objet détaché ne peut pas être enregistré en base</a:t>
            </a:r>
          </a:p>
        </p:txBody>
      </p:sp>
      <p:sp>
        <p:nvSpPr>
          <p:cNvPr id="11274" name="AutoShape 3">
            <a:extLst>
              <a:ext uri="{FF2B5EF4-FFF2-40B4-BE49-F238E27FC236}">
                <a16:creationId xmlns:a16="http://schemas.microsoft.com/office/drawing/2014/main" xmlns="" id="{D9E37243-B324-6466-5D07-0D5A30123B5A}"/>
              </a:ext>
            </a:extLst>
          </p:cNvPr>
          <p:cNvSpPr>
            <a:spLocks noChangeArrowheads="1"/>
          </p:cNvSpPr>
          <p:nvPr/>
        </p:nvSpPr>
        <p:spPr bwMode="auto">
          <a:xfrm>
            <a:off x="2752725" y="4831970"/>
            <a:ext cx="7310438" cy="5746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600">
                <a:latin typeface="Lucida Sans Typewriter" panose="020B0509030504030204" pitchFamily="49" charset="0"/>
              </a:rPr>
              <a:t>context.Entry(myObject).State = EntityState.</a:t>
            </a:r>
            <a:endParaRPr lang="en-GB" altLang="fr-FR" sz="1600">
              <a:latin typeface="Lucida Sans Typewriter" panose="020B0509030504030204" pitchFamily="49" charset="0"/>
            </a:endParaRPr>
          </a:p>
        </p:txBody>
      </p:sp>
      <p:sp>
        <p:nvSpPr>
          <p:cNvPr id="2" name="Rectangle 1">
            <a:extLst>
              <a:ext uri="{FF2B5EF4-FFF2-40B4-BE49-F238E27FC236}">
                <a16:creationId xmlns:a16="http://schemas.microsoft.com/office/drawing/2014/main" xmlns="" id="{710F10B2-74EB-E55F-95EF-359D30647C2B}"/>
              </a:ext>
            </a:extLst>
          </p:cNvPr>
          <p:cNvSpPr/>
          <p:nvPr/>
        </p:nvSpPr>
        <p:spPr bwMode="auto">
          <a:xfrm>
            <a:off x="8215314" y="4924044"/>
            <a:ext cx="1673225" cy="151288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82880" rIns="182880"/>
          <a:lstStyle/>
          <a:p>
            <a:pPr eaLnBrk="0" hangingPunct="0">
              <a:defRPr/>
            </a:pPr>
            <a:r>
              <a:rPr lang="fr-FR" dirty="0" err="1">
                <a:solidFill>
                  <a:schemeClr val="tx1"/>
                </a:solidFill>
                <a:latin typeface="Lucida Sans Typewriter"/>
              </a:rPr>
              <a:t>Added</a:t>
            </a:r>
            <a:endParaRPr lang="fr-FR" dirty="0">
              <a:solidFill>
                <a:schemeClr val="tx1"/>
              </a:solidFill>
              <a:latin typeface="Lucida Sans Typewriter"/>
            </a:endParaRPr>
          </a:p>
          <a:p>
            <a:pPr eaLnBrk="0" hangingPunct="0">
              <a:defRPr/>
            </a:pPr>
            <a:r>
              <a:rPr lang="fr-FR" dirty="0" err="1">
                <a:solidFill>
                  <a:schemeClr val="tx1"/>
                </a:solidFill>
                <a:latin typeface="Lucida Sans Typewriter"/>
              </a:rPr>
              <a:t>Deleted</a:t>
            </a:r>
            <a:endParaRPr lang="fr-FR" dirty="0">
              <a:solidFill>
                <a:schemeClr val="tx1"/>
              </a:solidFill>
              <a:latin typeface="Lucida Sans Typewriter"/>
            </a:endParaRPr>
          </a:p>
          <a:p>
            <a:pPr eaLnBrk="0" hangingPunct="0">
              <a:defRPr/>
            </a:pPr>
            <a:r>
              <a:rPr lang="fr-FR" dirty="0" err="1">
                <a:solidFill>
                  <a:schemeClr val="tx1"/>
                </a:solidFill>
                <a:latin typeface="Lucida Sans Typewriter"/>
              </a:rPr>
              <a:t>Detached</a:t>
            </a:r>
            <a:endParaRPr lang="fr-FR" dirty="0">
              <a:solidFill>
                <a:schemeClr val="tx1"/>
              </a:solidFill>
              <a:latin typeface="Lucida Sans Typewriter"/>
            </a:endParaRPr>
          </a:p>
          <a:p>
            <a:pPr eaLnBrk="0" hangingPunct="0">
              <a:defRPr/>
            </a:pPr>
            <a:r>
              <a:rPr lang="fr-FR" dirty="0" err="1">
                <a:solidFill>
                  <a:schemeClr val="tx1"/>
                </a:solidFill>
                <a:latin typeface="Lucida Sans Typewriter"/>
              </a:rPr>
              <a:t>Modified</a:t>
            </a:r>
            <a:endParaRPr lang="fr-FR" dirty="0">
              <a:solidFill>
                <a:schemeClr val="tx1"/>
              </a:solidFill>
              <a:latin typeface="Lucida Sans Typewriter"/>
            </a:endParaRPr>
          </a:p>
          <a:p>
            <a:pPr eaLnBrk="0" hangingPunct="0">
              <a:defRPr/>
            </a:pPr>
            <a:r>
              <a:rPr lang="fr-FR" dirty="0" err="1">
                <a:solidFill>
                  <a:schemeClr val="tx1"/>
                </a:solidFill>
                <a:latin typeface="Lucida Sans Typewriter"/>
              </a:rPr>
              <a:t>Unchanged</a:t>
            </a:r>
            <a:endParaRPr lang="fr-FR" dirty="0">
              <a:solidFill>
                <a:schemeClr val="tx1"/>
              </a:solidFill>
              <a:latin typeface="Lucida Sans Typewriter"/>
            </a:endParaRPr>
          </a:p>
        </p:txBody>
      </p:sp>
      <p:sp>
        <p:nvSpPr>
          <p:cNvPr id="3" name="ZoneTexte 2">
            <a:extLst>
              <a:ext uri="{FF2B5EF4-FFF2-40B4-BE49-F238E27FC236}">
                <a16:creationId xmlns:a16="http://schemas.microsoft.com/office/drawing/2014/main" xmlns="" id="{6973561C-142A-5681-B61F-D26FCF90CB38}"/>
              </a:ext>
            </a:extLst>
          </p:cNvPr>
          <p:cNvSpPr txBox="1"/>
          <p:nvPr/>
        </p:nvSpPr>
        <p:spPr>
          <a:xfrm>
            <a:off x="8234363" y="4939919"/>
            <a:ext cx="1644650" cy="369332"/>
          </a:xfrm>
          <a:prstGeom prst="rect">
            <a:avLst/>
          </a:prstGeom>
          <a:solidFill>
            <a:schemeClr val="accent2">
              <a:lumMod val="60000"/>
              <a:lumOff val="40000"/>
            </a:schemeClr>
          </a:solidFill>
        </p:spPr>
        <p:txBody>
          <a:bodyPr lIns="180000">
            <a:spAutoFit/>
          </a:bodyPr>
          <a:lstStyle/>
          <a:p>
            <a:pPr>
              <a:defRPr/>
            </a:pPr>
            <a:r>
              <a:rPr lang="fr-FR" dirty="0" err="1">
                <a:latin typeface="Lucida Sans Typewriter"/>
                <a:cs typeface="Arial" charset="0"/>
              </a:rPr>
              <a:t>Added</a:t>
            </a:r>
            <a:endParaRPr lang="fr-FR" dirty="0">
              <a:latin typeface="Lucida Sans Typewriter"/>
              <a:cs typeface="Arial"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xmlns="" id="{FA487ACC-4558-2E7F-DA81-D58E471F9AA0}"/>
              </a:ext>
            </a:extLst>
          </p:cNvPr>
          <p:cNvSpPr>
            <a:spLocks noGrp="1" noChangeArrowheads="1"/>
          </p:cNvSpPr>
          <p:nvPr>
            <p:ph type="title"/>
          </p:nvPr>
        </p:nvSpPr>
        <p:spPr/>
        <p:txBody>
          <a:bodyPr/>
          <a:lstStyle/>
          <a:p>
            <a:pPr eaLnBrk="1" hangingPunct="1"/>
            <a:r>
              <a:rPr lang="fr-FR" altLang="fr-FR"/>
              <a:t>Ajout</a:t>
            </a:r>
          </a:p>
        </p:txBody>
      </p:sp>
      <p:sp>
        <p:nvSpPr>
          <p:cNvPr id="12291" name="AutoShape 5">
            <a:extLst>
              <a:ext uri="{FF2B5EF4-FFF2-40B4-BE49-F238E27FC236}">
                <a16:creationId xmlns:a16="http://schemas.microsoft.com/office/drawing/2014/main" xmlns="" id="{5FE39518-F14F-04EA-4868-A77E58457E61}"/>
              </a:ext>
            </a:extLst>
          </p:cNvPr>
          <p:cNvSpPr>
            <a:spLocks noChangeArrowheads="1"/>
          </p:cNvSpPr>
          <p:nvPr/>
        </p:nvSpPr>
        <p:spPr bwMode="auto">
          <a:xfrm>
            <a:off x="2019300" y="1176338"/>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2292" name="AutoShape 6">
            <a:extLst>
              <a:ext uri="{FF2B5EF4-FFF2-40B4-BE49-F238E27FC236}">
                <a16:creationId xmlns:a16="http://schemas.microsoft.com/office/drawing/2014/main" xmlns="" id="{5ED6E615-FEBD-F5FC-9E48-690E3813594D}"/>
              </a:ext>
            </a:extLst>
          </p:cNvPr>
          <p:cNvSpPr>
            <a:spLocks noChangeArrowheads="1"/>
          </p:cNvSpPr>
          <p:nvPr/>
        </p:nvSpPr>
        <p:spPr bwMode="auto">
          <a:xfrm>
            <a:off x="2254250" y="1357313"/>
            <a:ext cx="7670800" cy="488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Utilisation de la méthode Add du DbSet correspondant</a:t>
            </a:r>
          </a:p>
        </p:txBody>
      </p:sp>
      <p:sp>
        <p:nvSpPr>
          <p:cNvPr id="12293" name="AutoShape 3">
            <a:extLst>
              <a:ext uri="{FF2B5EF4-FFF2-40B4-BE49-F238E27FC236}">
                <a16:creationId xmlns:a16="http://schemas.microsoft.com/office/drawing/2014/main" xmlns="" id="{93561A22-40F2-E59E-9E47-0F27965E1353}"/>
              </a:ext>
            </a:extLst>
          </p:cNvPr>
          <p:cNvSpPr>
            <a:spLocks noChangeArrowheads="1"/>
          </p:cNvSpPr>
          <p:nvPr/>
        </p:nvSpPr>
        <p:spPr bwMode="auto">
          <a:xfrm>
            <a:off x="2746375" y="1773239"/>
            <a:ext cx="7310438" cy="13811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600">
                <a:latin typeface="Lucida Sans Typewriter" panose="020B0509030504030204" pitchFamily="49" charset="0"/>
              </a:rPr>
              <a:t>MyObject obj = new MyObject();</a:t>
            </a:r>
          </a:p>
          <a:p>
            <a:pPr eaLnBrk="1" hangingPunct="1">
              <a:lnSpc>
                <a:spcPct val="100000"/>
              </a:lnSpc>
              <a:spcBef>
                <a:spcPct val="0"/>
              </a:spcBef>
              <a:buClrTx/>
              <a:buSzTx/>
              <a:buFontTx/>
              <a:buNone/>
            </a:pPr>
            <a:r>
              <a:rPr lang="en-US" altLang="fr-FR" sz="1600">
                <a:latin typeface="Lucida Sans Typewriter" panose="020B0509030504030204" pitchFamily="49" charset="0"/>
              </a:rPr>
              <a:t>using(var context = new MyDbContext()){</a:t>
            </a:r>
          </a:p>
          <a:p>
            <a:pPr eaLnBrk="1" hangingPunct="1">
              <a:lnSpc>
                <a:spcPct val="100000"/>
              </a:lnSpc>
              <a:spcBef>
                <a:spcPct val="0"/>
              </a:spcBef>
              <a:buClrTx/>
              <a:buSzTx/>
              <a:buFontTx/>
              <a:buNone/>
            </a:pPr>
            <a:r>
              <a:rPr lang="en-US" altLang="fr-FR" sz="1600">
                <a:latin typeface="Lucida Sans Typewriter" panose="020B0509030504030204" pitchFamily="49" charset="0"/>
              </a:rPr>
              <a:t>	context.MyObjects.Add(myObject);</a:t>
            </a:r>
          </a:p>
          <a:p>
            <a:pPr eaLnBrk="1" hangingPunct="1">
              <a:lnSpc>
                <a:spcPct val="100000"/>
              </a:lnSpc>
              <a:spcBef>
                <a:spcPct val="0"/>
              </a:spcBef>
              <a:buClrTx/>
              <a:buSzTx/>
              <a:buFontTx/>
              <a:buNone/>
            </a:pPr>
            <a:r>
              <a:rPr lang="en-US" altLang="fr-FR" sz="1600">
                <a:latin typeface="Lucida Sans Typewriter" panose="020B0509030504030204" pitchFamily="49" charset="0"/>
              </a:rPr>
              <a:t>	context.SaveChanges();</a:t>
            </a:r>
          </a:p>
          <a:p>
            <a:pPr eaLnBrk="1" hangingPunct="1">
              <a:lnSpc>
                <a:spcPct val="100000"/>
              </a:lnSpc>
              <a:spcBef>
                <a:spcPct val="0"/>
              </a:spcBef>
              <a:buClrTx/>
              <a:buSzTx/>
              <a:buFontTx/>
              <a:buNone/>
            </a:pPr>
            <a:r>
              <a:rPr lang="en-US" altLang="fr-FR" sz="1600">
                <a:latin typeface="Lucida Sans Typewriter" panose="020B0509030504030204" pitchFamily="49" charset="0"/>
              </a:rPr>
              <a:t>}</a:t>
            </a:r>
            <a:endParaRPr lang="en-GB" altLang="fr-FR" sz="1600">
              <a:latin typeface="Lucida Sans Typewriter" panose="020B0509030504030204" pitchFamily="49" charset="0"/>
            </a:endParaRPr>
          </a:p>
        </p:txBody>
      </p:sp>
      <p:sp>
        <p:nvSpPr>
          <p:cNvPr id="12294" name="AutoShape 6">
            <a:extLst>
              <a:ext uri="{FF2B5EF4-FFF2-40B4-BE49-F238E27FC236}">
                <a16:creationId xmlns:a16="http://schemas.microsoft.com/office/drawing/2014/main" xmlns="" id="{5FEA2618-82B1-4DD0-A081-5C6ED1882FD0}"/>
              </a:ext>
            </a:extLst>
          </p:cNvPr>
          <p:cNvSpPr>
            <a:spLocks noChangeArrowheads="1"/>
          </p:cNvSpPr>
          <p:nvPr/>
        </p:nvSpPr>
        <p:spPr bwMode="auto">
          <a:xfrm>
            <a:off x="2254250" y="3357564"/>
            <a:ext cx="7670800" cy="49053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Utilisation de la méthode Entry du DbContext</a:t>
            </a:r>
          </a:p>
        </p:txBody>
      </p:sp>
      <p:sp>
        <p:nvSpPr>
          <p:cNvPr id="12295" name="AutoShape 3">
            <a:extLst>
              <a:ext uri="{FF2B5EF4-FFF2-40B4-BE49-F238E27FC236}">
                <a16:creationId xmlns:a16="http://schemas.microsoft.com/office/drawing/2014/main" xmlns="" id="{36EF7094-951B-3FDB-F8D6-ADDBF2AF3E57}"/>
              </a:ext>
            </a:extLst>
          </p:cNvPr>
          <p:cNvSpPr>
            <a:spLocks noChangeArrowheads="1"/>
          </p:cNvSpPr>
          <p:nvPr/>
        </p:nvSpPr>
        <p:spPr bwMode="auto">
          <a:xfrm>
            <a:off x="2746375" y="3773488"/>
            <a:ext cx="7310438" cy="168275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600">
                <a:latin typeface="Lucida Sans Typewriter" panose="020B0509030504030204" pitchFamily="49" charset="0"/>
              </a:rPr>
              <a:t>MyObject obj = new MyObject();</a:t>
            </a:r>
          </a:p>
          <a:p>
            <a:pPr eaLnBrk="1" hangingPunct="1">
              <a:lnSpc>
                <a:spcPct val="100000"/>
              </a:lnSpc>
              <a:spcBef>
                <a:spcPct val="0"/>
              </a:spcBef>
              <a:buClrTx/>
              <a:buSzTx/>
              <a:buFontTx/>
              <a:buNone/>
            </a:pPr>
            <a:r>
              <a:rPr lang="en-US" altLang="fr-FR" sz="1600">
                <a:latin typeface="Lucida Sans Typewriter" panose="020B0509030504030204" pitchFamily="49" charset="0"/>
              </a:rPr>
              <a:t>using(var context = new MyDbContext()){</a:t>
            </a:r>
          </a:p>
          <a:p>
            <a:pPr eaLnBrk="1" hangingPunct="1">
              <a:lnSpc>
                <a:spcPct val="100000"/>
              </a:lnSpc>
              <a:spcBef>
                <a:spcPct val="0"/>
              </a:spcBef>
              <a:buClrTx/>
              <a:buSzTx/>
              <a:buFontTx/>
              <a:buNone/>
            </a:pPr>
            <a:r>
              <a:rPr lang="en-US" altLang="fr-FR" sz="1600">
                <a:latin typeface="Lucida Sans Typewriter" panose="020B0509030504030204" pitchFamily="49" charset="0"/>
              </a:rPr>
              <a:t>	context.Entry(obj).State =</a:t>
            </a:r>
          </a:p>
          <a:p>
            <a:pPr eaLnBrk="1" hangingPunct="1">
              <a:lnSpc>
                <a:spcPct val="100000"/>
              </a:lnSpc>
              <a:spcBef>
                <a:spcPct val="0"/>
              </a:spcBef>
              <a:buClrTx/>
              <a:buSzTx/>
              <a:buFontTx/>
              <a:buNone/>
            </a:pPr>
            <a:r>
              <a:rPr lang="en-US" altLang="fr-FR" sz="1600">
                <a:latin typeface="Lucida Sans Typewriter" panose="020B0509030504030204" pitchFamily="49" charset="0"/>
              </a:rPr>
              <a:t>		EntityState.Added;</a:t>
            </a:r>
          </a:p>
          <a:p>
            <a:pPr eaLnBrk="1" hangingPunct="1">
              <a:lnSpc>
                <a:spcPct val="100000"/>
              </a:lnSpc>
              <a:spcBef>
                <a:spcPct val="0"/>
              </a:spcBef>
              <a:buClrTx/>
              <a:buSzTx/>
              <a:buFontTx/>
              <a:buNone/>
            </a:pPr>
            <a:r>
              <a:rPr lang="en-US" altLang="fr-FR" sz="1600">
                <a:latin typeface="Lucida Sans Typewriter" panose="020B0509030504030204" pitchFamily="49" charset="0"/>
              </a:rPr>
              <a:t>	context.SaveChanges();</a:t>
            </a:r>
          </a:p>
          <a:p>
            <a:pPr eaLnBrk="1" hangingPunct="1">
              <a:lnSpc>
                <a:spcPct val="100000"/>
              </a:lnSpc>
              <a:spcBef>
                <a:spcPct val="0"/>
              </a:spcBef>
              <a:buClrTx/>
              <a:buSzTx/>
              <a:buFontTx/>
              <a:buNone/>
            </a:pPr>
            <a:r>
              <a:rPr lang="en-US" altLang="fr-FR" sz="1600">
                <a:latin typeface="Lucida Sans Typewriter" panose="020B0509030504030204" pitchFamily="49" charset="0"/>
              </a:rPr>
              <a:t>}</a:t>
            </a:r>
            <a:endParaRPr lang="en-GB" altLang="fr-FR" sz="1600">
              <a:latin typeface="Lucida Sans Typewriter" panose="020B0509030504030204" pitchFamily="49" charset="0"/>
            </a:endParaRPr>
          </a:p>
        </p:txBody>
      </p:sp>
      <p:sp>
        <p:nvSpPr>
          <p:cNvPr id="12296" name="AutoShape 6">
            <a:extLst>
              <a:ext uri="{FF2B5EF4-FFF2-40B4-BE49-F238E27FC236}">
                <a16:creationId xmlns:a16="http://schemas.microsoft.com/office/drawing/2014/main" xmlns="" id="{5CED6E9F-B21B-D1C7-02CF-3EF2C900CB80}"/>
              </a:ext>
            </a:extLst>
          </p:cNvPr>
          <p:cNvSpPr>
            <a:spLocks noChangeArrowheads="1"/>
          </p:cNvSpPr>
          <p:nvPr/>
        </p:nvSpPr>
        <p:spPr bwMode="auto">
          <a:xfrm>
            <a:off x="8058151" y="4114801"/>
            <a:ext cx="2054225" cy="10001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Note: Possible si l’objet n’a pas de relations</a:t>
            </a:r>
          </a:p>
        </p:txBody>
      </p:sp>
      <p:sp>
        <p:nvSpPr>
          <p:cNvPr id="12297" name="AutoShape 6">
            <a:extLst>
              <a:ext uri="{FF2B5EF4-FFF2-40B4-BE49-F238E27FC236}">
                <a16:creationId xmlns:a16="http://schemas.microsoft.com/office/drawing/2014/main" xmlns="" id="{F2E8BD04-0699-73C5-C966-A91183106266}"/>
              </a:ext>
            </a:extLst>
          </p:cNvPr>
          <p:cNvSpPr>
            <a:spLocks noChangeArrowheads="1"/>
          </p:cNvSpPr>
          <p:nvPr/>
        </p:nvSpPr>
        <p:spPr bwMode="auto">
          <a:xfrm>
            <a:off x="8058151" y="1963739"/>
            <a:ext cx="2054225" cy="10001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Note: Objets reliés pris en charge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xmlns="" id="{A8407150-86F3-D60B-3242-D0CEDE063FFA}"/>
              </a:ext>
            </a:extLst>
          </p:cNvPr>
          <p:cNvSpPr>
            <a:spLocks noGrp="1" noChangeArrowheads="1"/>
          </p:cNvSpPr>
          <p:nvPr>
            <p:ph type="title"/>
          </p:nvPr>
        </p:nvSpPr>
        <p:spPr/>
        <p:txBody>
          <a:bodyPr/>
          <a:lstStyle/>
          <a:p>
            <a:pPr eaLnBrk="1" hangingPunct="1"/>
            <a:r>
              <a:rPr lang="fr-FR" altLang="fr-FR"/>
              <a:t>Mise à jour</a:t>
            </a:r>
          </a:p>
        </p:txBody>
      </p:sp>
      <p:sp>
        <p:nvSpPr>
          <p:cNvPr id="13315" name="AutoShape 5">
            <a:extLst>
              <a:ext uri="{FF2B5EF4-FFF2-40B4-BE49-F238E27FC236}">
                <a16:creationId xmlns:a16="http://schemas.microsoft.com/office/drawing/2014/main" xmlns="" id="{E060AD6A-F0F0-9A63-7598-8FFD0B9C2F0E}"/>
              </a:ext>
            </a:extLst>
          </p:cNvPr>
          <p:cNvSpPr>
            <a:spLocks noChangeArrowheads="1"/>
          </p:cNvSpPr>
          <p:nvPr/>
        </p:nvSpPr>
        <p:spPr bwMode="auto">
          <a:xfrm>
            <a:off x="2025650" y="1345311"/>
            <a:ext cx="8140700" cy="504825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3316" name="AutoShape 6">
            <a:extLst>
              <a:ext uri="{FF2B5EF4-FFF2-40B4-BE49-F238E27FC236}">
                <a16:creationId xmlns:a16="http://schemas.microsoft.com/office/drawing/2014/main" xmlns="" id="{29B5F388-EF62-547D-21E4-16C1D982E9F4}"/>
              </a:ext>
            </a:extLst>
          </p:cNvPr>
          <p:cNvSpPr>
            <a:spLocks noChangeArrowheads="1"/>
          </p:cNvSpPr>
          <p:nvPr/>
        </p:nvSpPr>
        <p:spPr bwMode="auto">
          <a:xfrm>
            <a:off x="2260600" y="1580261"/>
            <a:ext cx="7670800" cy="488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Cas d’une mise à jour simple</a:t>
            </a:r>
          </a:p>
        </p:txBody>
      </p:sp>
      <p:sp>
        <p:nvSpPr>
          <p:cNvPr id="13317" name="AutoShape 3">
            <a:extLst>
              <a:ext uri="{FF2B5EF4-FFF2-40B4-BE49-F238E27FC236}">
                <a16:creationId xmlns:a16="http://schemas.microsoft.com/office/drawing/2014/main" xmlns="" id="{25395B1C-8A10-73E9-8ECF-E8DA2B91FEF6}"/>
              </a:ext>
            </a:extLst>
          </p:cNvPr>
          <p:cNvSpPr>
            <a:spLocks noChangeArrowheads="1"/>
          </p:cNvSpPr>
          <p:nvPr/>
        </p:nvSpPr>
        <p:spPr bwMode="auto">
          <a:xfrm>
            <a:off x="2752725" y="1996187"/>
            <a:ext cx="7310438" cy="15081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600">
                <a:latin typeface="Lucida Sans Typewriter" panose="020B0509030504030204" pitchFamily="49" charset="0"/>
              </a:rPr>
              <a:t>// obj contient l’instance à modifier</a:t>
            </a:r>
          </a:p>
          <a:p>
            <a:pPr eaLnBrk="1" hangingPunct="1">
              <a:lnSpc>
                <a:spcPct val="100000"/>
              </a:lnSpc>
              <a:spcBef>
                <a:spcPct val="0"/>
              </a:spcBef>
              <a:buClrTx/>
              <a:buSzTx/>
              <a:buFontTx/>
              <a:buNone/>
            </a:pPr>
            <a:r>
              <a:rPr lang="en-US" altLang="fr-FR" sz="1600">
                <a:latin typeface="Lucida Sans Typewriter" panose="020B0509030504030204" pitchFamily="49" charset="0"/>
              </a:rPr>
              <a:t>using(var context = new MyDbContext()){</a:t>
            </a:r>
          </a:p>
          <a:p>
            <a:pPr eaLnBrk="1" hangingPunct="1">
              <a:lnSpc>
                <a:spcPct val="100000"/>
              </a:lnSpc>
              <a:spcBef>
                <a:spcPct val="0"/>
              </a:spcBef>
              <a:buClrTx/>
              <a:buSzTx/>
              <a:buFontTx/>
              <a:buNone/>
            </a:pPr>
            <a:r>
              <a:rPr lang="en-US" altLang="fr-FR" sz="1600">
                <a:latin typeface="Lucida Sans Typewriter" panose="020B0509030504030204" pitchFamily="49" charset="0"/>
              </a:rPr>
              <a:t>	context.Entry(obj).State = EntityState.Modified;</a:t>
            </a:r>
          </a:p>
          <a:p>
            <a:pPr eaLnBrk="1" hangingPunct="1">
              <a:lnSpc>
                <a:spcPct val="100000"/>
              </a:lnSpc>
              <a:spcBef>
                <a:spcPct val="0"/>
              </a:spcBef>
              <a:buClrTx/>
              <a:buSzTx/>
              <a:buFontTx/>
              <a:buNone/>
            </a:pPr>
            <a:r>
              <a:rPr lang="en-US" altLang="fr-FR" sz="1600">
                <a:latin typeface="Lucida Sans Typewriter" panose="020B0509030504030204" pitchFamily="49" charset="0"/>
              </a:rPr>
              <a:t>	context.SaveChanges();</a:t>
            </a:r>
          </a:p>
          <a:p>
            <a:pPr eaLnBrk="1" hangingPunct="1">
              <a:lnSpc>
                <a:spcPct val="100000"/>
              </a:lnSpc>
              <a:spcBef>
                <a:spcPct val="0"/>
              </a:spcBef>
              <a:buClrTx/>
              <a:buSzTx/>
              <a:buFontTx/>
              <a:buNone/>
            </a:pPr>
            <a:r>
              <a:rPr lang="en-US" altLang="fr-FR" sz="1600">
                <a:latin typeface="Lucida Sans Typewriter" panose="020B0509030504030204" pitchFamily="49" charset="0"/>
              </a:rPr>
              <a:t>}</a:t>
            </a:r>
            <a:endParaRPr lang="en-GB" altLang="fr-FR" sz="1600">
              <a:latin typeface="Lucida Sans Typewriter" panose="020B0509030504030204" pitchFamily="49" charset="0"/>
            </a:endParaRPr>
          </a:p>
        </p:txBody>
      </p:sp>
      <p:sp>
        <p:nvSpPr>
          <p:cNvPr id="13318" name="AutoShape 6">
            <a:extLst>
              <a:ext uri="{FF2B5EF4-FFF2-40B4-BE49-F238E27FC236}">
                <a16:creationId xmlns:a16="http://schemas.microsoft.com/office/drawing/2014/main" xmlns="" id="{04618E70-67B3-0C5A-6166-8A58F904F0CD}"/>
              </a:ext>
            </a:extLst>
          </p:cNvPr>
          <p:cNvSpPr>
            <a:spLocks noChangeArrowheads="1"/>
          </p:cNvSpPr>
          <p:nvPr/>
        </p:nvSpPr>
        <p:spPr bwMode="auto">
          <a:xfrm>
            <a:off x="2392364" y="3832924"/>
            <a:ext cx="7539037" cy="488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lIns="936000"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Faire attention à bien modifier l’état de tous les objets mis à jour</a:t>
            </a:r>
          </a:p>
        </p:txBody>
      </p:sp>
      <p:pic>
        <p:nvPicPr>
          <p:cNvPr id="13319" name="Picture 3" descr="C:\temp\MSL_PNG_Object_Library\Event.png">
            <a:extLst>
              <a:ext uri="{FF2B5EF4-FFF2-40B4-BE49-F238E27FC236}">
                <a16:creationId xmlns:a16="http://schemas.microsoft.com/office/drawing/2014/main" xmlns="" id="{98369B9B-DE0A-721E-72A7-912DE230F8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93926" y="3651949"/>
            <a:ext cx="1116013"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0" name="AutoShape 6">
            <a:extLst>
              <a:ext uri="{FF2B5EF4-FFF2-40B4-BE49-F238E27FC236}">
                <a16:creationId xmlns:a16="http://schemas.microsoft.com/office/drawing/2014/main" xmlns="" id="{63BF1B03-CA14-2230-7993-0BC26F2BC8C0}"/>
              </a:ext>
            </a:extLst>
          </p:cNvPr>
          <p:cNvSpPr>
            <a:spLocks noChangeArrowheads="1"/>
          </p:cNvSpPr>
          <p:nvPr/>
        </p:nvSpPr>
        <p:spPr bwMode="auto">
          <a:xfrm>
            <a:off x="2259013" y="4674299"/>
            <a:ext cx="7670800" cy="488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Objet détaché et contexte existant</a:t>
            </a:r>
          </a:p>
        </p:txBody>
      </p:sp>
      <p:sp>
        <p:nvSpPr>
          <p:cNvPr id="13321" name="AutoShape 3">
            <a:extLst>
              <a:ext uri="{FF2B5EF4-FFF2-40B4-BE49-F238E27FC236}">
                <a16:creationId xmlns:a16="http://schemas.microsoft.com/office/drawing/2014/main" xmlns="" id="{ECB80966-38FB-B38C-3157-A223C105568D}"/>
              </a:ext>
            </a:extLst>
          </p:cNvPr>
          <p:cNvSpPr>
            <a:spLocks noChangeArrowheads="1"/>
          </p:cNvSpPr>
          <p:nvPr/>
        </p:nvSpPr>
        <p:spPr bwMode="auto">
          <a:xfrm>
            <a:off x="2752725" y="5090225"/>
            <a:ext cx="7310438" cy="15081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600">
                <a:latin typeface="Lucida Sans Typewriter" panose="020B0509030504030204" pitchFamily="49" charset="0"/>
              </a:rPr>
              <a:t>// obj contient l’instance à modifier</a:t>
            </a:r>
          </a:p>
          <a:p>
            <a:pPr eaLnBrk="1" hangingPunct="1">
              <a:lnSpc>
                <a:spcPct val="100000"/>
              </a:lnSpc>
              <a:spcBef>
                <a:spcPct val="0"/>
              </a:spcBef>
              <a:buClrTx/>
              <a:buSzTx/>
              <a:buFontTx/>
              <a:buNone/>
            </a:pPr>
            <a:r>
              <a:rPr lang="en-US" altLang="fr-FR" sz="1600">
                <a:latin typeface="Lucida Sans Typewriter" panose="020B0509030504030204" pitchFamily="49" charset="0"/>
              </a:rPr>
              <a:t>var objToEdit = context.MyObjects.Find(id);</a:t>
            </a:r>
          </a:p>
          <a:p>
            <a:pPr eaLnBrk="1" hangingPunct="1">
              <a:lnSpc>
                <a:spcPct val="100000"/>
              </a:lnSpc>
              <a:spcBef>
                <a:spcPct val="0"/>
              </a:spcBef>
              <a:buClrTx/>
              <a:buSzTx/>
              <a:buFontTx/>
              <a:buNone/>
            </a:pPr>
            <a:r>
              <a:rPr lang="en-US" altLang="fr-FR" sz="1600">
                <a:latin typeface="Lucida Sans Typewriter" panose="020B0509030504030204" pitchFamily="49" charset="0"/>
              </a:rPr>
              <a:t>context.Entry(objToEdit).CurrentValues.SetValues(obj);</a:t>
            </a:r>
            <a:endParaRPr lang="en-GB" altLang="fr-FR" sz="1600">
              <a:latin typeface="Lucida Sans Typewriter" panose="020B0509030504030204" pitchFamily="49"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xmlns="" id="{1DC76A8C-B38D-E36E-7F13-D5149B20F938}"/>
              </a:ext>
            </a:extLst>
          </p:cNvPr>
          <p:cNvSpPr>
            <a:spLocks noGrp="1" noChangeArrowheads="1"/>
          </p:cNvSpPr>
          <p:nvPr>
            <p:ph type="title"/>
          </p:nvPr>
        </p:nvSpPr>
        <p:spPr/>
        <p:txBody>
          <a:bodyPr/>
          <a:lstStyle/>
          <a:p>
            <a:pPr eaLnBrk="1" hangingPunct="1"/>
            <a:r>
              <a:rPr lang="fr-FR" altLang="fr-FR"/>
              <a:t>Suppression</a:t>
            </a:r>
          </a:p>
        </p:txBody>
      </p:sp>
      <p:sp>
        <p:nvSpPr>
          <p:cNvPr id="14339" name="AutoShape 5">
            <a:extLst>
              <a:ext uri="{FF2B5EF4-FFF2-40B4-BE49-F238E27FC236}">
                <a16:creationId xmlns:a16="http://schemas.microsoft.com/office/drawing/2014/main" xmlns="" id="{0255E195-FF59-450A-E723-23E39AA05155}"/>
              </a:ext>
            </a:extLst>
          </p:cNvPr>
          <p:cNvSpPr>
            <a:spLocks noChangeArrowheads="1"/>
          </p:cNvSpPr>
          <p:nvPr/>
        </p:nvSpPr>
        <p:spPr bwMode="auto">
          <a:xfrm>
            <a:off x="2025650" y="1414082"/>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4340" name="AutoShape 6">
            <a:extLst>
              <a:ext uri="{FF2B5EF4-FFF2-40B4-BE49-F238E27FC236}">
                <a16:creationId xmlns:a16="http://schemas.microsoft.com/office/drawing/2014/main" xmlns="" id="{4DEF1233-1B13-1B48-AB67-EFB47D656392}"/>
              </a:ext>
            </a:extLst>
          </p:cNvPr>
          <p:cNvSpPr>
            <a:spLocks noChangeArrowheads="1"/>
          </p:cNvSpPr>
          <p:nvPr/>
        </p:nvSpPr>
        <p:spPr bwMode="auto">
          <a:xfrm>
            <a:off x="2260600" y="1891919"/>
            <a:ext cx="7670800" cy="4889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Cas d’une suppression simple</a:t>
            </a:r>
          </a:p>
        </p:txBody>
      </p:sp>
      <p:sp>
        <p:nvSpPr>
          <p:cNvPr id="14341" name="AutoShape 3">
            <a:extLst>
              <a:ext uri="{FF2B5EF4-FFF2-40B4-BE49-F238E27FC236}">
                <a16:creationId xmlns:a16="http://schemas.microsoft.com/office/drawing/2014/main" xmlns="" id="{566F19F9-98D0-F8C6-4814-91FF1E315822}"/>
              </a:ext>
            </a:extLst>
          </p:cNvPr>
          <p:cNvSpPr>
            <a:spLocks noChangeArrowheads="1"/>
          </p:cNvSpPr>
          <p:nvPr/>
        </p:nvSpPr>
        <p:spPr bwMode="auto">
          <a:xfrm>
            <a:off x="2752725" y="2307845"/>
            <a:ext cx="7310438" cy="15081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600">
                <a:latin typeface="Lucida Sans Typewriter" panose="020B0509030504030204" pitchFamily="49" charset="0"/>
              </a:rPr>
              <a:t>// obj contient l’instance à supprimer</a:t>
            </a:r>
          </a:p>
          <a:p>
            <a:pPr eaLnBrk="1" hangingPunct="1">
              <a:lnSpc>
                <a:spcPct val="100000"/>
              </a:lnSpc>
              <a:spcBef>
                <a:spcPct val="0"/>
              </a:spcBef>
              <a:buClrTx/>
              <a:buSzTx/>
              <a:buFontTx/>
              <a:buNone/>
            </a:pPr>
            <a:r>
              <a:rPr lang="en-US" altLang="fr-FR" sz="1600">
                <a:latin typeface="Lucida Sans Typewriter" panose="020B0509030504030204" pitchFamily="49" charset="0"/>
              </a:rPr>
              <a:t>using(var context = new MyDbContext()){</a:t>
            </a:r>
          </a:p>
          <a:p>
            <a:pPr eaLnBrk="1" hangingPunct="1">
              <a:lnSpc>
                <a:spcPct val="100000"/>
              </a:lnSpc>
              <a:spcBef>
                <a:spcPct val="0"/>
              </a:spcBef>
              <a:buClrTx/>
              <a:buSzTx/>
              <a:buFontTx/>
              <a:buNone/>
            </a:pPr>
            <a:r>
              <a:rPr lang="en-US" altLang="fr-FR" sz="1600">
                <a:latin typeface="Lucida Sans Typewriter" panose="020B0509030504030204" pitchFamily="49" charset="0"/>
              </a:rPr>
              <a:t>	context.Entry(obj).State = EntityState.Deleted;</a:t>
            </a:r>
          </a:p>
          <a:p>
            <a:pPr eaLnBrk="1" hangingPunct="1">
              <a:lnSpc>
                <a:spcPct val="100000"/>
              </a:lnSpc>
              <a:spcBef>
                <a:spcPct val="0"/>
              </a:spcBef>
              <a:buClrTx/>
              <a:buSzTx/>
              <a:buFontTx/>
              <a:buNone/>
            </a:pPr>
            <a:r>
              <a:rPr lang="en-US" altLang="fr-FR" sz="1600">
                <a:latin typeface="Lucida Sans Typewriter" panose="020B0509030504030204" pitchFamily="49" charset="0"/>
              </a:rPr>
              <a:t>	context.SaveChanges();</a:t>
            </a:r>
          </a:p>
          <a:p>
            <a:pPr eaLnBrk="1" hangingPunct="1">
              <a:lnSpc>
                <a:spcPct val="100000"/>
              </a:lnSpc>
              <a:spcBef>
                <a:spcPct val="0"/>
              </a:spcBef>
              <a:buClrTx/>
              <a:buSzTx/>
              <a:buFontTx/>
              <a:buNone/>
            </a:pPr>
            <a:r>
              <a:rPr lang="en-US" altLang="fr-FR" sz="1600">
                <a:latin typeface="Lucida Sans Typewriter" panose="020B0509030504030204" pitchFamily="49" charset="0"/>
              </a:rPr>
              <a:t>}</a:t>
            </a:r>
            <a:endParaRPr lang="en-GB" altLang="fr-FR" sz="1600">
              <a:latin typeface="Lucida Sans Typewriter" panose="020B0509030504030204" pitchFamily="49" charset="0"/>
            </a:endParaRPr>
          </a:p>
        </p:txBody>
      </p:sp>
      <p:sp>
        <p:nvSpPr>
          <p:cNvPr id="14342" name="AutoShape 6">
            <a:extLst>
              <a:ext uri="{FF2B5EF4-FFF2-40B4-BE49-F238E27FC236}">
                <a16:creationId xmlns:a16="http://schemas.microsoft.com/office/drawing/2014/main" xmlns="" id="{5D450951-F547-9295-8A73-C3A989D49AEE}"/>
              </a:ext>
            </a:extLst>
          </p:cNvPr>
          <p:cNvSpPr>
            <a:spLocks noChangeArrowheads="1"/>
          </p:cNvSpPr>
          <p:nvPr/>
        </p:nvSpPr>
        <p:spPr bwMode="auto">
          <a:xfrm>
            <a:off x="2260600" y="4073145"/>
            <a:ext cx="7670800" cy="74136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lIns="936000"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En approche Code First, la suppression en cascade est configurée par défaut.</a:t>
            </a:r>
          </a:p>
        </p:txBody>
      </p:sp>
      <p:sp>
        <p:nvSpPr>
          <p:cNvPr id="14343" name="AutoShape 6">
            <a:extLst>
              <a:ext uri="{FF2B5EF4-FFF2-40B4-BE49-F238E27FC236}">
                <a16:creationId xmlns:a16="http://schemas.microsoft.com/office/drawing/2014/main" xmlns="" id="{497B20BD-7005-039C-FCEF-22C774043D09}"/>
              </a:ext>
            </a:extLst>
          </p:cNvPr>
          <p:cNvSpPr>
            <a:spLocks noChangeArrowheads="1"/>
          </p:cNvSpPr>
          <p:nvPr/>
        </p:nvSpPr>
        <p:spPr bwMode="auto">
          <a:xfrm>
            <a:off x="2260600" y="4912932"/>
            <a:ext cx="7670800" cy="74136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lIns="936000"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Tous les objets doivent être attachés au contexte pour que la suppression en cascade fonctionne.</a:t>
            </a:r>
          </a:p>
        </p:txBody>
      </p:sp>
      <p:pic>
        <p:nvPicPr>
          <p:cNvPr id="14344" name="Picture 3" descr="C:\temp\MSL_PNG_Object_Library\Event.png">
            <a:extLst>
              <a:ext uri="{FF2B5EF4-FFF2-40B4-BE49-F238E27FC236}">
                <a16:creationId xmlns:a16="http://schemas.microsoft.com/office/drawing/2014/main" xmlns="" id="{D544FEB4-EED1-8743-B81F-40AF293630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1176" y="3997326"/>
            <a:ext cx="1541463"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xmlns="" id="{F317DC71-393F-1E10-93DC-F6FCE2A663FF}"/>
              </a:ext>
            </a:extLst>
          </p:cNvPr>
          <p:cNvSpPr>
            <a:spLocks noGrp="1" noChangeArrowheads="1"/>
          </p:cNvSpPr>
          <p:nvPr>
            <p:ph type="body" sz="quarter" idx="12"/>
          </p:nvPr>
        </p:nvSpPr>
        <p:spPr/>
        <p:txBody>
          <a:bodyPr/>
          <a:lstStyle/>
          <a:p>
            <a:pPr eaLnBrk="1" hangingPunct="1"/>
            <a:r>
              <a:rPr lang="fr-FR" altLang="fr-FR"/>
              <a:t>Problème des accès concurrents</a:t>
            </a:r>
          </a:p>
          <a:p>
            <a:pPr eaLnBrk="1" hangingPunct="1"/>
            <a:r>
              <a:rPr lang="fr-FR" altLang="fr-FR"/>
              <a:t>Gestion de la concurrence</a:t>
            </a:r>
          </a:p>
          <a:p>
            <a:pPr eaLnBrk="1" hangingPunct="1"/>
            <a:r>
              <a:rPr lang="fr-FR" altLang="fr-FR"/>
              <a:t>DbUpdateConcurrencyException</a:t>
            </a:r>
          </a:p>
          <a:p>
            <a:pPr eaLnBrk="1" hangingPunct="1"/>
            <a:r>
              <a:rPr lang="fr-FR" altLang="fr-FR"/>
              <a:t>Résoudre les problèmes de concurrence</a:t>
            </a:r>
          </a:p>
        </p:txBody>
      </p:sp>
      <p:sp>
        <p:nvSpPr>
          <p:cNvPr id="15362" name="Rectangle 2">
            <a:extLst>
              <a:ext uri="{FF2B5EF4-FFF2-40B4-BE49-F238E27FC236}">
                <a16:creationId xmlns:a16="http://schemas.microsoft.com/office/drawing/2014/main" xmlns="" id="{E4812AEE-6B1B-F275-3E87-B8CE5A7995A2}"/>
              </a:ext>
            </a:extLst>
          </p:cNvPr>
          <p:cNvSpPr>
            <a:spLocks noGrp="1" noChangeArrowheads="1"/>
          </p:cNvSpPr>
          <p:nvPr>
            <p:ph type="title"/>
          </p:nvPr>
        </p:nvSpPr>
        <p:spPr/>
        <p:txBody>
          <a:bodyPr/>
          <a:lstStyle/>
          <a:p>
            <a:pPr eaLnBrk="1" hangingPunct="1"/>
            <a:r>
              <a:rPr lang="fr-FR" altLang="fr-FR"/>
              <a:t>Leçon 2: Scénario multi-utilisateurs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6">
            <a:extLst>
              <a:ext uri="{FF2B5EF4-FFF2-40B4-BE49-F238E27FC236}">
                <a16:creationId xmlns:a16="http://schemas.microsoft.com/office/drawing/2014/main" xmlns="" id="{25F2A834-9037-D97A-42D4-714A6998E104}"/>
              </a:ext>
            </a:extLst>
          </p:cNvPr>
          <p:cNvSpPr>
            <a:spLocks noGrp="1"/>
          </p:cNvSpPr>
          <p:nvPr>
            <p:ph type="title"/>
          </p:nvPr>
        </p:nvSpPr>
        <p:spPr/>
        <p:txBody>
          <a:bodyPr/>
          <a:lstStyle/>
          <a:p>
            <a:pPr eaLnBrk="1" hangingPunct="1"/>
            <a:r>
              <a:rPr lang="fr-FR" altLang="fr-FR"/>
              <a:t>Problème des accès concurrents</a:t>
            </a:r>
          </a:p>
        </p:txBody>
      </p:sp>
      <p:sp>
        <p:nvSpPr>
          <p:cNvPr id="16387" name="Database">
            <a:extLst>
              <a:ext uri="{FF2B5EF4-FFF2-40B4-BE49-F238E27FC236}">
                <a16:creationId xmlns:a16="http://schemas.microsoft.com/office/drawing/2014/main" xmlns="" id="{B65B8BC5-4DD1-457C-AC5D-6BE909E82A6F}"/>
              </a:ext>
            </a:extLst>
          </p:cNvPr>
          <p:cNvSpPr>
            <a:spLocks noChangeArrowheads="1"/>
          </p:cNvSpPr>
          <p:nvPr/>
        </p:nvSpPr>
        <p:spPr bwMode="auto">
          <a:xfrm>
            <a:off x="4884543" y="1244431"/>
            <a:ext cx="2857500" cy="5454650"/>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a:lnSpc>
                <a:spcPct val="100000"/>
              </a:lnSpc>
              <a:spcBef>
                <a:spcPct val="0"/>
              </a:spcBef>
              <a:buClrTx/>
              <a:buSzTx/>
              <a:buFontTx/>
              <a:buNone/>
            </a:pPr>
            <a:r>
              <a:rPr lang="da-DK" altLang="fr-FR"/>
              <a:t>Base de données</a:t>
            </a:r>
          </a:p>
        </p:txBody>
      </p:sp>
      <p:sp>
        <p:nvSpPr>
          <p:cNvPr id="16388" name="User1">
            <a:extLst>
              <a:ext uri="{FF2B5EF4-FFF2-40B4-BE49-F238E27FC236}">
                <a16:creationId xmlns:a16="http://schemas.microsoft.com/office/drawing/2014/main" xmlns="" id="{86B5D044-2EB0-FC2B-7E81-E8BB3769EBCF}"/>
              </a:ext>
            </a:extLst>
          </p:cNvPr>
          <p:cNvSpPr>
            <a:spLocks noChangeArrowheads="1"/>
          </p:cNvSpPr>
          <p:nvPr/>
        </p:nvSpPr>
        <p:spPr bwMode="auto">
          <a:xfrm>
            <a:off x="1920681" y="1239668"/>
            <a:ext cx="2857500" cy="5456238"/>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a:lnSpc>
                <a:spcPct val="100000"/>
              </a:lnSpc>
              <a:spcBef>
                <a:spcPct val="0"/>
              </a:spcBef>
              <a:buClrTx/>
              <a:buSzTx/>
              <a:buFontTx/>
              <a:buNone/>
            </a:pPr>
            <a:r>
              <a:rPr lang="da-DK" altLang="fr-FR"/>
              <a:t>Cache Utilisateur 1</a:t>
            </a:r>
          </a:p>
        </p:txBody>
      </p:sp>
      <p:sp>
        <p:nvSpPr>
          <p:cNvPr id="16389" name="User2">
            <a:extLst>
              <a:ext uri="{FF2B5EF4-FFF2-40B4-BE49-F238E27FC236}">
                <a16:creationId xmlns:a16="http://schemas.microsoft.com/office/drawing/2014/main" xmlns="" id="{D3879409-8DE5-C9DD-8F9C-14E4F22A5E6E}"/>
              </a:ext>
            </a:extLst>
          </p:cNvPr>
          <p:cNvSpPr>
            <a:spLocks noChangeArrowheads="1"/>
          </p:cNvSpPr>
          <p:nvPr/>
        </p:nvSpPr>
        <p:spPr bwMode="auto">
          <a:xfrm>
            <a:off x="7846818" y="1244431"/>
            <a:ext cx="2859088" cy="5454650"/>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a:lnSpc>
                <a:spcPct val="100000"/>
              </a:lnSpc>
              <a:spcBef>
                <a:spcPct val="0"/>
              </a:spcBef>
              <a:buClrTx/>
              <a:buSzTx/>
              <a:buFontTx/>
              <a:buNone/>
            </a:pPr>
            <a:r>
              <a:rPr lang="da-DK" altLang="fr-FR"/>
              <a:t>Cache Utilisateur 2</a:t>
            </a:r>
          </a:p>
        </p:txBody>
      </p:sp>
      <p:sp>
        <p:nvSpPr>
          <p:cNvPr id="10" name="Starter">
            <a:extLst>
              <a:ext uri="{FF2B5EF4-FFF2-40B4-BE49-F238E27FC236}">
                <a16:creationId xmlns:a16="http://schemas.microsoft.com/office/drawing/2014/main" xmlns="" id="{361432ED-D970-4BE5-B41C-7E259E4514D3}"/>
              </a:ext>
            </a:extLst>
          </p:cNvPr>
          <p:cNvSpPr>
            <a:spLocks noChangeArrowheads="1"/>
          </p:cNvSpPr>
          <p:nvPr/>
        </p:nvSpPr>
        <p:spPr bwMode="auto">
          <a:xfrm>
            <a:off x="5198869" y="2125493"/>
            <a:ext cx="2195513" cy="1271588"/>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108000" tIns="0" rIns="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65000"/>
              </a:lnSpc>
              <a:spcBef>
                <a:spcPct val="0"/>
              </a:spcBef>
              <a:buClr>
                <a:srgbClr val="DC0081"/>
              </a:buClr>
              <a:buSzTx/>
              <a:buFont typeface="Wingdings" panose="05000000000000000000" pitchFamily="2" charset="2"/>
              <a:buNone/>
            </a:pPr>
            <a:r>
              <a:rPr lang="en-US" altLang="fr-FR" sz="1600"/>
              <a:t>Contact</a:t>
            </a:r>
            <a:br>
              <a:rPr lang="en-US" altLang="fr-FR" sz="1600"/>
            </a:br>
            <a:r>
              <a:rPr lang="en-US" altLang="fr-FR" sz="1600"/>
              <a:t>Name: Ward</a:t>
            </a:r>
          </a:p>
          <a:p>
            <a:pPr>
              <a:lnSpc>
                <a:spcPct val="165000"/>
              </a:lnSpc>
              <a:spcBef>
                <a:spcPct val="0"/>
              </a:spcBef>
              <a:buClr>
                <a:srgbClr val="DC0081"/>
              </a:buClr>
              <a:buSzTx/>
              <a:buFont typeface="Wingdings" panose="05000000000000000000" pitchFamily="2" charset="2"/>
              <a:buNone/>
            </a:pPr>
            <a:r>
              <a:rPr lang="en-US" altLang="fr-FR" sz="1600"/>
              <a:t>Points: 1,000</a:t>
            </a:r>
          </a:p>
        </p:txBody>
      </p:sp>
      <p:pic>
        <p:nvPicPr>
          <p:cNvPr id="16391" name="Code3" descr="D:\MSL PNG Library\Data_DataObject.png">
            <a:extLst>
              <a:ext uri="{FF2B5EF4-FFF2-40B4-BE49-F238E27FC236}">
                <a16:creationId xmlns:a16="http://schemas.microsoft.com/office/drawing/2014/main" xmlns="" id="{01530070-729E-C89A-B371-6021064F24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1793" y="6138694"/>
            <a:ext cx="77628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Step1">
            <a:extLst>
              <a:ext uri="{FF2B5EF4-FFF2-40B4-BE49-F238E27FC236}">
                <a16:creationId xmlns:a16="http://schemas.microsoft.com/office/drawing/2014/main" xmlns="" id="{A204B05A-FC8E-8A32-0685-A04ABEC5DFBC}"/>
              </a:ext>
            </a:extLst>
          </p:cNvPr>
          <p:cNvGrpSpPr>
            <a:grpSpLocks/>
          </p:cNvGrpSpPr>
          <p:nvPr/>
        </p:nvGrpSpPr>
        <p:grpSpPr bwMode="auto">
          <a:xfrm>
            <a:off x="2063556" y="2112793"/>
            <a:ext cx="3111500" cy="1271588"/>
            <a:chOff x="287725" y="1732565"/>
            <a:chExt cx="3110641" cy="1271587"/>
          </a:xfrm>
        </p:grpSpPr>
        <p:sp>
          <p:nvSpPr>
            <p:cNvPr id="16413" name="AutoShape 4">
              <a:extLst>
                <a:ext uri="{FF2B5EF4-FFF2-40B4-BE49-F238E27FC236}">
                  <a16:creationId xmlns:a16="http://schemas.microsoft.com/office/drawing/2014/main" xmlns="" id="{B20EC827-71DF-8C6A-7815-5BDF26A3D21D}"/>
                </a:ext>
              </a:extLst>
            </p:cNvPr>
            <p:cNvSpPr>
              <a:spLocks noChangeArrowheads="1"/>
            </p:cNvSpPr>
            <p:nvPr/>
          </p:nvSpPr>
          <p:spPr bwMode="auto">
            <a:xfrm>
              <a:off x="287725" y="1732565"/>
              <a:ext cx="2195983" cy="1271587"/>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108000" tIns="0" rIns="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65000"/>
                </a:lnSpc>
                <a:spcBef>
                  <a:spcPct val="0"/>
                </a:spcBef>
                <a:buClr>
                  <a:srgbClr val="DC0081"/>
                </a:buClr>
                <a:buSzTx/>
                <a:buFont typeface="Wingdings" panose="05000000000000000000" pitchFamily="2" charset="2"/>
                <a:buNone/>
              </a:pPr>
              <a:r>
                <a:rPr lang="en-US" altLang="fr-FR" sz="1600"/>
                <a:t>Contact</a:t>
              </a:r>
              <a:br>
                <a:rPr lang="en-US" altLang="fr-FR" sz="1600"/>
              </a:br>
              <a:r>
                <a:rPr lang="en-US" altLang="fr-FR" sz="1600"/>
                <a:t>Name: Ward</a:t>
              </a:r>
            </a:p>
            <a:p>
              <a:pPr>
                <a:lnSpc>
                  <a:spcPct val="165000"/>
                </a:lnSpc>
                <a:spcBef>
                  <a:spcPct val="0"/>
                </a:spcBef>
                <a:buClr>
                  <a:srgbClr val="DC0081"/>
                </a:buClr>
                <a:buSzTx/>
                <a:buFont typeface="Wingdings" panose="05000000000000000000" pitchFamily="2" charset="2"/>
                <a:buNone/>
              </a:pPr>
              <a:r>
                <a:rPr lang="en-US" altLang="fr-FR" sz="1600"/>
                <a:t>Points: 1,000</a:t>
              </a:r>
            </a:p>
          </p:txBody>
        </p:sp>
        <p:pic>
          <p:nvPicPr>
            <p:cNvPr id="16414" name="Picture 47" descr="arrow03">
              <a:extLst>
                <a:ext uri="{FF2B5EF4-FFF2-40B4-BE49-F238E27FC236}">
                  <a16:creationId xmlns:a16="http://schemas.microsoft.com/office/drawing/2014/main" xmlns="" id="{745A1447-BD7C-4541-C6F8-2A646DA4B2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6666" y="2323071"/>
              <a:ext cx="901700"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15" name="Rounded Rectangle 812100">
              <a:extLst>
                <a:ext uri="{FF2B5EF4-FFF2-40B4-BE49-F238E27FC236}">
                  <a16:creationId xmlns:a16="http://schemas.microsoft.com/office/drawing/2014/main" xmlns="" id="{90BC17CA-4CCB-B73E-3CB7-22093AACD98B}"/>
                </a:ext>
              </a:extLst>
            </p:cNvPr>
            <p:cNvSpPr>
              <a:spLocks noChangeArrowheads="1"/>
            </p:cNvSpPr>
            <p:nvPr/>
          </p:nvSpPr>
          <p:spPr bwMode="auto">
            <a:xfrm>
              <a:off x="2025557" y="2485039"/>
              <a:ext cx="393591"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lIns="10800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2400">
                  <a:solidFill>
                    <a:srgbClr val="990033"/>
                  </a:solidFill>
                  <a:latin typeface="Arial" panose="020B0604020202020204" pitchFamily="34" charset="0"/>
                </a:rPr>
                <a:t>1</a:t>
              </a:r>
            </a:p>
          </p:txBody>
        </p:sp>
      </p:grpSp>
      <p:grpSp>
        <p:nvGrpSpPr>
          <p:cNvPr id="16" name="Step2">
            <a:extLst>
              <a:ext uri="{FF2B5EF4-FFF2-40B4-BE49-F238E27FC236}">
                <a16:creationId xmlns:a16="http://schemas.microsoft.com/office/drawing/2014/main" xmlns="" id="{AC529E16-E8A6-D945-5745-6407ED11C574}"/>
              </a:ext>
            </a:extLst>
          </p:cNvPr>
          <p:cNvGrpSpPr>
            <a:grpSpLocks/>
          </p:cNvGrpSpPr>
          <p:nvPr/>
        </p:nvGrpSpPr>
        <p:grpSpPr bwMode="auto">
          <a:xfrm>
            <a:off x="7378507" y="2088982"/>
            <a:ext cx="3133725" cy="1271587"/>
            <a:chOff x="5602890" y="1716089"/>
            <a:chExt cx="3133337" cy="1271587"/>
          </a:xfrm>
        </p:grpSpPr>
        <p:sp>
          <p:nvSpPr>
            <p:cNvPr id="16410" name="AutoShape 4">
              <a:extLst>
                <a:ext uri="{FF2B5EF4-FFF2-40B4-BE49-F238E27FC236}">
                  <a16:creationId xmlns:a16="http://schemas.microsoft.com/office/drawing/2014/main" xmlns="" id="{991A0728-DF7F-B8B1-CDE9-14E8D1F95B75}"/>
                </a:ext>
              </a:extLst>
            </p:cNvPr>
            <p:cNvSpPr>
              <a:spLocks noChangeArrowheads="1"/>
            </p:cNvSpPr>
            <p:nvPr/>
          </p:nvSpPr>
          <p:spPr bwMode="auto">
            <a:xfrm>
              <a:off x="6540244" y="1716089"/>
              <a:ext cx="2195983" cy="1271587"/>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108000" tIns="0" rIns="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65000"/>
                </a:lnSpc>
                <a:spcBef>
                  <a:spcPct val="0"/>
                </a:spcBef>
                <a:buClr>
                  <a:srgbClr val="DC0081"/>
                </a:buClr>
                <a:buSzTx/>
                <a:buFont typeface="Wingdings" panose="05000000000000000000" pitchFamily="2" charset="2"/>
                <a:buNone/>
              </a:pPr>
              <a:r>
                <a:rPr lang="en-US" altLang="fr-FR" sz="1600"/>
                <a:t>Contact</a:t>
              </a:r>
              <a:br>
                <a:rPr lang="en-US" altLang="fr-FR" sz="1600"/>
              </a:br>
              <a:r>
                <a:rPr lang="en-US" altLang="fr-FR" sz="1600"/>
                <a:t>Name: Ward</a:t>
              </a:r>
            </a:p>
            <a:p>
              <a:pPr>
                <a:lnSpc>
                  <a:spcPct val="165000"/>
                </a:lnSpc>
                <a:spcBef>
                  <a:spcPct val="0"/>
                </a:spcBef>
                <a:buClr>
                  <a:srgbClr val="DC0081"/>
                </a:buClr>
                <a:buSzTx/>
                <a:buFont typeface="Wingdings" panose="05000000000000000000" pitchFamily="2" charset="2"/>
                <a:buNone/>
              </a:pPr>
              <a:r>
                <a:rPr lang="en-US" altLang="fr-FR" sz="1600"/>
                <a:t>Points: 1,000</a:t>
              </a:r>
            </a:p>
          </p:txBody>
        </p:sp>
        <p:pic>
          <p:nvPicPr>
            <p:cNvPr id="16411" name="Picture 47" descr="arrow03">
              <a:extLst>
                <a:ext uri="{FF2B5EF4-FFF2-40B4-BE49-F238E27FC236}">
                  <a16:creationId xmlns:a16="http://schemas.microsoft.com/office/drawing/2014/main" xmlns="" id="{B82B902E-ED19-FDE2-9DD6-E3855DF7F6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2890" y="2318393"/>
              <a:ext cx="9017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12" name="Rounded Rectangle 812100">
              <a:extLst>
                <a:ext uri="{FF2B5EF4-FFF2-40B4-BE49-F238E27FC236}">
                  <a16:creationId xmlns:a16="http://schemas.microsoft.com/office/drawing/2014/main" xmlns="" id="{71D39F0E-ACCB-B5D1-02EC-AB4ACB0DF2C5}"/>
                </a:ext>
              </a:extLst>
            </p:cNvPr>
            <p:cNvSpPr>
              <a:spLocks noChangeArrowheads="1"/>
            </p:cNvSpPr>
            <p:nvPr/>
          </p:nvSpPr>
          <p:spPr bwMode="auto">
            <a:xfrm>
              <a:off x="8264797" y="2468564"/>
              <a:ext cx="393651"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lIns="10800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2400">
                  <a:solidFill>
                    <a:srgbClr val="990033"/>
                  </a:solidFill>
                  <a:latin typeface="Arial" panose="020B0604020202020204" pitchFamily="34" charset="0"/>
                </a:rPr>
                <a:t>2</a:t>
              </a:r>
            </a:p>
          </p:txBody>
        </p:sp>
      </p:grpSp>
      <p:grpSp>
        <p:nvGrpSpPr>
          <p:cNvPr id="20" name="Step3">
            <a:extLst>
              <a:ext uri="{FF2B5EF4-FFF2-40B4-BE49-F238E27FC236}">
                <a16:creationId xmlns:a16="http://schemas.microsoft.com/office/drawing/2014/main" xmlns="" id="{2434041B-AB66-1BEE-490D-DA2BCEAFEC4F}"/>
              </a:ext>
            </a:extLst>
          </p:cNvPr>
          <p:cNvGrpSpPr>
            <a:grpSpLocks/>
          </p:cNvGrpSpPr>
          <p:nvPr/>
        </p:nvGrpSpPr>
        <p:grpSpPr bwMode="auto">
          <a:xfrm>
            <a:off x="2060381" y="3493918"/>
            <a:ext cx="2195512" cy="1271588"/>
            <a:chOff x="283606" y="3112403"/>
            <a:chExt cx="2195983" cy="1271587"/>
          </a:xfrm>
        </p:grpSpPr>
        <p:sp>
          <p:nvSpPr>
            <p:cNvPr id="16408" name="AutoShape 4">
              <a:extLst>
                <a:ext uri="{FF2B5EF4-FFF2-40B4-BE49-F238E27FC236}">
                  <a16:creationId xmlns:a16="http://schemas.microsoft.com/office/drawing/2014/main" xmlns="" id="{268BA51C-36D3-4AED-CBE4-F3A55B7D22A9}"/>
                </a:ext>
              </a:extLst>
            </p:cNvPr>
            <p:cNvSpPr>
              <a:spLocks noChangeArrowheads="1"/>
            </p:cNvSpPr>
            <p:nvPr/>
          </p:nvSpPr>
          <p:spPr bwMode="auto">
            <a:xfrm>
              <a:off x="283606" y="3112403"/>
              <a:ext cx="2195983" cy="1271587"/>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108000" tIns="0" rIns="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65000"/>
                </a:lnSpc>
                <a:spcBef>
                  <a:spcPct val="0"/>
                </a:spcBef>
                <a:buClr>
                  <a:srgbClr val="DC0081"/>
                </a:buClr>
                <a:buSzTx/>
                <a:buFont typeface="Wingdings" panose="05000000000000000000" pitchFamily="2" charset="2"/>
                <a:buNone/>
              </a:pPr>
              <a:r>
                <a:rPr lang="en-US" altLang="fr-FR" sz="1600"/>
                <a:t>Contact</a:t>
              </a:r>
              <a:br>
                <a:rPr lang="en-US" altLang="fr-FR" sz="1600"/>
              </a:br>
              <a:r>
                <a:rPr lang="en-US" altLang="fr-FR" sz="1600"/>
                <a:t>Name: Ward</a:t>
              </a:r>
            </a:p>
            <a:p>
              <a:pPr>
                <a:lnSpc>
                  <a:spcPct val="165000"/>
                </a:lnSpc>
                <a:spcBef>
                  <a:spcPct val="0"/>
                </a:spcBef>
                <a:buClr>
                  <a:srgbClr val="DC0081"/>
                </a:buClr>
                <a:buSzTx/>
                <a:buFont typeface="Wingdings" panose="05000000000000000000" pitchFamily="2" charset="2"/>
                <a:buNone/>
              </a:pPr>
              <a:r>
                <a:rPr lang="en-US" altLang="fr-FR" sz="1600"/>
                <a:t>Points: 800</a:t>
              </a:r>
            </a:p>
          </p:txBody>
        </p:sp>
        <p:sp>
          <p:nvSpPr>
            <p:cNvPr id="16409" name="Rounded Rectangle 812100">
              <a:extLst>
                <a:ext uri="{FF2B5EF4-FFF2-40B4-BE49-F238E27FC236}">
                  <a16:creationId xmlns:a16="http://schemas.microsoft.com/office/drawing/2014/main" xmlns="" id="{06FF9782-7DD2-94D9-4735-943AB4FADF12}"/>
                </a:ext>
              </a:extLst>
            </p:cNvPr>
            <p:cNvSpPr>
              <a:spLocks noChangeArrowheads="1"/>
            </p:cNvSpPr>
            <p:nvPr/>
          </p:nvSpPr>
          <p:spPr bwMode="auto">
            <a:xfrm>
              <a:off x="2015940" y="3839477"/>
              <a:ext cx="393784"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lIns="10800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2400">
                  <a:solidFill>
                    <a:srgbClr val="990033"/>
                  </a:solidFill>
                  <a:latin typeface="Arial" panose="020B0604020202020204" pitchFamily="34" charset="0"/>
                </a:rPr>
                <a:t>3</a:t>
              </a:r>
            </a:p>
          </p:txBody>
        </p:sp>
      </p:grpSp>
      <p:grpSp>
        <p:nvGrpSpPr>
          <p:cNvPr id="23" name="Step4">
            <a:extLst>
              <a:ext uri="{FF2B5EF4-FFF2-40B4-BE49-F238E27FC236}">
                <a16:creationId xmlns:a16="http://schemas.microsoft.com/office/drawing/2014/main" xmlns="" id="{BF727E0E-F4C6-D417-7946-8A402F02A6C9}"/>
              </a:ext>
            </a:extLst>
          </p:cNvPr>
          <p:cNvGrpSpPr>
            <a:grpSpLocks/>
          </p:cNvGrpSpPr>
          <p:nvPr/>
        </p:nvGrpSpPr>
        <p:grpSpPr bwMode="auto">
          <a:xfrm>
            <a:off x="4268594" y="3505032"/>
            <a:ext cx="3121025" cy="1271587"/>
            <a:chOff x="2493106" y="3124759"/>
            <a:chExt cx="3120980" cy="1271587"/>
          </a:xfrm>
        </p:grpSpPr>
        <p:pic>
          <p:nvPicPr>
            <p:cNvPr id="16405" name="Picture 47" descr="arrow03">
              <a:extLst>
                <a:ext uri="{FF2B5EF4-FFF2-40B4-BE49-F238E27FC236}">
                  <a16:creationId xmlns:a16="http://schemas.microsoft.com/office/drawing/2014/main" xmlns="" id="{7F91515B-A3C1-1683-6CA2-493BE61950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3106" y="3624091"/>
              <a:ext cx="9017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6" name="AutoShape 4">
              <a:extLst>
                <a:ext uri="{FF2B5EF4-FFF2-40B4-BE49-F238E27FC236}">
                  <a16:creationId xmlns:a16="http://schemas.microsoft.com/office/drawing/2014/main" xmlns="" id="{D4016AE4-7239-DBD3-2898-2B2187D9C2A7}"/>
                </a:ext>
              </a:extLst>
            </p:cNvPr>
            <p:cNvSpPr>
              <a:spLocks noChangeArrowheads="1"/>
            </p:cNvSpPr>
            <p:nvPr/>
          </p:nvSpPr>
          <p:spPr bwMode="auto">
            <a:xfrm>
              <a:off x="3418103" y="3124759"/>
              <a:ext cx="2195983" cy="1271587"/>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108000" tIns="0" rIns="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65000"/>
                </a:lnSpc>
                <a:spcBef>
                  <a:spcPct val="0"/>
                </a:spcBef>
                <a:buClr>
                  <a:srgbClr val="DC0081"/>
                </a:buClr>
                <a:buSzTx/>
                <a:buFont typeface="Wingdings" panose="05000000000000000000" pitchFamily="2" charset="2"/>
                <a:buNone/>
              </a:pPr>
              <a:r>
                <a:rPr lang="en-US" altLang="fr-FR" sz="1600"/>
                <a:t>Contact</a:t>
              </a:r>
              <a:br>
                <a:rPr lang="en-US" altLang="fr-FR" sz="1600"/>
              </a:br>
              <a:r>
                <a:rPr lang="en-US" altLang="fr-FR" sz="1600"/>
                <a:t>Name: Ward</a:t>
              </a:r>
            </a:p>
            <a:p>
              <a:pPr>
                <a:lnSpc>
                  <a:spcPct val="165000"/>
                </a:lnSpc>
                <a:spcBef>
                  <a:spcPct val="0"/>
                </a:spcBef>
                <a:buClr>
                  <a:srgbClr val="DC0081"/>
                </a:buClr>
                <a:buSzTx/>
                <a:buFont typeface="Wingdings" panose="05000000000000000000" pitchFamily="2" charset="2"/>
                <a:buNone/>
              </a:pPr>
              <a:r>
                <a:rPr lang="en-US" altLang="fr-FR" sz="1600"/>
                <a:t>Points: 800</a:t>
              </a:r>
            </a:p>
          </p:txBody>
        </p:sp>
        <p:sp>
          <p:nvSpPr>
            <p:cNvPr id="16407" name="Rounded Rectangle 812100">
              <a:extLst>
                <a:ext uri="{FF2B5EF4-FFF2-40B4-BE49-F238E27FC236}">
                  <a16:creationId xmlns:a16="http://schemas.microsoft.com/office/drawing/2014/main" xmlns="" id="{0BA3C9F0-0571-1F25-C4B9-A1A0180D5010}"/>
                </a:ext>
              </a:extLst>
            </p:cNvPr>
            <p:cNvSpPr>
              <a:spLocks noChangeArrowheads="1"/>
            </p:cNvSpPr>
            <p:nvPr/>
          </p:nvSpPr>
          <p:spPr bwMode="auto">
            <a:xfrm>
              <a:off x="5148956" y="3866121"/>
              <a:ext cx="393694"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lIns="10800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2400">
                  <a:solidFill>
                    <a:srgbClr val="990033"/>
                  </a:solidFill>
                  <a:latin typeface="Arial" panose="020B0604020202020204" pitchFamily="34" charset="0"/>
                </a:rPr>
                <a:t>4</a:t>
              </a:r>
            </a:p>
          </p:txBody>
        </p:sp>
      </p:grpSp>
      <p:grpSp>
        <p:nvGrpSpPr>
          <p:cNvPr id="27" name="Step6">
            <a:extLst>
              <a:ext uri="{FF2B5EF4-FFF2-40B4-BE49-F238E27FC236}">
                <a16:creationId xmlns:a16="http://schemas.microsoft.com/office/drawing/2014/main" xmlns="" id="{AE598D9F-5212-34E4-61C8-3410600CCFC3}"/>
              </a:ext>
            </a:extLst>
          </p:cNvPr>
          <p:cNvGrpSpPr>
            <a:grpSpLocks/>
          </p:cNvGrpSpPr>
          <p:nvPr/>
        </p:nvGrpSpPr>
        <p:grpSpPr bwMode="auto">
          <a:xfrm>
            <a:off x="5206807" y="4860757"/>
            <a:ext cx="3094037" cy="1271587"/>
            <a:chOff x="3430458" y="4488120"/>
            <a:chExt cx="3094167" cy="1271587"/>
          </a:xfrm>
        </p:grpSpPr>
        <p:pic>
          <p:nvPicPr>
            <p:cNvPr id="16402" name="Picture 47" descr="arrow03">
              <a:extLst>
                <a:ext uri="{FF2B5EF4-FFF2-40B4-BE49-F238E27FC236}">
                  <a16:creationId xmlns:a16="http://schemas.microsoft.com/office/drawing/2014/main" xmlns="" id="{2089C42E-7024-96F5-BE6C-2FD3D30770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2925" y="5086866"/>
              <a:ext cx="901700"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3" name="AutoShape 4">
              <a:extLst>
                <a:ext uri="{FF2B5EF4-FFF2-40B4-BE49-F238E27FC236}">
                  <a16:creationId xmlns:a16="http://schemas.microsoft.com/office/drawing/2014/main" xmlns="" id="{CF8F64CB-601F-2591-C1EB-2E399C2C79F3}"/>
                </a:ext>
              </a:extLst>
            </p:cNvPr>
            <p:cNvSpPr>
              <a:spLocks noChangeArrowheads="1"/>
            </p:cNvSpPr>
            <p:nvPr/>
          </p:nvSpPr>
          <p:spPr bwMode="auto">
            <a:xfrm>
              <a:off x="3430458" y="4488120"/>
              <a:ext cx="2195983" cy="1271587"/>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108000" tIns="0" rIns="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65000"/>
                </a:lnSpc>
                <a:spcBef>
                  <a:spcPct val="0"/>
                </a:spcBef>
                <a:buClr>
                  <a:srgbClr val="DC0081"/>
                </a:buClr>
                <a:buSzTx/>
                <a:buFont typeface="Wingdings" panose="05000000000000000000" pitchFamily="2" charset="2"/>
                <a:buNone/>
              </a:pPr>
              <a:r>
                <a:rPr lang="en-US" altLang="fr-FR" sz="1600"/>
                <a:t>Contact</a:t>
              </a:r>
              <a:br>
                <a:rPr lang="en-US" altLang="fr-FR" sz="1600"/>
              </a:br>
              <a:r>
                <a:rPr lang="en-US" altLang="fr-FR" sz="1600"/>
                <a:t>Name: Ward</a:t>
              </a:r>
            </a:p>
            <a:p>
              <a:pPr>
                <a:lnSpc>
                  <a:spcPct val="165000"/>
                </a:lnSpc>
                <a:spcBef>
                  <a:spcPct val="0"/>
                </a:spcBef>
                <a:buClr>
                  <a:srgbClr val="DC0081"/>
                </a:buClr>
                <a:buSzTx/>
                <a:buFont typeface="Wingdings" panose="05000000000000000000" pitchFamily="2" charset="2"/>
                <a:buNone/>
              </a:pPr>
              <a:r>
                <a:rPr lang="en-US" altLang="fr-FR" sz="1600"/>
                <a:t>Points: 900</a:t>
              </a:r>
            </a:p>
          </p:txBody>
        </p:sp>
        <p:sp>
          <p:nvSpPr>
            <p:cNvPr id="16404" name="Rounded Rectangle 812100">
              <a:extLst>
                <a:ext uri="{FF2B5EF4-FFF2-40B4-BE49-F238E27FC236}">
                  <a16:creationId xmlns:a16="http://schemas.microsoft.com/office/drawing/2014/main" xmlns="" id="{8C04D95A-CF61-8E47-2ED2-C520AF302CD8}"/>
                </a:ext>
              </a:extLst>
            </p:cNvPr>
            <p:cNvSpPr>
              <a:spLocks noChangeArrowheads="1"/>
            </p:cNvSpPr>
            <p:nvPr/>
          </p:nvSpPr>
          <p:spPr bwMode="auto">
            <a:xfrm>
              <a:off x="5183132" y="5237420"/>
              <a:ext cx="393717"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lIns="10800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2400">
                  <a:solidFill>
                    <a:srgbClr val="990033"/>
                  </a:solidFill>
                  <a:latin typeface="Arial" panose="020B0604020202020204" pitchFamily="34" charset="0"/>
                </a:rPr>
                <a:t>6</a:t>
              </a:r>
            </a:p>
          </p:txBody>
        </p:sp>
      </p:grpSp>
      <p:grpSp>
        <p:nvGrpSpPr>
          <p:cNvPr id="31" name="Step5">
            <a:extLst>
              <a:ext uri="{FF2B5EF4-FFF2-40B4-BE49-F238E27FC236}">
                <a16:creationId xmlns:a16="http://schemas.microsoft.com/office/drawing/2014/main" xmlns="" id="{3778E0CB-841A-A2E5-2CF0-9DB9ABC92A65}"/>
              </a:ext>
            </a:extLst>
          </p:cNvPr>
          <p:cNvGrpSpPr>
            <a:grpSpLocks/>
          </p:cNvGrpSpPr>
          <p:nvPr/>
        </p:nvGrpSpPr>
        <p:grpSpPr bwMode="auto">
          <a:xfrm>
            <a:off x="8340531" y="4865518"/>
            <a:ext cx="2197100" cy="1271588"/>
            <a:chOff x="6564956" y="4492239"/>
            <a:chExt cx="2195983" cy="1271587"/>
          </a:xfrm>
        </p:grpSpPr>
        <p:sp>
          <p:nvSpPr>
            <p:cNvPr id="16400" name="AutoShape 4">
              <a:extLst>
                <a:ext uri="{FF2B5EF4-FFF2-40B4-BE49-F238E27FC236}">
                  <a16:creationId xmlns:a16="http://schemas.microsoft.com/office/drawing/2014/main" xmlns="" id="{F7BED15C-CB12-501E-B785-FEADAFA402F1}"/>
                </a:ext>
              </a:extLst>
            </p:cNvPr>
            <p:cNvSpPr>
              <a:spLocks noChangeArrowheads="1"/>
            </p:cNvSpPr>
            <p:nvPr/>
          </p:nvSpPr>
          <p:spPr bwMode="auto">
            <a:xfrm>
              <a:off x="6564956" y="4492239"/>
              <a:ext cx="2195983" cy="1271587"/>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108000" tIns="0" rIns="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65000"/>
                </a:lnSpc>
                <a:spcBef>
                  <a:spcPct val="0"/>
                </a:spcBef>
                <a:buClr>
                  <a:srgbClr val="DC0081"/>
                </a:buClr>
                <a:buSzTx/>
                <a:buFont typeface="Wingdings" panose="05000000000000000000" pitchFamily="2" charset="2"/>
                <a:buNone/>
              </a:pPr>
              <a:r>
                <a:rPr lang="en-US" altLang="fr-FR" sz="1600"/>
                <a:t>Contact</a:t>
              </a:r>
              <a:br>
                <a:rPr lang="en-US" altLang="fr-FR" sz="1600"/>
              </a:br>
              <a:r>
                <a:rPr lang="en-US" altLang="fr-FR" sz="1600"/>
                <a:t>Name: Ward</a:t>
              </a:r>
            </a:p>
            <a:p>
              <a:pPr>
                <a:lnSpc>
                  <a:spcPct val="165000"/>
                </a:lnSpc>
                <a:spcBef>
                  <a:spcPct val="0"/>
                </a:spcBef>
                <a:buClr>
                  <a:srgbClr val="DC0081"/>
                </a:buClr>
                <a:buSzTx/>
                <a:buFont typeface="Wingdings" panose="05000000000000000000" pitchFamily="2" charset="2"/>
                <a:buNone/>
              </a:pPr>
              <a:r>
                <a:rPr lang="en-US" altLang="fr-FR" sz="1600"/>
                <a:t>Points: 900</a:t>
              </a:r>
            </a:p>
          </p:txBody>
        </p:sp>
        <p:sp>
          <p:nvSpPr>
            <p:cNvPr id="16401" name="Rounded Rectangle 812100">
              <a:extLst>
                <a:ext uri="{FF2B5EF4-FFF2-40B4-BE49-F238E27FC236}">
                  <a16:creationId xmlns:a16="http://schemas.microsoft.com/office/drawing/2014/main" xmlns="" id="{8B838BA5-6292-3C42-0D8C-F701B3A6C887}"/>
                </a:ext>
              </a:extLst>
            </p:cNvPr>
            <p:cNvSpPr>
              <a:spLocks noChangeArrowheads="1"/>
            </p:cNvSpPr>
            <p:nvPr/>
          </p:nvSpPr>
          <p:spPr bwMode="auto">
            <a:xfrm>
              <a:off x="8307145" y="5246301"/>
              <a:ext cx="39350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lIns="108000" bIns="8280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2400">
                  <a:solidFill>
                    <a:srgbClr val="990033"/>
                  </a:solidFill>
                  <a:latin typeface="Arial" panose="020B0604020202020204" pitchFamily="34" charset="0"/>
                </a:rPr>
                <a:t>5</a:t>
              </a:r>
            </a:p>
          </p:txBody>
        </p:sp>
      </p:grpSp>
      <p:pic>
        <p:nvPicPr>
          <p:cNvPr id="16398" name="Code2" descr="D:\MSL PNG Library\Document_Writing01.png">
            <a:extLst>
              <a:ext uri="{FF2B5EF4-FFF2-40B4-BE49-F238E27FC236}">
                <a16:creationId xmlns:a16="http://schemas.microsoft.com/office/drawing/2014/main" xmlns="" id="{EFC9CBD0-14FA-F32F-1C44-FB6CD71FCAC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84482" y="6141869"/>
            <a:ext cx="3079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9" name="Code1" descr="D:\MSL PNG Library\Document_Writing01.png">
            <a:extLst>
              <a:ext uri="{FF2B5EF4-FFF2-40B4-BE49-F238E27FC236}">
                <a16:creationId xmlns:a16="http://schemas.microsoft.com/office/drawing/2014/main" xmlns="" id="{FC8A7AB0-3954-DCC7-EE6B-195DDA907CB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277282" y="6167269"/>
            <a:ext cx="3079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9" presetClass="emph" presetSubtype="0" nodeType="withEffect">
                                  <p:stCondLst>
                                    <p:cond delay="0"/>
                                  </p:stCondLst>
                                  <p:childTnLst>
                                    <p:set>
                                      <p:cBhvr rctx="PPT">
                                        <p:cTn id="16" dur="indefinite"/>
                                        <p:tgtEl>
                                          <p:spTgt spid="12"/>
                                        </p:tgtEl>
                                        <p:attrNameLst>
                                          <p:attrName>style.opacity</p:attrName>
                                        </p:attrNameLst>
                                      </p:cBhvr>
                                      <p:to>
                                        <p:strVal val="0.25"/>
                                      </p:to>
                                    </p:set>
                                    <p:animEffect filter="image" prLst="opacity: 0.25">
                                      <p:cBhvr rctx="IE">
                                        <p:cTn id="17" dur="indefinite"/>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par>
                                <p:cTn id="22" presetID="9" presetClass="emph" presetSubtype="0" grpId="0" nodeType="withEffect">
                                  <p:stCondLst>
                                    <p:cond delay="0"/>
                                  </p:stCondLst>
                                  <p:childTnLst>
                                    <p:set>
                                      <p:cBhvr rctx="PPT">
                                        <p:cTn id="23" dur="indefinite"/>
                                        <p:tgtEl>
                                          <p:spTgt spid="10"/>
                                        </p:tgtEl>
                                        <p:attrNameLst>
                                          <p:attrName>style.opacity</p:attrName>
                                        </p:attrNameLst>
                                      </p:cBhvr>
                                      <p:to>
                                        <p:strVal val="0.25"/>
                                      </p:to>
                                    </p:set>
                                    <p:animEffect filter="image" prLst="opacity: 0.25">
                                      <p:cBhvr rctx="IE">
                                        <p:cTn id="24" dur="indefinite"/>
                                        <p:tgtEl>
                                          <p:spTgt spid="1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9" presetClass="emph" presetSubtype="0" nodeType="withEffect">
                                  <p:stCondLst>
                                    <p:cond delay="0"/>
                                  </p:stCondLst>
                                  <p:childTnLst>
                                    <p:set>
                                      <p:cBhvr rctx="PPT">
                                        <p:cTn id="30" dur="indefinite"/>
                                        <p:tgtEl>
                                          <p:spTgt spid="16"/>
                                        </p:tgtEl>
                                        <p:attrNameLst>
                                          <p:attrName>style.opacity</p:attrName>
                                        </p:attrNameLst>
                                      </p:cBhvr>
                                      <p:to>
                                        <p:strVal val="0.25"/>
                                      </p:to>
                                    </p:set>
                                    <p:animEffect filter="image" prLst="opacity: 0.25">
                                      <p:cBhvr rctx="IE">
                                        <p:cTn id="31" dur="indefinite"/>
                                        <p:tgtEl>
                                          <p:spTgt spid="1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par>
                                <p:cTn id="36" presetID="9" presetClass="emph" presetSubtype="0" nodeType="withEffect">
                                  <p:stCondLst>
                                    <p:cond delay="0"/>
                                  </p:stCondLst>
                                  <p:childTnLst>
                                    <p:set>
                                      <p:cBhvr rctx="PPT">
                                        <p:cTn id="37" dur="indefinite"/>
                                        <p:tgtEl>
                                          <p:spTgt spid="23"/>
                                        </p:tgtEl>
                                        <p:attrNameLst>
                                          <p:attrName>style.opacity</p:attrName>
                                        </p:attrNameLst>
                                      </p:cBhvr>
                                      <p:to>
                                        <p:strVal val="0.25"/>
                                      </p:to>
                                    </p:set>
                                    <p:animEffect filter="image" prLst="opacity: 0.25">
                                      <p:cBhvr rctx="IE">
                                        <p:cTn id="38" dur="indefinite"/>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xmlns="" id="{ABB55BA9-3421-EE4C-9DA8-3A8A3E8DA9A4}"/>
              </a:ext>
            </a:extLst>
          </p:cNvPr>
          <p:cNvSpPr>
            <a:spLocks noGrp="1" noChangeArrowheads="1"/>
          </p:cNvSpPr>
          <p:nvPr>
            <p:ph type="title"/>
          </p:nvPr>
        </p:nvSpPr>
        <p:spPr/>
        <p:txBody>
          <a:bodyPr/>
          <a:lstStyle/>
          <a:p>
            <a:pPr eaLnBrk="1" hangingPunct="1"/>
            <a:r>
              <a:rPr lang="fr-FR" altLang="fr-FR"/>
              <a:t>Gestion de la concurrence</a:t>
            </a:r>
          </a:p>
        </p:txBody>
      </p:sp>
      <p:sp>
        <p:nvSpPr>
          <p:cNvPr id="17411" name="AutoShape 5">
            <a:extLst>
              <a:ext uri="{FF2B5EF4-FFF2-40B4-BE49-F238E27FC236}">
                <a16:creationId xmlns:a16="http://schemas.microsoft.com/office/drawing/2014/main" xmlns="" id="{89F69F26-6BD3-D60C-C3B5-109C6B543215}"/>
              </a:ext>
            </a:extLst>
          </p:cNvPr>
          <p:cNvSpPr>
            <a:spLocks noChangeArrowheads="1"/>
          </p:cNvSpPr>
          <p:nvPr/>
        </p:nvSpPr>
        <p:spPr bwMode="auto">
          <a:xfrm>
            <a:off x="2810669" y="1551242"/>
            <a:ext cx="6570662" cy="448151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2400"/>
              <a:t>Modèles de gestion de la concurrence</a:t>
            </a:r>
          </a:p>
        </p:txBody>
      </p:sp>
      <p:sp>
        <p:nvSpPr>
          <p:cNvPr id="17412" name="AutoShape 9">
            <a:extLst>
              <a:ext uri="{FF2B5EF4-FFF2-40B4-BE49-F238E27FC236}">
                <a16:creationId xmlns:a16="http://schemas.microsoft.com/office/drawing/2014/main" xmlns="" id="{54C5D982-0A44-BC79-F36E-0B780231C368}"/>
              </a:ext>
            </a:extLst>
          </p:cNvPr>
          <p:cNvSpPr>
            <a:spLocks noChangeArrowheads="1"/>
          </p:cNvSpPr>
          <p:nvPr/>
        </p:nvSpPr>
        <p:spPr bwMode="auto">
          <a:xfrm>
            <a:off x="3044031" y="2238629"/>
            <a:ext cx="6103938" cy="13462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fr-FR" sz="1600">
                <a:ea typeface="ＭＳ Ｐゴシック" panose="020B0600070205080204" pitchFamily="34" charset="-128"/>
              </a:rPr>
              <a:t>Concurrence Pessimiste: les données sont verrouillées le plus tôt possible (environnements connectés)</a:t>
            </a:r>
          </a:p>
          <a:p>
            <a:pPr lvl="1" eaLnBrk="1" hangingPunct="1">
              <a:spcBef>
                <a:spcPct val="40000"/>
              </a:spcBef>
              <a:buClrTx/>
            </a:pPr>
            <a:r>
              <a:rPr lang="en-US" altLang="fr-FR" sz="1600">
                <a:ea typeface="ＭＳ Ｐゴシック" panose="020B0600070205080204" pitchFamily="34" charset="-128"/>
              </a:rPr>
              <a:t>Moins de conflits</a:t>
            </a:r>
          </a:p>
          <a:p>
            <a:pPr lvl="1" eaLnBrk="1" hangingPunct="1">
              <a:spcBef>
                <a:spcPct val="40000"/>
              </a:spcBef>
              <a:buClrTx/>
            </a:pPr>
            <a:r>
              <a:rPr lang="en-US" altLang="fr-FR" sz="1600">
                <a:ea typeface="ＭＳ Ｐゴシック" panose="020B0600070205080204" pitchFamily="34" charset="-128"/>
              </a:rPr>
              <a:t>Plus de blocages</a:t>
            </a:r>
          </a:p>
        </p:txBody>
      </p:sp>
      <p:sp>
        <p:nvSpPr>
          <p:cNvPr id="17413" name="AutoShape 9">
            <a:extLst>
              <a:ext uri="{FF2B5EF4-FFF2-40B4-BE49-F238E27FC236}">
                <a16:creationId xmlns:a16="http://schemas.microsoft.com/office/drawing/2014/main" xmlns="" id="{A72A460C-0C3A-3E9B-AA9A-53C2C3DE7749}"/>
              </a:ext>
            </a:extLst>
          </p:cNvPr>
          <p:cNvSpPr>
            <a:spLocks noChangeArrowheads="1"/>
          </p:cNvSpPr>
          <p:nvPr/>
        </p:nvSpPr>
        <p:spPr bwMode="auto">
          <a:xfrm>
            <a:off x="3044031" y="4002343"/>
            <a:ext cx="6103938" cy="153193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fr-FR" sz="1600">
                <a:ea typeface="ＭＳ Ｐゴシック" panose="020B0600070205080204" pitchFamily="34" charset="-128"/>
              </a:rPr>
              <a:t>Concurrence Optimiste: les données ne sont verrouillées qu’au moment de la mise à jour (environnements déconnectés)</a:t>
            </a:r>
          </a:p>
          <a:p>
            <a:pPr lvl="1" eaLnBrk="1" hangingPunct="1">
              <a:spcBef>
                <a:spcPct val="40000"/>
              </a:spcBef>
              <a:buClrTx/>
            </a:pPr>
            <a:r>
              <a:rPr lang="en-US" altLang="fr-FR" sz="1600">
                <a:ea typeface="ＭＳ Ｐゴシック" panose="020B0600070205080204" pitchFamily="34" charset="-128"/>
              </a:rPr>
              <a:t>Plus de conflits</a:t>
            </a:r>
          </a:p>
          <a:p>
            <a:pPr lvl="1" eaLnBrk="1" hangingPunct="1">
              <a:spcBef>
                <a:spcPct val="40000"/>
              </a:spcBef>
              <a:buClrTx/>
            </a:pPr>
            <a:r>
              <a:rPr lang="en-US" altLang="fr-FR" sz="1600">
                <a:ea typeface="ＭＳ Ｐゴシック" panose="020B0600070205080204" pitchFamily="34" charset="-128"/>
              </a:rPr>
              <a:t>Moins de blocages</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xmlns="" id="{98D33FA1-37F1-E888-2D5F-80CCB0BF858D}"/>
              </a:ext>
            </a:extLst>
          </p:cNvPr>
          <p:cNvSpPr>
            <a:spLocks noGrp="1" noChangeArrowheads="1"/>
          </p:cNvSpPr>
          <p:nvPr>
            <p:ph type="title"/>
          </p:nvPr>
        </p:nvSpPr>
        <p:spPr/>
        <p:txBody>
          <a:bodyPr/>
          <a:lstStyle/>
          <a:p>
            <a:pPr eaLnBrk="1" hangingPunct="1"/>
            <a:r>
              <a:rPr lang="fr-FR" altLang="fr-FR"/>
              <a:t>DbUpdateConcurrencyException</a:t>
            </a:r>
          </a:p>
        </p:txBody>
      </p:sp>
      <p:sp>
        <p:nvSpPr>
          <p:cNvPr id="18435" name="AutoShape 5">
            <a:extLst>
              <a:ext uri="{FF2B5EF4-FFF2-40B4-BE49-F238E27FC236}">
                <a16:creationId xmlns:a16="http://schemas.microsoft.com/office/drawing/2014/main" xmlns="" id="{6A786847-C6EC-6134-555E-60127DF65C96}"/>
              </a:ext>
            </a:extLst>
          </p:cNvPr>
          <p:cNvSpPr>
            <a:spLocks noChangeArrowheads="1"/>
          </p:cNvSpPr>
          <p:nvPr/>
        </p:nvSpPr>
        <p:spPr bwMode="auto">
          <a:xfrm>
            <a:off x="2467674" y="1239668"/>
            <a:ext cx="7097712" cy="510540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2400"/>
          </a:p>
        </p:txBody>
      </p:sp>
      <p:sp>
        <p:nvSpPr>
          <p:cNvPr id="18436" name="AutoShape 6">
            <a:extLst>
              <a:ext uri="{FF2B5EF4-FFF2-40B4-BE49-F238E27FC236}">
                <a16:creationId xmlns:a16="http://schemas.microsoft.com/office/drawing/2014/main" xmlns="" id="{7353DFE3-B3EE-DF20-EA48-500152C79286}"/>
              </a:ext>
            </a:extLst>
          </p:cNvPr>
          <p:cNvSpPr>
            <a:spLocks noChangeArrowheads="1"/>
          </p:cNvSpPr>
          <p:nvPr/>
        </p:nvSpPr>
        <p:spPr bwMode="auto">
          <a:xfrm>
            <a:off x="3015362" y="1428581"/>
            <a:ext cx="5980113" cy="71596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800">
                <a:ea typeface="ＭＳ Ｐゴシック" panose="020B0600070205080204" pitchFamily="34" charset="-128"/>
              </a:rPr>
              <a:t>Entity Framework utilise un modèle de concurrence Optimiste</a:t>
            </a:r>
            <a:endParaRPr lang="en-US" altLang="fr-FR" sz="1800">
              <a:ea typeface="ＭＳ Ｐゴシック" panose="020B0600070205080204" pitchFamily="34" charset="-128"/>
            </a:endParaRPr>
          </a:p>
        </p:txBody>
      </p:sp>
      <p:sp>
        <p:nvSpPr>
          <p:cNvPr id="18437" name="AutoShape 6">
            <a:extLst>
              <a:ext uri="{FF2B5EF4-FFF2-40B4-BE49-F238E27FC236}">
                <a16:creationId xmlns:a16="http://schemas.microsoft.com/office/drawing/2014/main" xmlns="" id="{00D04461-AF3C-05BF-E38A-FC41B3E33DE4}"/>
              </a:ext>
            </a:extLst>
          </p:cNvPr>
          <p:cNvSpPr>
            <a:spLocks noChangeArrowheads="1"/>
          </p:cNvSpPr>
          <p:nvPr/>
        </p:nvSpPr>
        <p:spPr bwMode="auto">
          <a:xfrm>
            <a:off x="3026474" y="2330281"/>
            <a:ext cx="5980112" cy="9890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ja-JP" sz="1800">
                <a:ea typeface="ＭＳ Ｐゴシック" panose="020B0600070205080204" pitchFamily="34" charset="-128"/>
              </a:rPr>
              <a:t>Entity Framework déclenche l’expection DbUpdateConcurrencyException en cas de conflit</a:t>
            </a:r>
            <a:endParaRPr lang="en-US" altLang="fr-FR" sz="1800">
              <a:ea typeface="ＭＳ Ｐゴシック" panose="020B0600070205080204" pitchFamily="34" charset="-128"/>
            </a:endParaRPr>
          </a:p>
        </p:txBody>
      </p:sp>
      <p:sp>
        <p:nvSpPr>
          <p:cNvPr id="23" name="AutoShape 6">
            <a:extLst>
              <a:ext uri="{FF2B5EF4-FFF2-40B4-BE49-F238E27FC236}">
                <a16:creationId xmlns:a16="http://schemas.microsoft.com/office/drawing/2014/main" xmlns="" id="{972F7219-E752-4F94-8707-F6354EF26849}"/>
              </a:ext>
            </a:extLst>
          </p:cNvPr>
          <p:cNvSpPr>
            <a:spLocks noChangeArrowheads="1"/>
          </p:cNvSpPr>
          <p:nvPr/>
        </p:nvSpPr>
        <p:spPr bwMode="auto">
          <a:xfrm>
            <a:off x="1958086" y="3895557"/>
            <a:ext cx="3779838" cy="200183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spcBef>
                <a:spcPct val="40000"/>
              </a:spcBef>
              <a:buClrTx/>
              <a:buSzPct val="80000"/>
              <a:buFontTx/>
              <a:buNone/>
              <a:defRPr/>
            </a:pPr>
            <a:r>
              <a:rPr lang="en-US" altLang="ja-JP" sz="1800" dirty="0" err="1">
                <a:ea typeface="ＭＳ Ｐゴシック" pitchFamily="34" charset="-128"/>
                <a:cs typeface="Arial" charset="0"/>
              </a:rPr>
              <a:t>Approche</a:t>
            </a:r>
            <a:r>
              <a:rPr lang="en-US" altLang="ja-JP" sz="1800" dirty="0">
                <a:ea typeface="ＭＳ Ｐゴシック" pitchFamily="34" charset="-128"/>
                <a:cs typeface="Arial" charset="0"/>
              </a:rPr>
              <a:t> EDMX: </a:t>
            </a:r>
          </a:p>
          <a:p>
            <a:pPr marL="342900" indent="-342900" eaLnBrk="1" hangingPunct="1">
              <a:spcBef>
                <a:spcPct val="40000"/>
              </a:spcBef>
              <a:buClrTx/>
              <a:buSzPct val="80000"/>
              <a:buFontTx/>
              <a:buAutoNum type="arabicPeriod"/>
              <a:defRPr/>
            </a:pPr>
            <a:r>
              <a:rPr lang="en-US" altLang="fr-FR" sz="1800" dirty="0" err="1">
                <a:ea typeface="ＭＳ Ｐゴシック" pitchFamily="34" charset="-128"/>
                <a:cs typeface="Arial" charset="0"/>
              </a:rPr>
              <a:t>Colonne</a:t>
            </a:r>
            <a:r>
              <a:rPr lang="en-US" altLang="fr-FR" sz="1800" dirty="0">
                <a:ea typeface="ＭＳ Ｐゴシック" pitchFamily="34" charset="-128"/>
                <a:cs typeface="Arial" charset="0"/>
              </a:rPr>
              <a:t> </a:t>
            </a:r>
            <a:r>
              <a:rPr lang="en-US" altLang="fr-FR" sz="1800" dirty="0" err="1">
                <a:ea typeface="ＭＳ Ｐゴシック" pitchFamily="34" charset="-128"/>
                <a:cs typeface="Arial" charset="0"/>
              </a:rPr>
              <a:t>en</a:t>
            </a:r>
            <a:r>
              <a:rPr lang="en-US" altLang="fr-FR" sz="1800" dirty="0">
                <a:ea typeface="ＭＳ Ｐゴシック" pitchFamily="34" charset="-128"/>
                <a:cs typeface="Arial" charset="0"/>
              </a:rPr>
              <a:t> base de type timestamp/</a:t>
            </a:r>
            <a:r>
              <a:rPr lang="en-US" altLang="fr-FR" sz="1800" dirty="0" err="1">
                <a:ea typeface="ＭＳ Ｐゴシック" pitchFamily="34" charset="-128"/>
                <a:cs typeface="Arial" charset="0"/>
              </a:rPr>
              <a:t>rowversion</a:t>
            </a:r>
            <a:endParaRPr lang="en-US" altLang="fr-FR" sz="1800" dirty="0">
              <a:ea typeface="ＭＳ Ｐゴシック" pitchFamily="34" charset="-128"/>
              <a:cs typeface="Arial" charset="0"/>
            </a:endParaRPr>
          </a:p>
          <a:p>
            <a:pPr marL="342900" indent="-342900" eaLnBrk="1" hangingPunct="1">
              <a:spcBef>
                <a:spcPct val="40000"/>
              </a:spcBef>
              <a:buClrTx/>
              <a:buSzPct val="80000"/>
              <a:buFontTx/>
              <a:buAutoNum type="arabicPeriod"/>
              <a:defRPr/>
            </a:pPr>
            <a:r>
              <a:rPr lang="en-US" altLang="fr-FR" sz="1800" dirty="0" err="1">
                <a:ea typeface="ＭＳ Ｐゴシック" pitchFamily="34" charset="-128"/>
                <a:cs typeface="Arial" charset="0"/>
              </a:rPr>
              <a:t>Propriété</a:t>
            </a:r>
            <a:r>
              <a:rPr lang="en-US" altLang="fr-FR" sz="1800" dirty="0">
                <a:ea typeface="ＭＳ Ｐゴシック" pitchFamily="34" charset="-128"/>
                <a:cs typeface="Arial" charset="0"/>
              </a:rPr>
              <a:t> du </a:t>
            </a:r>
            <a:r>
              <a:rPr lang="en-US" altLang="fr-FR" sz="1800" dirty="0" err="1">
                <a:ea typeface="ＭＳ Ｐゴシック" pitchFamily="34" charset="-128"/>
                <a:cs typeface="Arial" charset="0"/>
              </a:rPr>
              <a:t>modèle</a:t>
            </a:r>
            <a:r>
              <a:rPr lang="en-US" altLang="fr-FR" sz="1800" dirty="0">
                <a:ea typeface="ＭＳ Ｐゴシック" pitchFamily="34" charset="-128"/>
                <a:cs typeface="Arial" charset="0"/>
              </a:rPr>
              <a:t> avec </a:t>
            </a:r>
            <a:r>
              <a:rPr lang="en-US" altLang="fr-FR" sz="1800" dirty="0" err="1">
                <a:ea typeface="ＭＳ Ｐゴシック" pitchFamily="34" charset="-128"/>
                <a:cs typeface="Arial" charset="0"/>
              </a:rPr>
              <a:t>ConcurrencyMode</a:t>
            </a:r>
            <a:r>
              <a:rPr lang="en-US" altLang="fr-FR" sz="1800" dirty="0">
                <a:ea typeface="ＭＳ Ｐゴシック" pitchFamily="34" charset="-128"/>
                <a:cs typeface="Arial" charset="0"/>
              </a:rPr>
              <a:t> </a:t>
            </a:r>
            <a:r>
              <a:rPr lang="en-US" altLang="fr-FR" sz="1800" dirty="0" err="1">
                <a:ea typeface="ＭＳ Ｐゴシック" pitchFamily="34" charset="-128"/>
                <a:cs typeface="Arial" charset="0"/>
              </a:rPr>
              <a:t>défini</a:t>
            </a:r>
            <a:r>
              <a:rPr lang="en-US" altLang="fr-FR" sz="1800" dirty="0">
                <a:ea typeface="ＭＳ Ｐゴシック" pitchFamily="34" charset="-128"/>
                <a:cs typeface="Arial" charset="0"/>
              </a:rPr>
              <a:t> à </a:t>
            </a:r>
            <a:r>
              <a:rPr lang="en-US" altLang="fr-FR" sz="1800" i="1" dirty="0">
                <a:ea typeface="ＭＳ Ｐゴシック" pitchFamily="34" charset="-128"/>
                <a:cs typeface="Arial" charset="0"/>
              </a:rPr>
              <a:t>fixed</a:t>
            </a:r>
          </a:p>
        </p:txBody>
      </p:sp>
      <p:sp>
        <p:nvSpPr>
          <p:cNvPr id="24" name="AutoShape 6">
            <a:extLst>
              <a:ext uri="{FF2B5EF4-FFF2-40B4-BE49-F238E27FC236}">
                <a16:creationId xmlns:a16="http://schemas.microsoft.com/office/drawing/2014/main" xmlns="" id="{541268DF-6E22-81B9-3F4F-04095B864345}"/>
              </a:ext>
            </a:extLst>
          </p:cNvPr>
          <p:cNvSpPr>
            <a:spLocks noChangeArrowheads="1"/>
          </p:cNvSpPr>
          <p:nvPr/>
        </p:nvSpPr>
        <p:spPr bwMode="auto">
          <a:xfrm>
            <a:off x="6285611" y="3532018"/>
            <a:ext cx="3716338" cy="291623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spcBef>
                <a:spcPct val="40000"/>
              </a:spcBef>
              <a:buClrTx/>
              <a:buSzPct val="80000"/>
              <a:buFontTx/>
              <a:buNone/>
              <a:defRPr/>
            </a:pPr>
            <a:r>
              <a:rPr lang="en-US" altLang="ja-JP" sz="1800" dirty="0" err="1">
                <a:ea typeface="ＭＳ Ｐゴシック" pitchFamily="34" charset="-128"/>
                <a:cs typeface="Arial" charset="0"/>
              </a:rPr>
              <a:t>Approche</a:t>
            </a:r>
            <a:r>
              <a:rPr lang="en-US" altLang="ja-JP" sz="1800" dirty="0">
                <a:ea typeface="ＭＳ Ｐゴシック" pitchFamily="34" charset="-128"/>
                <a:cs typeface="Arial" charset="0"/>
              </a:rPr>
              <a:t> Code First:</a:t>
            </a:r>
          </a:p>
          <a:p>
            <a:pPr marL="342900" indent="-342900" eaLnBrk="1" hangingPunct="1">
              <a:spcBef>
                <a:spcPct val="40000"/>
              </a:spcBef>
              <a:buClrTx/>
              <a:buSzPct val="80000"/>
              <a:buFontTx/>
              <a:buAutoNum type="arabicPeriod"/>
              <a:defRPr/>
            </a:pPr>
            <a:r>
              <a:rPr lang="en-US" altLang="fr-FR" sz="1800" dirty="0" err="1">
                <a:ea typeface="ＭＳ Ｐゴシック" pitchFamily="34" charset="-128"/>
                <a:cs typeface="Arial" charset="0"/>
              </a:rPr>
              <a:t>Propriété</a:t>
            </a:r>
            <a:r>
              <a:rPr lang="en-US" altLang="fr-FR" sz="1800" dirty="0">
                <a:ea typeface="ＭＳ Ｐゴシック" pitchFamily="34" charset="-128"/>
                <a:cs typeface="Arial" charset="0"/>
              </a:rPr>
              <a:t> de type byte[] </a:t>
            </a:r>
            <a:r>
              <a:rPr lang="en-US" altLang="fr-FR" sz="1800" dirty="0" err="1">
                <a:ea typeface="ＭＳ Ｐゴシック" pitchFamily="34" charset="-128"/>
                <a:cs typeface="Arial" charset="0"/>
              </a:rPr>
              <a:t>dans</a:t>
            </a:r>
            <a:r>
              <a:rPr lang="en-US" altLang="fr-FR" sz="1800" dirty="0">
                <a:ea typeface="ＭＳ Ｐゴシック" pitchFamily="34" charset="-128"/>
                <a:cs typeface="Arial" charset="0"/>
              </a:rPr>
              <a:t> la </a:t>
            </a:r>
            <a:r>
              <a:rPr lang="en-US" altLang="fr-FR" sz="1800" dirty="0" err="1">
                <a:ea typeface="ＭＳ Ｐゴシック" pitchFamily="34" charset="-128"/>
                <a:cs typeface="Arial" charset="0"/>
              </a:rPr>
              <a:t>classe</a:t>
            </a:r>
            <a:endParaRPr lang="en-US" altLang="fr-FR" sz="1800" dirty="0">
              <a:ea typeface="ＭＳ Ｐゴシック" pitchFamily="34" charset="-128"/>
              <a:cs typeface="Arial" charset="0"/>
            </a:endParaRPr>
          </a:p>
          <a:p>
            <a:pPr marL="342900" indent="-342900" eaLnBrk="1" hangingPunct="1">
              <a:spcBef>
                <a:spcPct val="40000"/>
              </a:spcBef>
              <a:buClrTx/>
              <a:buSzPct val="80000"/>
              <a:buFontTx/>
              <a:buAutoNum type="arabicPeriod"/>
              <a:defRPr/>
            </a:pPr>
            <a:r>
              <a:rPr lang="en-US" altLang="fr-FR" sz="1800" dirty="0" err="1">
                <a:ea typeface="ＭＳ Ｐゴシック" pitchFamily="34" charset="-128"/>
                <a:cs typeface="Arial" charset="0"/>
              </a:rPr>
              <a:t>Ajouter</a:t>
            </a:r>
            <a:r>
              <a:rPr lang="en-US" altLang="fr-FR" sz="1800" dirty="0">
                <a:ea typeface="ＭＳ Ｐゴシック" pitchFamily="34" charset="-128"/>
                <a:cs typeface="Arial" charset="0"/>
              </a:rPr>
              <a:t> </a:t>
            </a:r>
            <a:r>
              <a:rPr lang="en-US" altLang="fr-FR" sz="1800" dirty="0" err="1">
                <a:ea typeface="ＭＳ Ｐゴシック" pitchFamily="34" charset="-128"/>
                <a:cs typeface="Arial" charset="0"/>
              </a:rPr>
              <a:t>l’attribut</a:t>
            </a:r>
            <a:r>
              <a:rPr lang="en-US" altLang="fr-FR" sz="1800" dirty="0">
                <a:ea typeface="ＭＳ Ｐゴシック" pitchFamily="34" charset="-128"/>
                <a:cs typeface="Arial" charset="0"/>
              </a:rPr>
              <a:t> [Timestamp]</a:t>
            </a:r>
          </a:p>
          <a:p>
            <a:pPr marL="0" indent="0" eaLnBrk="1" hangingPunct="1">
              <a:spcBef>
                <a:spcPct val="40000"/>
              </a:spcBef>
              <a:buClrTx/>
              <a:buSzPct val="80000"/>
              <a:buNone/>
              <a:defRPr/>
            </a:pPr>
            <a:r>
              <a:rPr lang="en-US" altLang="fr-FR" sz="1800" dirty="0" err="1">
                <a:ea typeface="ＭＳ Ｐゴシック" pitchFamily="34" charset="-128"/>
                <a:cs typeface="Arial" charset="0"/>
              </a:rPr>
              <a:t>Ou</a:t>
            </a:r>
            <a:endParaRPr lang="en-US" altLang="fr-FR" sz="1800" dirty="0">
              <a:ea typeface="ＭＳ Ｐゴシック" pitchFamily="34" charset="-128"/>
              <a:cs typeface="Arial" charset="0"/>
            </a:endParaRPr>
          </a:p>
          <a:p>
            <a:pPr marL="0" indent="0" eaLnBrk="1" hangingPunct="1">
              <a:spcBef>
                <a:spcPct val="40000"/>
              </a:spcBef>
              <a:buClrTx/>
              <a:buSzPct val="80000"/>
              <a:buNone/>
              <a:defRPr/>
            </a:pPr>
            <a:r>
              <a:rPr lang="en-US" altLang="fr-FR" sz="1800" dirty="0">
                <a:ea typeface="ＭＳ Ｐゴシック" pitchFamily="34" charset="-128"/>
                <a:cs typeface="Arial" charset="0"/>
              </a:rPr>
              <a:t>1. </a:t>
            </a:r>
            <a:r>
              <a:rPr lang="en-US" altLang="fr-FR" sz="1800" dirty="0" err="1">
                <a:ea typeface="ＭＳ Ｐゴシック" pitchFamily="34" charset="-128"/>
                <a:cs typeface="Arial" charset="0"/>
              </a:rPr>
              <a:t>Attribut</a:t>
            </a:r>
            <a:r>
              <a:rPr lang="en-US" altLang="fr-FR" sz="1800" dirty="0">
                <a:ea typeface="ＭＳ Ｐゴシック" pitchFamily="34" charset="-128"/>
                <a:cs typeface="Arial" charset="0"/>
              </a:rPr>
              <a:t> [</a:t>
            </a:r>
            <a:r>
              <a:rPr lang="en-US" altLang="fr-FR" sz="1800" dirty="0" err="1">
                <a:ea typeface="ＭＳ Ｐゴシック" pitchFamily="34" charset="-128"/>
                <a:cs typeface="Arial" charset="0"/>
              </a:rPr>
              <a:t>ConcurrencyCheck</a:t>
            </a:r>
            <a:r>
              <a:rPr lang="en-US" altLang="fr-FR" sz="1800" dirty="0">
                <a:ea typeface="ＭＳ Ｐゴシック" pitchFamily="34" charset="-128"/>
                <a:cs typeface="Arial" charset="0"/>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re 1">
            <a:extLst>
              <a:ext uri="{FF2B5EF4-FFF2-40B4-BE49-F238E27FC236}">
                <a16:creationId xmlns:a16="http://schemas.microsoft.com/office/drawing/2014/main" xmlns="" id="{AB32404A-04EC-B926-53F8-FA8782F2259D}"/>
              </a:ext>
            </a:extLst>
          </p:cNvPr>
          <p:cNvSpPr>
            <a:spLocks noGrp="1"/>
          </p:cNvSpPr>
          <p:nvPr>
            <p:ph type="title"/>
          </p:nvPr>
        </p:nvSpPr>
        <p:spPr/>
        <p:txBody>
          <a:bodyPr/>
          <a:lstStyle/>
          <a:p>
            <a:r>
              <a:rPr lang="fr-FR" altLang="fr-FR"/>
              <a:t>Résoudre les problèmes de concurrence</a:t>
            </a:r>
          </a:p>
        </p:txBody>
      </p:sp>
      <p:sp>
        <p:nvSpPr>
          <p:cNvPr id="19459" name="AutoShape 5">
            <a:extLst>
              <a:ext uri="{FF2B5EF4-FFF2-40B4-BE49-F238E27FC236}">
                <a16:creationId xmlns:a16="http://schemas.microsoft.com/office/drawing/2014/main" xmlns="" id="{85070D87-363F-9A84-381E-CB68ADD4EB4F}"/>
              </a:ext>
            </a:extLst>
          </p:cNvPr>
          <p:cNvSpPr>
            <a:spLocks noChangeArrowheads="1"/>
          </p:cNvSpPr>
          <p:nvPr/>
        </p:nvSpPr>
        <p:spPr bwMode="auto">
          <a:xfrm>
            <a:off x="2810669" y="1496379"/>
            <a:ext cx="6570662" cy="513397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2400"/>
          </a:p>
          <a:p>
            <a:pPr eaLnBrk="1" hangingPunct="1">
              <a:spcBef>
                <a:spcPct val="40000"/>
              </a:spcBef>
              <a:buClrTx/>
              <a:buSzTx/>
              <a:buFontTx/>
              <a:buNone/>
            </a:pPr>
            <a:r>
              <a:rPr lang="fr-FR" altLang="fr-FR" sz="2400"/>
              <a:t>Trois solutions:</a:t>
            </a:r>
            <a:endParaRPr lang="fr-FR" altLang="fr-FR"/>
          </a:p>
        </p:txBody>
      </p:sp>
      <p:sp>
        <p:nvSpPr>
          <p:cNvPr id="19460" name="AutoShape 9">
            <a:extLst>
              <a:ext uri="{FF2B5EF4-FFF2-40B4-BE49-F238E27FC236}">
                <a16:creationId xmlns:a16="http://schemas.microsoft.com/office/drawing/2014/main" xmlns="" id="{3D57768D-F211-8702-2C1B-D9219631E33C}"/>
              </a:ext>
            </a:extLst>
          </p:cNvPr>
          <p:cNvSpPr>
            <a:spLocks noChangeArrowheads="1"/>
          </p:cNvSpPr>
          <p:nvPr/>
        </p:nvSpPr>
        <p:spPr bwMode="auto">
          <a:xfrm>
            <a:off x="3044031" y="1312228"/>
            <a:ext cx="6103938" cy="67310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fr-FR" sz="1600">
                <a:ea typeface="ＭＳ Ｐゴシック" panose="020B0600070205080204" pitchFamily="34" charset="-128"/>
              </a:rPr>
              <a:t>Inclure l’appel de la méthode SaveChanges dans un bloc try/catch</a:t>
            </a:r>
          </a:p>
        </p:txBody>
      </p:sp>
      <p:sp>
        <p:nvSpPr>
          <p:cNvPr id="19461" name="AutoShape 9">
            <a:extLst>
              <a:ext uri="{FF2B5EF4-FFF2-40B4-BE49-F238E27FC236}">
                <a16:creationId xmlns:a16="http://schemas.microsoft.com/office/drawing/2014/main" xmlns="" id="{3A678948-49CF-5E32-EB60-CEBAF085DBFA}"/>
              </a:ext>
            </a:extLst>
          </p:cNvPr>
          <p:cNvSpPr>
            <a:spLocks noChangeArrowheads="1"/>
          </p:cNvSpPr>
          <p:nvPr/>
        </p:nvSpPr>
        <p:spPr bwMode="auto">
          <a:xfrm>
            <a:off x="3044031" y="2506029"/>
            <a:ext cx="6103938" cy="9112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fr-FR" sz="1600">
                <a:ea typeface="ＭＳ Ｐゴシック" panose="020B0600070205080204" pitchFamily="34" charset="-128"/>
              </a:rPr>
              <a:t>Database Wins</a:t>
            </a:r>
          </a:p>
        </p:txBody>
      </p:sp>
      <p:sp>
        <p:nvSpPr>
          <p:cNvPr id="19462" name="AutoShape 3">
            <a:extLst>
              <a:ext uri="{FF2B5EF4-FFF2-40B4-BE49-F238E27FC236}">
                <a16:creationId xmlns:a16="http://schemas.microsoft.com/office/drawing/2014/main" xmlns="" id="{8D64CAD4-728A-ADBD-C6FE-0ABF77B5D021}"/>
              </a:ext>
            </a:extLst>
          </p:cNvPr>
          <p:cNvSpPr>
            <a:spLocks noChangeArrowheads="1"/>
          </p:cNvSpPr>
          <p:nvPr/>
        </p:nvSpPr>
        <p:spPr bwMode="auto">
          <a:xfrm>
            <a:off x="3837781" y="2887028"/>
            <a:ext cx="5130800" cy="106045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600">
                <a:latin typeface="Lucida Sans Typewriter" panose="020B0509030504030204" pitchFamily="49" charset="0"/>
              </a:rPr>
              <a:t>…</a:t>
            </a:r>
          </a:p>
          <a:p>
            <a:pPr eaLnBrk="1" hangingPunct="1">
              <a:lnSpc>
                <a:spcPct val="100000"/>
              </a:lnSpc>
              <a:spcBef>
                <a:spcPct val="0"/>
              </a:spcBef>
              <a:buClrTx/>
              <a:buSzTx/>
              <a:buFontTx/>
              <a:buNone/>
            </a:pPr>
            <a:r>
              <a:rPr lang="en-US" altLang="fr-FR" sz="1600">
                <a:latin typeface="Lucida Sans Typewriter" panose="020B0509030504030204" pitchFamily="49" charset="0"/>
              </a:rPr>
              <a:t>catch(DbUpdateConcurrencyException ex){</a:t>
            </a:r>
          </a:p>
          <a:p>
            <a:pPr eaLnBrk="1" hangingPunct="1">
              <a:lnSpc>
                <a:spcPct val="100000"/>
              </a:lnSpc>
              <a:spcBef>
                <a:spcPct val="0"/>
              </a:spcBef>
              <a:buClrTx/>
              <a:buSzTx/>
              <a:buFontTx/>
              <a:buNone/>
            </a:pPr>
            <a:r>
              <a:rPr lang="en-US" altLang="fr-FR" sz="1600">
                <a:latin typeface="Lucida Sans Typewriter" panose="020B0509030504030204" pitchFamily="49" charset="0"/>
              </a:rPr>
              <a:t>     ex.Entries.Single().Reload();</a:t>
            </a:r>
          </a:p>
          <a:p>
            <a:pPr eaLnBrk="1" hangingPunct="1">
              <a:lnSpc>
                <a:spcPct val="100000"/>
              </a:lnSpc>
              <a:spcBef>
                <a:spcPct val="0"/>
              </a:spcBef>
              <a:buClrTx/>
              <a:buSzTx/>
              <a:buFontTx/>
              <a:buNone/>
            </a:pPr>
            <a:r>
              <a:rPr lang="en-US" altLang="fr-FR" sz="1600">
                <a:latin typeface="Lucida Sans Typewriter" panose="020B0509030504030204" pitchFamily="49" charset="0"/>
              </a:rPr>
              <a:t>}</a:t>
            </a:r>
            <a:endParaRPr lang="en-GB" altLang="fr-FR" sz="1600">
              <a:latin typeface="Lucida Sans Typewriter" panose="020B0509030504030204" pitchFamily="49" charset="0"/>
            </a:endParaRPr>
          </a:p>
        </p:txBody>
      </p:sp>
      <p:sp>
        <p:nvSpPr>
          <p:cNvPr id="19463" name="AutoShape 9">
            <a:extLst>
              <a:ext uri="{FF2B5EF4-FFF2-40B4-BE49-F238E27FC236}">
                <a16:creationId xmlns:a16="http://schemas.microsoft.com/office/drawing/2014/main" xmlns="" id="{71CCADB2-C132-A9F4-6FAC-71D606212732}"/>
              </a:ext>
            </a:extLst>
          </p:cNvPr>
          <p:cNvSpPr>
            <a:spLocks noChangeArrowheads="1"/>
          </p:cNvSpPr>
          <p:nvPr/>
        </p:nvSpPr>
        <p:spPr bwMode="auto">
          <a:xfrm>
            <a:off x="3044031" y="5977890"/>
            <a:ext cx="6103938" cy="52228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fr-FR" sz="1600">
                <a:ea typeface="ＭＳ Ｐゴシック" panose="020B0600070205080204" pitchFamily="34" charset="-128"/>
              </a:rPr>
              <a:t>Personnalisée</a:t>
            </a:r>
          </a:p>
        </p:txBody>
      </p:sp>
      <p:sp>
        <p:nvSpPr>
          <p:cNvPr id="19464" name="AutoShape 9">
            <a:extLst>
              <a:ext uri="{FF2B5EF4-FFF2-40B4-BE49-F238E27FC236}">
                <a16:creationId xmlns:a16="http://schemas.microsoft.com/office/drawing/2014/main" xmlns="" id="{AD29CA26-15AE-6F91-A9F3-F53C47C52337}"/>
              </a:ext>
            </a:extLst>
          </p:cNvPr>
          <p:cNvSpPr>
            <a:spLocks noChangeArrowheads="1"/>
          </p:cNvSpPr>
          <p:nvPr/>
        </p:nvSpPr>
        <p:spPr bwMode="auto">
          <a:xfrm>
            <a:off x="3044031" y="4033203"/>
            <a:ext cx="6103938" cy="9128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fr-FR" sz="1600">
                <a:ea typeface="ＭＳ Ｐゴシック" panose="020B0600070205080204" pitchFamily="34" charset="-128"/>
              </a:rPr>
              <a:t>Client Wins</a:t>
            </a:r>
          </a:p>
        </p:txBody>
      </p:sp>
      <p:sp>
        <p:nvSpPr>
          <p:cNvPr id="19465" name="AutoShape 3">
            <a:extLst>
              <a:ext uri="{FF2B5EF4-FFF2-40B4-BE49-F238E27FC236}">
                <a16:creationId xmlns:a16="http://schemas.microsoft.com/office/drawing/2014/main" xmlns="" id="{A6A93EE4-FB9A-CC5A-A2EC-F11F5E9BD1A9}"/>
              </a:ext>
            </a:extLst>
          </p:cNvPr>
          <p:cNvSpPr>
            <a:spLocks noChangeArrowheads="1"/>
          </p:cNvSpPr>
          <p:nvPr/>
        </p:nvSpPr>
        <p:spPr bwMode="auto">
          <a:xfrm>
            <a:off x="3837781" y="4415790"/>
            <a:ext cx="5130800" cy="147478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600">
                <a:latin typeface="Lucida Sans Typewriter" panose="020B0509030504030204" pitchFamily="49" charset="0"/>
              </a:rPr>
              <a:t>…</a:t>
            </a:r>
          </a:p>
          <a:p>
            <a:pPr eaLnBrk="1" hangingPunct="1">
              <a:lnSpc>
                <a:spcPct val="100000"/>
              </a:lnSpc>
              <a:spcBef>
                <a:spcPct val="0"/>
              </a:spcBef>
              <a:buClrTx/>
              <a:buSzTx/>
              <a:buFontTx/>
              <a:buNone/>
            </a:pPr>
            <a:r>
              <a:rPr lang="en-US" altLang="fr-FR" sz="1600">
                <a:latin typeface="Lucida Sans Typewriter" panose="020B0509030504030204" pitchFamily="49" charset="0"/>
              </a:rPr>
              <a:t>catch(DbUpdateConcurrencyException ex){</a:t>
            </a:r>
          </a:p>
          <a:p>
            <a:pPr eaLnBrk="1" hangingPunct="1">
              <a:lnSpc>
                <a:spcPct val="100000"/>
              </a:lnSpc>
              <a:spcBef>
                <a:spcPct val="0"/>
              </a:spcBef>
              <a:buClrTx/>
              <a:buSzTx/>
              <a:buFontTx/>
              <a:buNone/>
            </a:pPr>
            <a:r>
              <a:rPr lang="en-US" altLang="fr-FR" sz="1600">
                <a:latin typeface="Lucida Sans Typewriter" panose="020B0509030504030204" pitchFamily="49" charset="0"/>
              </a:rPr>
              <a:t>     var entry=ex.Entries.Single();</a:t>
            </a:r>
          </a:p>
          <a:p>
            <a:pPr eaLnBrk="1" hangingPunct="1">
              <a:lnSpc>
                <a:spcPct val="100000"/>
              </a:lnSpc>
              <a:spcBef>
                <a:spcPct val="0"/>
              </a:spcBef>
              <a:buClrTx/>
              <a:buSzTx/>
              <a:buFontTx/>
              <a:buNone/>
            </a:pPr>
            <a:r>
              <a:rPr lang="en-US" altLang="fr-FR" sz="1600">
                <a:latin typeface="Lucida Sans Typewriter" panose="020B0509030504030204" pitchFamily="49" charset="0"/>
              </a:rPr>
              <a:t>     entry.OriginalValues.SetValues(</a:t>
            </a:r>
          </a:p>
          <a:p>
            <a:pPr eaLnBrk="1" hangingPunct="1">
              <a:lnSpc>
                <a:spcPct val="100000"/>
              </a:lnSpc>
              <a:spcBef>
                <a:spcPct val="0"/>
              </a:spcBef>
              <a:buClrTx/>
              <a:buSzTx/>
              <a:buFontTx/>
              <a:buNone/>
            </a:pPr>
            <a:r>
              <a:rPr lang="en-US" altLang="fr-FR" sz="1600">
                <a:latin typeface="Lucida Sans Typewriter" panose="020B0509030504030204" pitchFamily="49" charset="0"/>
              </a:rPr>
              <a:t>        entry.GetDatabaseValues());</a:t>
            </a:r>
          </a:p>
          <a:p>
            <a:pPr eaLnBrk="1" hangingPunct="1">
              <a:lnSpc>
                <a:spcPct val="100000"/>
              </a:lnSpc>
              <a:spcBef>
                <a:spcPct val="0"/>
              </a:spcBef>
              <a:buClrTx/>
              <a:buSzTx/>
              <a:buFontTx/>
              <a:buNone/>
            </a:pPr>
            <a:r>
              <a:rPr lang="en-US" altLang="fr-FR" sz="1600">
                <a:latin typeface="Lucida Sans Typewriter" panose="020B0509030504030204" pitchFamily="49" charset="0"/>
              </a:rPr>
              <a:t>}</a:t>
            </a:r>
            <a:endParaRPr lang="en-GB" altLang="fr-FR" sz="1600">
              <a:latin typeface="Lucida Sans Typewriter" panose="020B0509030504030204" pitchFamily="49"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re 1">
            <a:extLst>
              <a:ext uri="{FF2B5EF4-FFF2-40B4-BE49-F238E27FC236}">
                <a16:creationId xmlns:a16="http://schemas.microsoft.com/office/drawing/2014/main" xmlns="" id="{85AF6896-7DEA-A6D7-825E-46C4DFABB188}"/>
              </a:ext>
            </a:extLst>
          </p:cNvPr>
          <p:cNvSpPr>
            <a:spLocks noGrp="1"/>
          </p:cNvSpPr>
          <p:nvPr>
            <p:ph type="title"/>
          </p:nvPr>
        </p:nvSpPr>
        <p:spPr/>
        <p:txBody>
          <a:bodyPr/>
          <a:lstStyle/>
          <a:p>
            <a:r>
              <a:rPr lang="fr-FR" altLang="fr-FR"/>
              <a:t>Transactions</a:t>
            </a:r>
          </a:p>
        </p:txBody>
      </p:sp>
      <p:sp>
        <p:nvSpPr>
          <p:cNvPr id="20483" name="AutoShape 5">
            <a:extLst>
              <a:ext uri="{FF2B5EF4-FFF2-40B4-BE49-F238E27FC236}">
                <a16:creationId xmlns:a16="http://schemas.microsoft.com/office/drawing/2014/main" xmlns="" id="{C703756E-09FD-52FD-2116-99942EFA8180}"/>
              </a:ext>
            </a:extLst>
          </p:cNvPr>
          <p:cNvSpPr>
            <a:spLocks noChangeArrowheads="1"/>
          </p:cNvSpPr>
          <p:nvPr/>
        </p:nvSpPr>
        <p:spPr bwMode="auto">
          <a:xfrm>
            <a:off x="2724087" y="1503193"/>
            <a:ext cx="6570662" cy="513397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2400"/>
          </a:p>
          <a:p>
            <a:pPr eaLnBrk="1" hangingPunct="1">
              <a:spcBef>
                <a:spcPct val="40000"/>
              </a:spcBef>
              <a:buClrTx/>
              <a:buSzTx/>
              <a:buFontTx/>
              <a:buNone/>
            </a:pPr>
            <a:endParaRPr lang="fr-FR" altLang="fr-FR"/>
          </a:p>
        </p:txBody>
      </p:sp>
      <p:sp>
        <p:nvSpPr>
          <p:cNvPr id="20484" name="AutoShape 9">
            <a:extLst>
              <a:ext uri="{FF2B5EF4-FFF2-40B4-BE49-F238E27FC236}">
                <a16:creationId xmlns:a16="http://schemas.microsoft.com/office/drawing/2014/main" xmlns="" id="{EFFBA181-3CC8-28E5-C5BE-7C75B7E5BFF9}"/>
              </a:ext>
            </a:extLst>
          </p:cNvPr>
          <p:cNvSpPr>
            <a:spLocks noChangeArrowheads="1"/>
          </p:cNvSpPr>
          <p:nvPr/>
        </p:nvSpPr>
        <p:spPr bwMode="auto">
          <a:xfrm>
            <a:off x="2043049" y="1239668"/>
            <a:ext cx="6103938" cy="911225"/>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fr-FR" sz="1600">
                <a:ea typeface="ＭＳ Ｐゴシック" panose="020B0600070205080204" pitchFamily="34" charset="-128"/>
              </a:rPr>
              <a:t>TransactionScope (EF &lt; 6)</a:t>
            </a:r>
          </a:p>
        </p:txBody>
      </p:sp>
      <p:sp>
        <p:nvSpPr>
          <p:cNvPr id="20485" name="AutoShape 3">
            <a:extLst>
              <a:ext uri="{FF2B5EF4-FFF2-40B4-BE49-F238E27FC236}">
                <a16:creationId xmlns:a16="http://schemas.microsoft.com/office/drawing/2014/main" xmlns="" id="{62C779B9-74A9-53D0-9D7B-BCCE81D3882C}"/>
              </a:ext>
            </a:extLst>
          </p:cNvPr>
          <p:cNvSpPr>
            <a:spLocks noChangeArrowheads="1"/>
          </p:cNvSpPr>
          <p:nvPr/>
        </p:nvSpPr>
        <p:spPr bwMode="auto">
          <a:xfrm>
            <a:off x="2619312" y="1695279"/>
            <a:ext cx="7448550" cy="194945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600">
                <a:latin typeface="Lucida Sans Typewriter" panose="020B0509030504030204" pitchFamily="49" charset="0"/>
              </a:rPr>
              <a:t>try{</a:t>
            </a:r>
          </a:p>
          <a:p>
            <a:pPr eaLnBrk="1" hangingPunct="1">
              <a:lnSpc>
                <a:spcPct val="100000"/>
              </a:lnSpc>
              <a:spcBef>
                <a:spcPct val="0"/>
              </a:spcBef>
              <a:buClrTx/>
              <a:buSzTx/>
              <a:buFontTx/>
              <a:buNone/>
            </a:pPr>
            <a:r>
              <a:rPr lang="en-US" altLang="fr-FR" sz="1600">
                <a:latin typeface="Lucida Sans Typewriter" panose="020B0509030504030204" pitchFamily="49" charset="0"/>
              </a:rPr>
              <a:t>   using(TranscationScope ts = new TransactionScope()){</a:t>
            </a:r>
          </a:p>
          <a:p>
            <a:pPr eaLnBrk="1" hangingPunct="1">
              <a:lnSpc>
                <a:spcPct val="100000"/>
              </a:lnSpc>
              <a:spcBef>
                <a:spcPct val="0"/>
              </a:spcBef>
              <a:buClrTx/>
              <a:buSzTx/>
              <a:buFontTx/>
              <a:buNone/>
            </a:pPr>
            <a:r>
              <a:rPr lang="en-US" altLang="fr-FR" sz="1600">
                <a:latin typeface="Lucida Sans Typewriter" panose="020B0509030504030204" pitchFamily="49" charset="0"/>
              </a:rPr>
              <a:t>		…</a:t>
            </a:r>
          </a:p>
          <a:p>
            <a:pPr eaLnBrk="1" hangingPunct="1">
              <a:lnSpc>
                <a:spcPct val="100000"/>
              </a:lnSpc>
              <a:spcBef>
                <a:spcPct val="0"/>
              </a:spcBef>
              <a:buClrTx/>
              <a:buSzTx/>
              <a:buFontTx/>
              <a:buNone/>
            </a:pPr>
            <a:r>
              <a:rPr lang="en-US" altLang="fr-FR" sz="1600">
                <a:latin typeface="Lucida Sans Typewriter" panose="020B0509030504030204" pitchFamily="49" charset="0"/>
              </a:rPr>
              <a:t>		ts.Complete()</a:t>
            </a:r>
          </a:p>
          <a:p>
            <a:pPr eaLnBrk="1" hangingPunct="1">
              <a:lnSpc>
                <a:spcPct val="100000"/>
              </a:lnSpc>
              <a:spcBef>
                <a:spcPct val="0"/>
              </a:spcBef>
              <a:buClrTx/>
              <a:buSzTx/>
              <a:buFontTx/>
              <a:buNone/>
            </a:pPr>
            <a:r>
              <a:rPr lang="en-US" altLang="fr-FR" sz="1600">
                <a:latin typeface="Lucida Sans Typewriter" panose="020B0509030504030204" pitchFamily="49" charset="0"/>
              </a:rPr>
              <a:t>	}</a:t>
            </a:r>
          </a:p>
          <a:p>
            <a:pPr eaLnBrk="1" hangingPunct="1">
              <a:lnSpc>
                <a:spcPct val="100000"/>
              </a:lnSpc>
              <a:spcBef>
                <a:spcPct val="0"/>
              </a:spcBef>
              <a:buClrTx/>
              <a:buSzTx/>
              <a:buFontTx/>
              <a:buNone/>
            </a:pPr>
            <a:r>
              <a:rPr lang="en-US" altLang="fr-FR" sz="1600">
                <a:latin typeface="Lucida Sans Typewriter" panose="020B0509030504030204" pitchFamily="49" charset="0"/>
              </a:rPr>
              <a:t>}</a:t>
            </a:r>
          </a:p>
          <a:p>
            <a:pPr eaLnBrk="1" hangingPunct="1">
              <a:lnSpc>
                <a:spcPct val="100000"/>
              </a:lnSpc>
              <a:spcBef>
                <a:spcPct val="0"/>
              </a:spcBef>
              <a:buClrTx/>
              <a:buSzTx/>
              <a:buFontTx/>
              <a:buNone/>
            </a:pPr>
            <a:r>
              <a:rPr lang="en-US" altLang="fr-FR" sz="1600">
                <a:latin typeface="Lucida Sans Typewriter" panose="020B0509030504030204" pitchFamily="49" charset="0"/>
              </a:rPr>
              <a:t>catch{	…  }</a:t>
            </a:r>
            <a:endParaRPr lang="en-GB" altLang="fr-FR" sz="1600">
              <a:latin typeface="Lucida Sans Typewriter" panose="020B0509030504030204" pitchFamily="49" charset="0"/>
            </a:endParaRPr>
          </a:p>
        </p:txBody>
      </p:sp>
      <p:sp>
        <p:nvSpPr>
          <p:cNvPr id="20486" name="AutoShape 9">
            <a:extLst>
              <a:ext uri="{FF2B5EF4-FFF2-40B4-BE49-F238E27FC236}">
                <a16:creationId xmlns:a16="http://schemas.microsoft.com/office/drawing/2014/main" xmlns="" id="{764F8E0E-305B-B8C6-C018-48F6C3F4DF8A}"/>
              </a:ext>
            </a:extLst>
          </p:cNvPr>
          <p:cNvSpPr>
            <a:spLocks noChangeArrowheads="1"/>
          </p:cNvSpPr>
          <p:nvPr/>
        </p:nvSpPr>
        <p:spPr bwMode="auto">
          <a:xfrm>
            <a:off x="2043049" y="3697117"/>
            <a:ext cx="6103938" cy="4556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fr-FR" sz="1600">
                <a:ea typeface="ＭＳ Ｐゴシック" panose="020B0600070205080204" pitchFamily="34" charset="-128"/>
              </a:rPr>
              <a:t>EF 6: Automatique pour un SaveChanges</a:t>
            </a:r>
          </a:p>
        </p:txBody>
      </p:sp>
      <p:sp>
        <p:nvSpPr>
          <p:cNvPr id="20487" name="AutoShape 9">
            <a:extLst>
              <a:ext uri="{FF2B5EF4-FFF2-40B4-BE49-F238E27FC236}">
                <a16:creationId xmlns:a16="http://schemas.microsoft.com/office/drawing/2014/main" xmlns="" id="{DBB9E341-375F-946A-09B6-4B41983BFED2}"/>
              </a:ext>
            </a:extLst>
          </p:cNvPr>
          <p:cNvSpPr>
            <a:spLocks noChangeArrowheads="1"/>
          </p:cNvSpPr>
          <p:nvPr/>
        </p:nvSpPr>
        <p:spPr bwMode="auto">
          <a:xfrm>
            <a:off x="3963924" y="4227343"/>
            <a:ext cx="6103938" cy="73818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25425" indent="-2254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Pct val="80000"/>
              <a:buFontTx/>
              <a:buNone/>
            </a:pPr>
            <a:r>
              <a:rPr lang="en-US" altLang="fr-FR" sz="1600">
                <a:ea typeface="ＭＳ Ｐゴシック" panose="020B0600070205080204" pitchFamily="34" charset="-128"/>
              </a:rPr>
              <a:t>Si plusieurs SaveChanges liés: 					DbContextTransaction</a:t>
            </a:r>
          </a:p>
        </p:txBody>
      </p:sp>
      <p:sp>
        <p:nvSpPr>
          <p:cNvPr id="20488" name="AutoShape 3">
            <a:extLst>
              <a:ext uri="{FF2B5EF4-FFF2-40B4-BE49-F238E27FC236}">
                <a16:creationId xmlns:a16="http://schemas.microsoft.com/office/drawing/2014/main" xmlns="" id="{7D56384B-8ACF-D953-F5C9-1CE9646FD2CE}"/>
              </a:ext>
            </a:extLst>
          </p:cNvPr>
          <p:cNvSpPr>
            <a:spLocks noChangeArrowheads="1"/>
          </p:cNvSpPr>
          <p:nvPr/>
        </p:nvSpPr>
        <p:spPr bwMode="auto">
          <a:xfrm>
            <a:off x="2887599" y="4822654"/>
            <a:ext cx="6292850" cy="17145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600">
                <a:latin typeface="Lucida Sans Typewriter" panose="020B0509030504030204" pitchFamily="49" charset="0"/>
              </a:rPr>
              <a:t>using (var trn = db.Database.BeginTransaction()) </a:t>
            </a:r>
          </a:p>
          <a:p>
            <a:pPr eaLnBrk="1" hangingPunct="1">
              <a:lnSpc>
                <a:spcPct val="100000"/>
              </a:lnSpc>
              <a:spcBef>
                <a:spcPct val="0"/>
              </a:spcBef>
              <a:buClrTx/>
              <a:buSzTx/>
              <a:buFontTx/>
              <a:buNone/>
            </a:pPr>
            <a:r>
              <a:rPr lang="en-US" altLang="fr-FR" sz="1600">
                <a:latin typeface="Lucida Sans Typewriter" panose="020B0509030504030204" pitchFamily="49" charset="0"/>
              </a:rPr>
              <a:t>    { </a:t>
            </a:r>
          </a:p>
          <a:p>
            <a:pPr eaLnBrk="1" hangingPunct="1">
              <a:lnSpc>
                <a:spcPct val="100000"/>
              </a:lnSpc>
              <a:spcBef>
                <a:spcPct val="0"/>
              </a:spcBef>
              <a:buClrTx/>
              <a:buSzTx/>
              <a:buFontTx/>
              <a:buNone/>
            </a:pPr>
            <a:r>
              <a:rPr lang="en-US" altLang="fr-FR" sz="1600">
                <a:latin typeface="Lucida Sans Typewriter" panose="020B0509030504030204" pitchFamily="49" charset="0"/>
              </a:rPr>
              <a:t>        …</a:t>
            </a:r>
          </a:p>
          <a:p>
            <a:pPr eaLnBrk="1" hangingPunct="1">
              <a:lnSpc>
                <a:spcPct val="100000"/>
              </a:lnSpc>
              <a:spcBef>
                <a:spcPct val="0"/>
              </a:spcBef>
              <a:buClrTx/>
              <a:buSzTx/>
              <a:buFontTx/>
              <a:buNone/>
            </a:pPr>
            <a:r>
              <a:rPr lang="en-US" altLang="fr-FR" sz="1600">
                <a:latin typeface="Lucida Sans Typewriter" panose="020B0509030504030204" pitchFamily="49" charset="0"/>
              </a:rPr>
              <a:t>	trn.Commit(); // trn.RollBack()</a:t>
            </a:r>
          </a:p>
          <a:p>
            <a:pPr eaLnBrk="1" hangingPunct="1">
              <a:lnSpc>
                <a:spcPct val="100000"/>
              </a:lnSpc>
              <a:spcBef>
                <a:spcPct val="0"/>
              </a:spcBef>
              <a:buClrTx/>
              <a:buSzTx/>
              <a:buFontTx/>
              <a:buNone/>
            </a:pPr>
            <a:r>
              <a:rPr lang="en-US" altLang="fr-FR" sz="1600">
                <a:latin typeface="Lucida Sans Typewriter" panose="020B0509030504030204" pitchFamily="49" charset="0"/>
              </a:rPr>
              <a:t>    } </a:t>
            </a:r>
          </a:p>
        </p:txBody>
      </p:sp>
      <p:sp>
        <p:nvSpPr>
          <p:cNvPr id="12" name="AutoShape 6">
            <a:extLst>
              <a:ext uri="{FF2B5EF4-FFF2-40B4-BE49-F238E27FC236}">
                <a16:creationId xmlns:a16="http://schemas.microsoft.com/office/drawing/2014/main" xmlns="" id="{4DD79FD0-D791-D6E9-A52F-5E9FB5835422}"/>
              </a:ext>
            </a:extLst>
          </p:cNvPr>
          <p:cNvSpPr>
            <a:spLocks noChangeArrowheads="1"/>
          </p:cNvSpPr>
          <p:nvPr/>
        </p:nvSpPr>
        <p:spPr bwMode="auto">
          <a:xfrm>
            <a:off x="7164324" y="3027193"/>
            <a:ext cx="3049588" cy="123983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lIns="936000"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r>
              <a:rPr lang="fr-FR" altLang="fr-FR" sz="1800">
                <a:latin typeface="Arial" panose="020B0604020202020204" pitchFamily="34" charset="0"/>
              </a:rPr>
              <a:t>Transaction et EF </a:t>
            </a:r>
          </a:p>
          <a:p>
            <a:pPr algn="ctr" eaLnBrk="1" hangingPunct="1">
              <a:spcBef>
                <a:spcPct val="40000"/>
              </a:spcBef>
              <a:buClrTx/>
              <a:buSzTx/>
              <a:buFontTx/>
              <a:buNone/>
            </a:pPr>
            <a:r>
              <a:rPr lang="fr-FR" altLang="fr-FR" sz="1800">
                <a:latin typeface="Arial" panose="020B0604020202020204" pitchFamily="34" charset="0"/>
              </a:rPr>
              <a:t>=</a:t>
            </a:r>
          </a:p>
          <a:p>
            <a:pPr algn="ctr" eaLnBrk="1" hangingPunct="1">
              <a:spcBef>
                <a:spcPct val="40000"/>
              </a:spcBef>
              <a:buClrTx/>
              <a:buSzTx/>
              <a:buFontTx/>
              <a:buNone/>
            </a:pPr>
            <a:r>
              <a:rPr lang="fr-FR" altLang="fr-FR" sz="1800">
                <a:latin typeface="Arial" panose="020B0604020202020204" pitchFamily="34" charset="0"/>
              </a:rPr>
              <a:t> Risque de blocage</a:t>
            </a:r>
          </a:p>
        </p:txBody>
      </p:sp>
      <p:pic>
        <p:nvPicPr>
          <p:cNvPr id="13" name="Picture 3" descr="C:\temp\MSL_PNG_Object_Library\Event.png">
            <a:extLst>
              <a:ext uri="{FF2B5EF4-FFF2-40B4-BE49-F238E27FC236}">
                <a16:creationId xmlns:a16="http://schemas.microsoft.com/office/drawing/2014/main" xmlns="" id="{3506F51C-5CD4-B0E1-9843-13125029EC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65887" y="2846217"/>
            <a:ext cx="1116012"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xit"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3"/>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5">
            <a:extLst>
              <a:ext uri="{FF2B5EF4-FFF2-40B4-BE49-F238E27FC236}">
                <a16:creationId xmlns:a16="http://schemas.microsoft.com/office/drawing/2014/main" xmlns="" id="{D2253DDB-AEF9-9B6B-1994-3637F45B1904}"/>
              </a:ext>
            </a:extLst>
          </p:cNvPr>
          <p:cNvSpPr txBox="1">
            <a:spLocks noChangeArrowheads="1"/>
          </p:cNvSpPr>
          <p:nvPr/>
        </p:nvSpPr>
        <p:spPr bwMode="auto">
          <a:xfrm>
            <a:off x="4365268" y="917973"/>
            <a:ext cx="7751762" cy="4386262"/>
          </a:xfrm>
          <a:prstGeom prst="rect">
            <a:avLst/>
          </a:prstGeom>
          <a:noFill/>
          <a:ln w="9525">
            <a:noFill/>
            <a:miter lim="800000"/>
            <a:headEnd/>
            <a:tailEnd/>
          </a:ln>
        </p:spPr>
        <p:txBody>
          <a:bodyPr lIns="0" tIns="0" rIns="0" bIns="0"/>
          <a:lstStyle/>
          <a:p>
            <a:pPr marL="174625" indent="-174625">
              <a:lnSpc>
                <a:spcPct val="90000"/>
              </a:lnSpc>
              <a:spcBef>
                <a:spcPct val="70000"/>
              </a:spcBef>
              <a:buClr>
                <a:schemeClr val="hlink"/>
              </a:buClr>
              <a:buSzPct val="90000"/>
              <a:buFontTx/>
              <a:buChar char="•"/>
              <a:defRPr/>
            </a:pPr>
            <a:r>
              <a:rPr lang="fr-FR" sz="2000" kern="0" dirty="0"/>
              <a:t>Exercice 1: </a:t>
            </a:r>
            <a:r>
              <a:rPr lang="fr-FR" sz="2000" dirty="0">
                <a:cs typeface="Arial" charset="0"/>
              </a:rPr>
              <a:t>Modification et ajout d’entité</a:t>
            </a:r>
            <a:endParaRPr lang="fr-FR" sz="2000" kern="0" dirty="0"/>
          </a:p>
          <a:p>
            <a:pPr marL="174625" indent="-174625">
              <a:lnSpc>
                <a:spcPct val="90000"/>
              </a:lnSpc>
              <a:spcBef>
                <a:spcPct val="70000"/>
              </a:spcBef>
              <a:buClr>
                <a:schemeClr val="hlink"/>
              </a:buClr>
              <a:buSzPct val="90000"/>
              <a:buFontTx/>
              <a:buChar char="•"/>
              <a:defRPr/>
            </a:pPr>
            <a:r>
              <a:rPr lang="fr-FR" sz="2000" kern="0" dirty="0"/>
              <a:t>Exercice 2: Gestion d’entité enfant</a:t>
            </a:r>
          </a:p>
          <a:p>
            <a:pPr marL="174625" indent="-174625">
              <a:lnSpc>
                <a:spcPct val="90000"/>
              </a:lnSpc>
              <a:spcBef>
                <a:spcPct val="70000"/>
              </a:spcBef>
              <a:buClr>
                <a:schemeClr val="hlink"/>
              </a:buClr>
              <a:buSzPct val="90000"/>
              <a:buFontTx/>
              <a:buChar char="•"/>
              <a:defRPr/>
            </a:pPr>
            <a:r>
              <a:rPr lang="fr-FR" sz="2000" kern="0" dirty="0"/>
              <a:t>Exercice 3: Gestion de conflit</a:t>
            </a:r>
          </a:p>
        </p:txBody>
      </p:sp>
      <p:sp>
        <p:nvSpPr>
          <p:cNvPr id="21507" name="Rectangle 64">
            <a:extLst>
              <a:ext uri="{FF2B5EF4-FFF2-40B4-BE49-F238E27FC236}">
                <a16:creationId xmlns:a16="http://schemas.microsoft.com/office/drawing/2014/main" xmlns="" id="{B6C3356B-CC97-35C6-CD42-F98301F88257}"/>
              </a:ext>
            </a:extLst>
          </p:cNvPr>
          <p:cNvSpPr>
            <a:spLocks noGrp="1" noChangeArrowheads="1"/>
          </p:cNvSpPr>
          <p:nvPr>
            <p:ph type="title"/>
          </p:nvPr>
        </p:nvSpPr>
        <p:spPr/>
        <p:txBody>
          <a:bodyPr/>
          <a:lstStyle/>
          <a:p>
            <a:pPr eaLnBrk="1" hangingPunct="1"/>
            <a:r>
              <a:rPr lang="fr-FR" altLang="fr-FR"/>
              <a:t>Atelier </a:t>
            </a:r>
          </a:p>
        </p:txBody>
      </p:sp>
      <p:sp>
        <p:nvSpPr>
          <p:cNvPr id="4" name="Espace réservé du texte 3">
            <a:extLst>
              <a:ext uri="{FF2B5EF4-FFF2-40B4-BE49-F238E27FC236}">
                <a16:creationId xmlns:a16="http://schemas.microsoft.com/office/drawing/2014/main" xmlns="" id="{6675B9A5-4F49-0265-0E40-1454134F1641}"/>
              </a:ext>
            </a:extLst>
          </p:cNvPr>
          <p:cNvSpPr>
            <a:spLocks noGrp="1"/>
          </p:cNvSpPr>
          <p:nvPr>
            <p:ph type="body" sz="quarter" idx="20"/>
          </p:nvPr>
        </p:nvSpPr>
        <p:spPr/>
        <p:txBody>
          <a:bodyPr/>
          <a:lstStyle/>
          <a:p>
            <a:endParaRPr lang="fr-FR"/>
          </a:p>
        </p:txBody>
      </p:sp>
      <p:sp>
        <p:nvSpPr>
          <p:cNvPr id="5" name="Espace réservé du texte 4">
            <a:extLst>
              <a:ext uri="{FF2B5EF4-FFF2-40B4-BE49-F238E27FC236}">
                <a16:creationId xmlns:a16="http://schemas.microsoft.com/office/drawing/2014/main" xmlns="" id="{5FF9208F-03D1-E0D4-6329-845EA7AE87D6}"/>
              </a:ext>
            </a:extLst>
          </p:cNvPr>
          <p:cNvSpPr>
            <a:spLocks noGrp="1"/>
          </p:cNvSpPr>
          <p:nvPr>
            <p:ph type="body" sz="quarter" idx="21"/>
          </p:nvPr>
        </p:nvSpPr>
        <p:spPr/>
        <p:txBody>
          <a:bodyPr/>
          <a:lstStyle/>
          <a:p>
            <a:endParaRPr lang="fr-F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xmlns="" id="{909D47BD-8051-864A-6D38-44B8450CEB33}"/>
              </a:ext>
            </a:extLst>
          </p:cNvPr>
          <p:cNvSpPr>
            <a:spLocks/>
          </p:cNvSpPr>
          <p:nvPr/>
        </p:nvSpPr>
        <p:spPr bwMode="auto">
          <a:xfrm>
            <a:off x="2165542" y="2557462"/>
            <a:ext cx="4097337"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lnSpc>
                <a:spcPct val="95000"/>
              </a:lnSpc>
              <a:spcBef>
                <a:spcPct val="60000"/>
              </a:spcBef>
              <a:buClr>
                <a:srgbClr val="006699"/>
              </a:buClr>
              <a:buFontTx/>
              <a:buNone/>
            </a:pPr>
            <a:r>
              <a:rPr lang="en-GB" altLang="fr-FR" sz="2600" b="1" dirty="0" err="1">
                <a:solidFill>
                  <a:schemeClr val="bg1"/>
                </a:solidFill>
                <a:latin typeface="+mj-lt"/>
              </a:rPr>
              <a:t>Chapitre</a:t>
            </a:r>
            <a:r>
              <a:rPr lang="en-GB" altLang="fr-FR" sz="2600" b="1" dirty="0">
                <a:solidFill>
                  <a:schemeClr val="bg1"/>
                </a:solidFill>
                <a:latin typeface="+mj-lt"/>
              </a:rPr>
              <a:t> 6</a:t>
            </a:r>
          </a:p>
          <a:p>
            <a:pPr algn="ctr" eaLnBrk="1" hangingPunct="1">
              <a:lnSpc>
                <a:spcPct val="95000"/>
              </a:lnSpc>
              <a:spcBef>
                <a:spcPct val="60000"/>
              </a:spcBef>
              <a:buClr>
                <a:srgbClr val="006699"/>
              </a:buClr>
              <a:buFontTx/>
              <a:buNone/>
            </a:pPr>
            <a:r>
              <a:rPr lang="en-GB" altLang="fr-FR" sz="2600" b="1" dirty="0">
                <a:solidFill>
                  <a:schemeClr val="bg1"/>
                </a:solidFill>
                <a:latin typeface="+mj-lt"/>
              </a:rPr>
              <a:t>Architectures </a:t>
            </a:r>
            <a:r>
              <a:rPr lang="en-GB" altLang="fr-FR" sz="2600" b="1" dirty="0" err="1">
                <a:solidFill>
                  <a:schemeClr val="bg1"/>
                </a:solidFill>
                <a:latin typeface="+mj-lt"/>
              </a:rPr>
              <a:t>Orientées</a:t>
            </a:r>
            <a:r>
              <a:rPr lang="en-GB" altLang="fr-FR" sz="2600" b="1" dirty="0">
                <a:solidFill>
                  <a:schemeClr val="bg1"/>
                </a:solidFill>
                <a:latin typeface="+mj-lt"/>
              </a:rPr>
              <a:t> Service</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xmlns="" id="{5BCD0AD2-46A9-94A2-83D8-070BE6A32055}"/>
              </a:ext>
            </a:extLst>
          </p:cNvPr>
          <p:cNvSpPr>
            <a:spLocks noGrp="1" noChangeArrowheads="1"/>
          </p:cNvSpPr>
          <p:nvPr>
            <p:ph type="body" sz="quarter" idx="12"/>
          </p:nvPr>
        </p:nvSpPr>
        <p:spPr/>
        <p:txBody>
          <a:bodyPr/>
          <a:lstStyle/>
          <a:p>
            <a:pPr eaLnBrk="1" hangingPunct="1"/>
            <a:r>
              <a:rPr lang="fr-FR" altLang="fr-FR"/>
              <a:t>Les différents types de service</a:t>
            </a:r>
          </a:p>
          <a:p>
            <a:pPr eaLnBrk="1" hangingPunct="1"/>
            <a:r>
              <a:rPr lang="fr-FR" altLang="fr-FR"/>
              <a:t>Les services WCF</a:t>
            </a:r>
          </a:p>
          <a:p>
            <a:pPr eaLnBrk="1" hangingPunct="1"/>
            <a:r>
              <a:rPr lang="fr-FR" altLang="fr-FR"/>
              <a:t>Les services Cloud</a:t>
            </a:r>
          </a:p>
        </p:txBody>
      </p:sp>
      <p:sp>
        <p:nvSpPr>
          <p:cNvPr id="6146" name="Rectangle 2">
            <a:extLst>
              <a:ext uri="{FF2B5EF4-FFF2-40B4-BE49-F238E27FC236}">
                <a16:creationId xmlns:a16="http://schemas.microsoft.com/office/drawing/2014/main" xmlns="" id="{2CE7C1D1-731D-FE6E-4EB7-57A7D688D418}"/>
              </a:ext>
            </a:extLst>
          </p:cNvPr>
          <p:cNvSpPr>
            <a:spLocks noGrp="1" noChangeArrowheads="1"/>
          </p:cNvSpPr>
          <p:nvPr>
            <p:ph type="title"/>
          </p:nvPr>
        </p:nvSpPr>
        <p:spPr/>
        <p:txBody>
          <a:bodyPr/>
          <a:lstStyle/>
          <a:p>
            <a:pPr eaLnBrk="1" hangingPunct="1"/>
            <a:r>
              <a:rPr lang="fr-FR" altLang="fr-FR"/>
              <a:t>Vue d’ensemble</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xmlns="" id="{ECE57C97-94A9-A7E0-5112-E5AC4C4A92A5}"/>
              </a:ext>
            </a:extLst>
          </p:cNvPr>
          <p:cNvSpPr>
            <a:spLocks noGrp="1" noChangeArrowheads="1"/>
          </p:cNvSpPr>
          <p:nvPr>
            <p:ph type="body" sz="quarter" idx="12"/>
          </p:nvPr>
        </p:nvSpPr>
        <p:spPr/>
        <p:txBody>
          <a:bodyPr/>
          <a:lstStyle/>
          <a:p>
            <a:pPr eaLnBrk="1" hangingPunct="1"/>
            <a:r>
              <a:rPr lang="fr-FR" altLang="fr-FR"/>
              <a:t>Architecture de service</a:t>
            </a:r>
          </a:p>
          <a:p>
            <a:pPr eaLnBrk="1" hangingPunct="1"/>
            <a:r>
              <a:rPr lang="fr-FR" altLang="fr-FR"/>
              <a:t>Hébergement</a:t>
            </a:r>
          </a:p>
          <a:p>
            <a:pPr eaLnBrk="1" hangingPunct="1"/>
            <a:r>
              <a:rPr lang="fr-FR" altLang="fr-FR"/>
              <a:t>SOA et .NET</a:t>
            </a:r>
          </a:p>
        </p:txBody>
      </p:sp>
      <p:sp>
        <p:nvSpPr>
          <p:cNvPr id="7170" name="Rectangle 2">
            <a:extLst>
              <a:ext uri="{FF2B5EF4-FFF2-40B4-BE49-F238E27FC236}">
                <a16:creationId xmlns:a16="http://schemas.microsoft.com/office/drawing/2014/main" xmlns="" id="{BAA662D7-8888-1485-BB03-52F141BE8FF1}"/>
              </a:ext>
            </a:extLst>
          </p:cNvPr>
          <p:cNvSpPr>
            <a:spLocks noGrp="1" noChangeArrowheads="1"/>
          </p:cNvSpPr>
          <p:nvPr>
            <p:ph type="title"/>
          </p:nvPr>
        </p:nvSpPr>
        <p:spPr/>
        <p:txBody>
          <a:bodyPr/>
          <a:lstStyle/>
          <a:p>
            <a:pPr eaLnBrk="1" hangingPunct="1"/>
            <a:r>
              <a:rPr lang="fr-FR" altLang="fr-FR"/>
              <a:t>Leçon 1: Les différents types de service</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xmlns="" id="{0D90DDF9-E29F-3D76-634C-6AD44C28023C}"/>
              </a:ext>
            </a:extLst>
          </p:cNvPr>
          <p:cNvSpPr>
            <a:spLocks noGrp="1" noChangeArrowheads="1"/>
          </p:cNvSpPr>
          <p:nvPr>
            <p:ph type="title"/>
          </p:nvPr>
        </p:nvSpPr>
        <p:spPr/>
        <p:txBody>
          <a:bodyPr/>
          <a:lstStyle/>
          <a:p>
            <a:pPr eaLnBrk="1" hangingPunct="1"/>
            <a:r>
              <a:rPr lang="fr-FR" altLang="fr-FR"/>
              <a:t>Architecture de service</a:t>
            </a:r>
          </a:p>
        </p:txBody>
      </p:sp>
      <p:sp>
        <p:nvSpPr>
          <p:cNvPr id="8195" name="Rectangle à coins arrondis 1">
            <a:extLst>
              <a:ext uri="{FF2B5EF4-FFF2-40B4-BE49-F238E27FC236}">
                <a16:creationId xmlns:a16="http://schemas.microsoft.com/office/drawing/2014/main" xmlns="" id="{8D6C5F9A-E297-36AD-0835-F8A0D35B75EC}"/>
              </a:ext>
            </a:extLst>
          </p:cNvPr>
          <p:cNvSpPr>
            <a:spLocks noChangeArrowheads="1"/>
          </p:cNvSpPr>
          <p:nvPr/>
        </p:nvSpPr>
        <p:spPr bwMode="auto">
          <a:xfrm>
            <a:off x="5859464" y="1816101"/>
            <a:ext cx="4238625" cy="3743325"/>
          </a:xfrm>
          <a:prstGeom prst="roundRect">
            <a:avLst>
              <a:gd name="adj" fmla="val 16667"/>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fr-FR" altLang="fr-FR" sz="1800"/>
              <a:t>Hôte</a:t>
            </a:r>
          </a:p>
        </p:txBody>
      </p:sp>
      <p:sp>
        <p:nvSpPr>
          <p:cNvPr id="5" name="Rectangle à coins arrondis 4">
            <a:extLst>
              <a:ext uri="{FF2B5EF4-FFF2-40B4-BE49-F238E27FC236}">
                <a16:creationId xmlns:a16="http://schemas.microsoft.com/office/drawing/2014/main" xmlns="" id="{961575D3-E2C2-F5B0-BF84-6FD49E00F932}"/>
              </a:ext>
            </a:extLst>
          </p:cNvPr>
          <p:cNvSpPr/>
          <p:nvPr/>
        </p:nvSpPr>
        <p:spPr bwMode="auto">
          <a:xfrm>
            <a:off x="6610350" y="2489200"/>
            <a:ext cx="2736850" cy="1041400"/>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lIns="182880" rIns="182880" anchor="ctr"/>
          <a:lstStyle/>
          <a:p>
            <a:pPr algn="ctr" eaLnBrk="0" hangingPunct="0">
              <a:defRPr/>
            </a:pPr>
            <a:r>
              <a:rPr lang="fr-FR" dirty="0">
                <a:solidFill>
                  <a:schemeClr val="tx1"/>
                </a:solidFill>
              </a:rPr>
              <a:t>Contrat d’opérations</a:t>
            </a:r>
          </a:p>
        </p:txBody>
      </p:sp>
      <p:pic>
        <p:nvPicPr>
          <p:cNvPr id="8197" name="Picture 8" descr="C:\Users\chris\Downloads\Nouveau dossier\imagebot.png">
            <a:extLst>
              <a:ext uri="{FF2B5EF4-FFF2-40B4-BE49-F238E27FC236}">
                <a16:creationId xmlns:a16="http://schemas.microsoft.com/office/drawing/2014/main" xmlns="" id="{C4FC39CE-B927-8FFD-DE2C-57A8582B27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62139" y="3063876"/>
            <a:ext cx="1971675" cy="251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Double flèche horizontale 5">
            <a:extLst>
              <a:ext uri="{FF2B5EF4-FFF2-40B4-BE49-F238E27FC236}">
                <a16:creationId xmlns:a16="http://schemas.microsoft.com/office/drawing/2014/main" xmlns="" id="{641648F5-5F84-F79A-9252-C5FF7AFA5B9E}"/>
              </a:ext>
            </a:extLst>
          </p:cNvPr>
          <p:cNvSpPr>
            <a:spLocks noChangeArrowheads="1"/>
          </p:cNvSpPr>
          <p:nvPr/>
        </p:nvSpPr>
        <p:spPr bwMode="auto">
          <a:xfrm>
            <a:off x="3956051" y="2952750"/>
            <a:ext cx="1831975" cy="387350"/>
          </a:xfrm>
          <a:prstGeom prst="leftRightArrow">
            <a:avLst>
              <a:gd name="adj1" fmla="val 50000"/>
              <a:gd name="adj2" fmla="val 50032"/>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a:lnSpc>
                <a:spcPct val="100000"/>
              </a:lnSpc>
              <a:spcBef>
                <a:spcPct val="0"/>
              </a:spcBef>
              <a:buClrTx/>
              <a:buSzTx/>
              <a:buFontTx/>
              <a:buNone/>
            </a:pPr>
            <a:endParaRPr lang="fr-FR" altLang="fr-FR" sz="1800"/>
          </a:p>
        </p:txBody>
      </p:sp>
      <p:sp>
        <p:nvSpPr>
          <p:cNvPr id="8199" name="Double flèche horizontale 21">
            <a:extLst>
              <a:ext uri="{FF2B5EF4-FFF2-40B4-BE49-F238E27FC236}">
                <a16:creationId xmlns:a16="http://schemas.microsoft.com/office/drawing/2014/main" xmlns="" id="{595A29A4-2D9E-3545-F478-2C79D9FD3941}"/>
              </a:ext>
            </a:extLst>
          </p:cNvPr>
          <p:cNvSpPr>
            <a:spLocks noChangeArrowheads="1"/>
          </p:cNvSpPr>
          <p:nvPr/>
        </p:nvSpPr>
        <p:spPr bwMode="auto">
          <a:xfrm>
            <a:off x="3956051" y="4016375"/>
            <a:ext cx="1831975" cy="387350"/>
          </a:xfrm>
          <a:prstGeom prst="leftRightArrow">
            <a:avLst>
              <a:gd name="adj1" fmla="val 50000"/>
              <a:gd name="adj2" fmla="val 50032"/>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a:lnSpc>
                <a:spcPct val="100000"/>
              </a:lnSpc>
              <a:spcBef>
                <a:spcPct val="0"/>
              </a:spcBef>
              <a:buClrTx/>
              <a:buSzTx/>
              <a:buFontTx/>
              <a:buNone/>
            </a:pPr>
            <a:endParaRPr lang="fr-FR" altLang="fr-FR" sz="1800"/>
          </a:p>
        </p:txBody>
      </p:sp>
      <p:sp>
        <p:nvSpPr>
          <p:cNvPr id="8200" name="Double flèche horizontale 22">
            <a:extLst>
              <a:ext uri="{FF2B5EF4-FFF2-40B4-BE49-F238E27FC236}">
                <a16:creationId xmlns:a16="http://schemas.microsoft.com/office/drawing/2014/main" xmlns="" id="{82156391-712E-67AD-7CD7-50430233BF22}"/>
              </a:ext>
            </a:extLst>
          </p:cNvPr>
          <p:cNvSpPr>
            <a:spLocks noChangeArrowheads="1"/>
          </p:cNvSpPr>
          <p:nvPr/>
        </p:nvSpPr>
        <p:spPr bwMode="auto">
          <a:xfrm>
            <a:off x="3986214" y="3494088"/>
            <a:ext cx="1831975" cy="387350"/>
          </a:xfrm>
          <a:prstGeom prst="leftRightArrow">
            <a:avLst>
              <a:gd name="adj1" fmla="val 50000"/>
              <a:gd name="adj2" fmla="val 50032"/>
            </a:avLst>
          </a:prstGeom>
          <a:gradFill rotWithShape="1">
            <a:gsLst>
              <a:gs pos="0">
                <a:srgbClr val="E4CD9A"/>
              </a:gs>
              <a:gs pos="100000">
                <a:srgbClr val="EEEFD7"/>
              </a:gs>
            </a:gsLst>
            <a:lin ang="2700000" scaled="1"/>
          </a:gradFill>
          <a:ln>
            <a:noFill/>
          </a:ln>
          <a:effectLst>
            <a:outerShdw dist="35921" dir="2700000" algn="ctr" rotWithShape="0">
              <a:srgbClr val="AFAFAF"/>
            </a:outerShdw>
          </a:effectLst>
          <a:extLst>
            <a:ext uri="{91240B29-F687-4F45-9708-019B960494DF}">
              <a14:hiddenLine xmlns:a14="http://schemas.microsoft.com/office/drawing/2010/main" w="9525" algn="ctr">
                <a:solidFill>
                  <a:srgbClr val="000000"/>
                </a:solidFill>
                <a:round/>
                <a:headEnd/>
                <a:tailEnd/>
              </a14:hiddenLine>
            </a:ext>
          </a:extLst>
        </p:spPr>
        <p:txBody>
          <a:bodyPr lIns="182880" rIns="18288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a:lnSpc>
                <a:spcPct val="100000"/>
              </a:lnSpc>
              <a:spcBef>
                <a:spcPct val="0"/>
              </a:spcBef>
              <a:buClrTx/>
              <a:buSzTx/>
              <a:buFontTx/>
              <a:buNone/>
            </a:pPr>
            <a:endParaRPr lang="fr-FR" altLang="fr-FR" sz="1800"/>
          </a:p>
        </p:txBody>
      </p:sp>
      <p:sp>
        <p:nvSpPr>
          <p:cNvPr id="8201" name="ZoneTexte 3">
            <a:extLst>
              <a:ext uri="{FF2B5EF4-FFF2-40B4-BE49-F238E27FC236}">
                <a16:creationId xmlns:a16="http://schemas.microsoft.com/office/drawing/2014/main" xmlns="" id="{191C5FF4-9CF8-A87D-8219-D7A0CF15ACD8}"/>
              </a:ext>
            </a:extLst>
          </p:cNvPr>
          <p:cNvSpPr txBox="1">
            <a:spLocks noChangeArrowheads="1"/>
          </p:cNvSpPr>
          <p:nvPr/>
        </p:nvSpPr>
        <p:spPr bwMode="auto">
          <a:xfrm>
            <a:off x="4165601" y="3500439"/>
            <a:ext cx="1635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Protocole</a:t>
            </a:r>
          </a:p>
        </p:txBody>
      </p:sp>
      <p:sp>
        <p:nvSpPr>
          <p:cNvPr id="24" name="Rectangle à coins arrondis 23">
            <a:extLst>
              <a:ext uri="{FF2B5EF4-FFF2-40B4-BE49-F238E27FC236}">
                <a16:creationId xmlns:a16="http://schemas.microsoft.com/office/drawing/2014/main" xmlns="" id="{AA4E1E0E-5CBA-1FCC-9C1E-8502E37A4096}"/>
              </a:ext>
            </a:extLst>
          </p:cNvPr>
          <p:cNvSpPr/>
          <p:nvPr/>
        </p:nvSpPr>
        <p:spPr bwMode="auto">
          <a:xfrm>
            <a:off x="6610350" y="4221164"/>
            <a:ext cx="2736850" cy="1042987"/>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lIns="182880" rIns="182880" anchor="ctr"/>
          <a:lstStyle/>
          <a:p>
            <a:pPr algn="ctr" eaLnBrk="0" hangingPunct="0">
              <a:defRPr/>
            </a:pPr>
            <a:r>
              <a:rPr lang="fr-FR" dirty="0">
                <a:solidFill>
                  <a:schemeClr val="tx1"/>
                </a:solidFill>
              </a:rPr>
              <a:t>Implémentation</a:t>
            </a:r>
          </a:p>
        </p:txBody>
      </p:sp>
      <p:sp>
        <p:nvSpPr>
          <p:cNvPr id="25" name="Double flèche verticale 24">
            <a:extLst>
              <a:ext uri="{FF2B5EF4-FFF2-40B4-BE49-F238E27FC236}">
                <a16:creationId xmlns:a16="http://schemas.microsoft.com/office/drawing/2014/main" xmlns="" id="{83151433-0A8C-1CE1-7904-F7EF1E9BE2D5}"/>
              </a:ext>
            </a:extLst>
          </p:cNvPr>
          <p:cNvSpPr/>
          <p:nvPr/>
        </p:nvSpPr>
        <p:spPr bwMode="auto">
          <a:xfrm>
            <a:off x="7851775" y="3530600"/>
            <a:ext cx="254000" cy="679450"/>
          </a:xfrm>
          <a:prstGeom prst="upDownArrow">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lIns="182880" rIns="182880" anchor="ctr"/>
          <a:lstStyle/>
          <a:p>
            <a:pPr algn="ctr" eaLnBrk="0" hangingPunct="0">
              <a:defRPr/>
            </a:pPr>
            <a:endParaRPr lang="fr-FR">
              <a:solidFill>
                <a:schemeClr val="tx1"/>
              </a:solidFill>
            </a:endParaRPr>
          </a:p>
        </p:txBody>
      </p:sp>
      <p:pic>
        <p:nvPicPr>
          <p:cNvPr id="8204" name="Picture 2" descr="E:\Projects\ContentDev\MSL PNG Library\Document_Writing01.png">
            <a:extLst>
              <a:ext uri="{FF2B5EF4-FFF2-40B4-BE49-F238E27FC236}">
                <a16:creationId xmlns:a16="http://schemas.microsoft.com/office/drawing/2014/main" xmlns="" id="{81408CF4-F1A5-D103-1186-47BA9F071F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6138" y="2601914"/>
            <a:ext cx="431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5" name="ZoneTexte 39">
            <a:extLst>
              <a:ext uri="{FF2B5EF4-FFF2-40B4-BE49-F238E27FC236}">
                <a16:creationId xmlns:a16="http://schemas.microsoft.com/office/drawing/2014/main" xmlns="" id="{36DEA598-A408-DBEB-D547-43686AE4E10D}"/>
              </a:ext>
            </a:extLst>
          </p:cNvPr>
          <p:cNvSpPr txBox="1">
            <a:spLocks noChangeArrowheads="1"/>
          </p:cNvSpPr>
          <p:nvPr/>
        </p:nvSpPr>
        <p:spPr bwMode="auto">
          <a:xfrm>
            <a:off x="4208463" y="2232025"/>
            <a:ext cx="1420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Données</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5">
            <a:extLst>
              <a:ext uri="{FF2B5EF4-FFF2-40B4-BE49-F238E27FC236}">
                <a16:creationId xmlns:a16="http://schemas.microsoft.com/office/drawing/2014/main" xmlns="" id="{B5D15142-95F7-5CD9-04D1-6B0F89B86F59}"/>
              </a:ext>
            </a:extLst>
          </p:cNvPr>
          <p:cNvSpPr>
            <a:spLocks noChangeArrowheads="1"/>
          </p:cNvSpPr>
          <p:nvPr/>
        </p:nvSpPr>
        <p:spPr bwMode="auto">
          <a:xfrm>
            <a:off x="2019300" y="1527175"/>
            <a:ext cx="8140700" cy="3748088"/>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9219" name="Rectangle 2">
            <a:extLst>
              <a:ext uri="{FF2B5EF4-FFF2-40B4-BE49-F238E27FC236}">
                <a16:creationId xmlns:a16="http://schemas.microsoft.com/office/drawing/2014/main" xmlns="" id="{12300F7F-7917-9589-422B-C49E0DDD9D8A}"/>
              </a:ext>
            </a:extLst>
          </p:cNvPr>
          <p:cNvSpPr>
            <a:spLocks noGrp="1" noChangeArrowheads="1"/>
          </p:cNvSpPr>
          <p:nvPr>
            <p:ph type="title"/>
          </p:nvPr>
        </p:nvSpPr>
        <p:spPr/>
        <p:txBody>
          <a:bodyPr/>
          <a:lstStyle/>
          <a:p>
            <a:pPr eaLnBrk="1" hangingPunct="1"/>
            <a:r>
              <a:rPr lang="fr-FR" altLang="fr-FR"/>
              <a:t>Hébergement</a:t>
            </a:r>
          </a:p>
        </p:txBody>
      </p:sp>
      <p:sp>
        <p:nvSpPr>
          <p:cNvPr id="9220" name="Rounded Rectangle 31">
            <a:extLst>
              <a:ext uri="{FF2B5EF4-FFF2-40B4-BE49-F238E27FC236}">
                <a16:creationId xmlns:a16="http://schemas.microsoft.com/office/drawing/2014/main" xmlns="" id="{7D09F057-5E14-0AB3-93D4-8C3DC3E2672B}"/>
              </a:ext>
            </a:extLst>
          </p:cNvPr>
          <p:cNvSpPr>
            <a:spLocks noChangeArrowheads="1"/>
          </p:cNvSpPr>
          <p:nvPr/>
        </p:nvSpPr>
        <p:spPr bwMode="auto">
          <a:xfrm>
            <a:off x="2346325" y="4384675"/>
            <a:ext cx="7596188"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Windows Azure</a:t>
            </a:r>
          </a:p>
        </p:txBody>
      </p:sp>
      <p:sp>
        <p:nvSpPr>
          <p:cNvPr id="9221" name="Rounded Rectangle 812100">
            <a:extLst>
              <a:ext uri="{FF2B5EF4-FFF2-40B4-BE49-F238E27FC236}">
                <a16:creationId xmlns:a16="http://schemas.microsoft.com/office/drawing/2014/main" xmlns="" id="{ABC1C6C9-BF21-C9E0-1283-E7A23D61D553}"/>
              </a:ext>
            </a:extLst>
          </p:cNvPr>
          <p:cNvSpPr>
            <a:spLocks noChangeArrowheads="1"/>
          </p:cNvSpPr>
          <p:nvPr/>
        </p:nvSpPr>
        <p:spPr bwMode="auto">
          <a:xfrm>
            <a:off x="2125663" y="4451350"/>
            <a:ext cx="425450"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2400">
                <a:solidFill>
                  <a:srgbClr val="00B050"/>
                </a:solidFill>
                <a:latin typeface="Wingdings" panose="05000000000000000000" pitchFamily="2" charset="2"/>
              </a:rPr>
              <a:t>ü</a:t>
            </a:r>
          </a:p>
        </p:txBody>
      </p:sp>
      <p:sp>
        <p:nvSpPr>
          <p:cNvPr id="9222" name="Rounded Rectangle 36">
            <a:extLst>
              <a:ext uri="{FF2B5EF4-FFF2-40B4-BE49-F238E27FC236}">
                <a16:creationId xmlns:a16="http://schemas.microsoft.com/office/drawing/2014/main" xmlns="" id="{C0DFE0B5-E65B-18C7-FC46-A952CC0AD03C}"/>
              </a:ext>
            </a:extLst>
          </p:cNvPr>
          <p:cNvSpPr>
            <a:spLocks noChangeArrowheads="1"/>
          </p:cNvSpPr>
          <p:nvPr/>
        </p:nvSpPr>
        <p:spPr bwMode="auto">
          <a:xfrm>
            <a:off x="2359025" y="1778000"/>
            <a:ext cx="7596188"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Internet Information Services</a:t>
            </a:r>
          </a:p>
        </p:txBody>
      </p:sp>
      <p:sp>
        <p:nvSpPr>
          <p:cNvPr id="9223" name="Rounded Rectangle 812100">
            <a:extLst>
              <a:ext uri="{FF2B5EF4-FFF2-40B4-BE49-F238E27FC236}">
                <a16:creationId xmlns:a16="http://schemas.microsoft.com/office/drawing/2014/main" xmlns="" id="{821A4133-0FC5-671E-5CB6-1B900218DDE7}"/>
              </a:ext>
            </a:extLst>
          </p:cNvPr>
          <p:cNvSpPr>
            <a:spLocks noChangeArrowheads="1"/>
          </p:cNvSpPr>
          <p:nvPr/>
        </p:nvSpPr>
        <p:spPr bwMode="auto">
          <a:xfrm>
            <a:off x="2130425" y="1852613"/>
            <a:ext cx="427038"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2400">
                <a:solidFill>
                  <a:srgbClr val="00B050"/>
                </a:solidFill>
                <a:latin typeface="Wingdings" panose="05000000000000000000" pitchFamily="2" charset="2"/>
              </a:rPr>
              <a:t>ü</a:t>
            </a:r>
          </a:p>
        </p:txBody>
      </p:sp>
      <p:sp>
        <p:nvSpPr>
          <p:cNvPr id="9224" name="Rounded Rectangle 38">
            <a:extLst>
              <a:ext uri="{FF2B5EF4-FFF2-40B4-BE49-F238E27FC236}">
                <a16:creationId xmlns:a16="http://schemas.microsoft.com/office/drawing/2014/main" xmlns="" id="{C2121344-F9B4-9EE6-578A-4741D3BBB294}"/>
              </a:ext>
            </a:extLst>
          </p:cNvPr>
          <p:cNvSpPr>
            <a:spLocks noChangeArrowheads="1"/>
          </p:cNvSpPr>
          <p:nvPr/>
        </p:nvSpPr>
        <p:spPr bwMode="auto">
          <a:xfrm>
            <a:off x="2351089" y="3725864"/>
            <a:ext cx="7596187"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Auto-Hébergement</a:t>
            </a:r>
          </a:p>
        </p:txBody>
      </p:sp>
      <p:sp>
        <p:nvSpPr>
          <p:cNvPr id="9225" name="Rounded Rectangle 812100">
            <a:extLst>
              <a:ext uri="{FF2B5EF4-FFF2-40B4-BE49-F238E27FC236}">
                <a16:creationId xmlns:a16="http://schemas.microsoft.com/office/drawing/2014/main" xmlns="" id="{15664C02-04AA-DAA9-B365-C99DFCB7D568}"/>
              </a:ext>
            </a:extLst>
          </p:cNvPr>
          <p:cNvSpPr>
            <a:spLocks noChangeArrowheads="1"/>
          </p:cNvSpPr>
          <p:nvPr/>
        </p:nvSpPr>
        <p:spPr bwMode="auto">
          <a:xfrm>
            <a:off x="2130425" y="3792538"/>
            <a:ext cx="427038"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2400">
                <a:solidFill>
                  <a:srgbClr val="00B050"/>
                </a:solidFill>
                <a:latin typeface="Wingdings" panose="05000000000000000000" pitchFamily="2" charset="2"/>
              </a:rPr>
              <a:t>ü</a:t>
            </a:r>
          </a:p>
        </p:txBody>
      </p:sp>
      <p:sp>
        <p:nvSpPr>
          <p:cNvPr id="9226" name="Rounded Rectangle 40">
            <a:extLst>
              <a:ext uri="{FF2B5EF4-FFF2-40B4-BE49-F238E27FC236}">
                <a16:creationId xmlns:a16="http://schemas.microsoft.com/office/drawing/2014/main" xmlns="" id="{852E51EF-531F-AC26-E49B-6157F374D4A5}"/>
              </a:ext>
            </a:extLst>
          </p:cNvPr>
          <p:cNvSpPr>
            <a:spLocks noChangeArrowheads="1"/>
          </p:cNvSpPr>
          <p:nvPr/>
        </p:nvSpPr>
        <p:spPr bwMode="auto">
          <a:xfrm>
            <a:off x="2359025" y="2419350"/>
            <a:ext cx="7596188"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Windows Process Activation Service</a:t>
            </a:r>
          </a:p>
        </p:txBody>
      </p:sp>
      <p:sp>
        <p:nvSpPr>
          <p:cNvPr id="9227" name="Rounded Rectangle 812100">
            <a:extLst>
              <a:ext uri="{FF2B5EF4-FFF2-40B4-BE49-F238E27FC236}">
                <a16:creationId xmlns:a16="http://schemas.microsoft.com/office/drawing/2014/main" xmlns="" id="{F82B7FC0-595A-CFC6-3B6E-04D3CF7C0D7E}"/>
              </a:ext>
            </a:extLst>
          </p:cNvPr>
          <p:cNvSpPr>
            <a:spLocks noChangeArrowheads="1"/>
          </p:cNvSpPr>
          <p:nvPr/>
        </p:nvSpPr>
        <p:spPr bwMode="auto">
          <a:xfrm>
            <a:off x="2130425" y="2486025"/>
            <a:ext cx="427038"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2400">
                <a:solidFill>
                  <a:srgbClr val="00B050"/>
                </a:solidFill>
                <a:latin typeface="Wingdings" panose="05000000000000000000" pitchFamily="2" charset="2"/>
              </a:rPr>
              <a:t>ü</a:t>
            </a:r>
          </a:p>
        </p:txBody>
      </p:sp>
      <p:sp>
        <p:nvSpPr>
          <p:cNvPr id="9228" name="Rounded Rectangle 42">
            <a:extLst>
              <a:ext uri="{FF2B5EF4-FFF2-40B4-BE49-F238E27FC236}">
                <a16:creationId xmlns:a16="http://schemas.microsoft.com/office/drawing/2014/main" xmlns="" id="{89FC4579-C592-B748-E125-375A2C680827}"/>
              </a:ext>
            </a:extLst>
          </p:cNvPr>
          <p:cNvSpPr>
            <a:spLocks noChangeArrowheads="1"/>
          </p:cNvSpPr>
          <p:nvPr/>
        </p:nvSpPr>
        <p:spPr bwMode="auto">
          <a:xfrm>
            <a:off x="2351089" y="3062289"/>
            <a:ext cx="7596187"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Service Windows</a:t>
            </a:r>
          </a:p>
        </p:txBody>
      </p:sp>
      <p:sp>
        <p:nvSpPr>
          <p:cNvPr id="9229" name="Rounded Rectangle 812100">
            <a:extLst>
              <a:ext uri="{FF2B5EF4-FFF2-40B4-BE49-F238E27FC236}">
                <a16:creationId xmlns:a16="http://schemas.microsoft.com/office/drawing/2014/main" xmlns="" id="{6FB6C248-0C93-2B62-43A8-71E87D88F9A1}"/>
              </a:ext>
            </a:extLst>
          </p:cNvPr>
          <p:cNvSpPr>
            <a:spLocks noChangeArrowheads="1"/>
          </p:cNvSpPr>
          <p:nvPr/>
        </p:nvSpPr>
        <p:spPr bwMode="auto">
          <a:xfrm>
            <a:off x="2130425" y="3128963"/>
            <a:ext cx="427038" cy="463550"/>
          </a:xfrm>
          <a:prstGeom prst="roundRect">
            <a:avLst>
              <a:gd name="adj" fmla="val 0"/>
            </a:avLst>
          </a:prstGeom>
          <a:gradFill rotWithShape="1">
            <a:gsLst>
              <a:gs pos="0">
                <a:srgbClr val="CECECE"/>
              </a:gs>
              <a:gs pos="50000">
                <a:srgbClr val="F0F0F0"/>
              </a:gs>
              <a:gs pos="100000">
                <a:srgbClr val="CECECE"/>
              </a:gs>
            </a:gsLst>
            <a:lin ang="5400000" scaled="1"/>
          </a:gradFill>
          <a:ln w="9525" algn="ctr">
            <a:solidFill>
              <a:schemeClr val="tx1"/>
            </a:solidFill>
            <a:round/>
            <a:headEnd/>
            <a:tailEnd/>
          </a:ln>
          <a:effectLst>
            <a:outerShdw dist="35921" dir="2700000" algn="ctr" rotWithShape="0">
              <a:schemeClr val="tx1">
                <a:alpha val="50000"/>
              </a:schemeClr>
            </a:outerShdw>
          </a:effectLst>
        </p:spPr>
        <p:txBody>
          <a:bodyPr wrap="none"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2400">
                <a:solidFill>
                  <a:srgbClr val="00B050"/>
                </a:solidFill>
                <a:latin typeface="Wingdings" panose="05000000000000000000" pitchFamily="2" charset="2"/>
              </a:rPr>
              <a:t>ü</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xmlns="" id="{7F01CC5D-3E46-6C37-FAE9-5B86B34B30E8}"/>
              </a:ext>
            </a:extLst>
          </p:cNvPr>
          <p:cNvSpPr>
            <a:spLocks noGrp="1" noChangeArrowheads="1"/>
          </p:cNvSpPr>
          <p:nvPr>
            <p:ph type="title"/>
          </p:nvPr>
        </p:nvSpPr>
        <p:spPr/>
        <p:txBody>
          <a:bodyPr/>
          <a:lstStyle/>
          <a:p>
            <a:pPr eaLnBrk="1" hangingPunct="1"/>
            <a:r>
              <a:rPr lang="fr-FR" altLang="fr-FR"/>
              <a:t>SOA et .NET</a:t>
            </a:r>
          </a:p>
        </p:txBody>
      </p:sp>
      <p:sp>
        <p:nvSpPr>
          <p:cNvPr id="10243" name="AutoShape 5">
            <a:extLst>
              <a:ext uri="{FF2B5EF4-FFF2-40B4-BE49-F238E27FC236}">
                <a16:creationId xmlns:a16="http://schemas.microsoft.com/office/drawing/2014/main" xmlns="" id="{478FB676-B99C-8EEE-A009-7E862E68FFAE}"/>
              </a:ext>
            </a:extLst>
          </p:cNvPr>
          <p:cNvSpPr>
            <a:spLocks noChangeArrowheads="1"/>
          </p:cNvSpPr>
          <p:nvPr/>
        </p:nvSpPr>
        <p:spPr bwMode="auto">
          <a:xfrm>
            <a:off x="2025650" y="1239668"/>
            <a:ext cx="8140700" cy="322262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0244" name="Rounded Rectangle 36">
            <a:extLst>
              <a:ext uri="{FF2B5EF4-FFF2-40B4-BE49-F238E27FC236}">
                <a16:creationId xmlns:a16="http://schemas.microsoft.com/office/drawing/2014/main" xmlns="" id="{282A2FA1-2DA4-9E68-C9A9-741444138966}"/>
              </a:ext>
            </a:extLst>
          </p:cNvPr>
          <p:cNvSpPr>
            <a:spLocks noChangeArrowheads="1"/>
          </p:cNvSpPr>
          <p:nvPr/>
        </p:nvSpPr>
        <p:spPr bwMode="auto">
          <a:xfrm>
            <a:off x="2352675" y="1592093"/>
            <a:ext cx="7596188"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Services d’Entreprise .NET</a:t>
            </a:r>
          </a:p>
        </p:txBody>
      </p:sp>
      <p:sp>
        <p:nvSpPr>
          <p:cNvPr id="10245" name="Rounded Rectangle 38">
            <a:extLst>
              <a:ext uri="{FF2B5EF4-FFF2-40B4-BE49-F238E27FC236}">
                <a16:creationId xmlns:a16="http://schemas.microsoft.com/office/drawing/2014/main" xmlns="" id="{AFE89859-D3B0-106E-B7DD-85E16E5335F8}"/>
              </a:ext>
            </a:extLst>
          </p:cNvPr>
          <p:cNvSpPr>
            <a:spLocks noChangeArrowheads="1"/>
          </p:cNvSpPr>
          <p:nvPr/>
        </p:nvSpPr>
        <p:spPr bwMode="auto">
          <a:xfrm>
            <a:off x="2344739" y="3539954"/>
            <a:ext cx="7596187"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Sockets réseaux</a:t>
            </a:r>
          </a:p>
        </p:txBody>
      </p:sp>
      <p:sp>
        <p:nvSpPr>
          <p:cNvPr id="10246" name="Rounded Rectangle 40">
            <a:extLst>
              <a:ext uri="{FF2B5EF4-FFF2-40B4-BE49-F238E27FC236}">
                <a16:creationId xmlns:a16="http://schemas.microsoft.com/office/drawing/2014/main" xmlns="" id="{FFDC08FA-68CC-42A1-D65D-47353813DF5D}"/>
              </a:ext>
            </a:extLst>
          </p:cNvPr>
          <p:cNvSpPr>
            <a:spLocks noChangeArrowheads="1"/>
          </p:cNvSpPr>
          <p:nvPr/>
        </p:nvSpPr>
        <p:spPr bwMode="auto">
          <a:xfrm>
            <a:off x="2352675" y="2233443"/>
            <a:ext cx="7596188"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Service Web XML</a:t>
            </a:r>
          </a:p>
        </p:txBody>
      </p:sp>
      <p:sp>
        <p:nvSpPr>
          <p:cNvPr id="10247" name="Rounded Rectangle 42">
            <a:extLst>
              <a:ext uri="{FF2B5EF4-FFF2-40B4-BE49-F238E27FC236}">
                <a16:creationId xmlns:a16="http://schemas.microsoft.com/office/drawing/2014/main" xmlns="" id="{8A1FFEEF-497C-5BE2-87C0-B3638E702E19}"/>
              </a:ext>
            </a:extLst>
          </p:cNvPr>
          <p:cNvSpPr>
            <a:spLocks noChangeArrowheads="1"/>
          </p:cNvSpPr>
          <p:nvPr/>
        </p:nvSpPr>
        <p:spPr bwMode="auto">
          <a:xfrm>
            <a:off x="2344739" y="2876379"/>
            <a:ext cx="7596187"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.NET Remoting</a:t>
            </a:r>
          </a:p>
        </p:txBody>
      </p:sp>
      <p:sp>
        <p:nvSpPr>
          <p:cNvPr id="10248" name="AutoShape 5">
            <a:extLst>
              <a:ext uri="{FF2B5EF4-FFF2-40B4-BE49-F238E27FC236}">
                <a16:creationId xmlns:a16="http://schemas.microsoft.com/office/drawing/2014/main" xmlns="" id="{1DEA57F6-4C9F-6015-1906-3FD0FBCB1620}"/>
              </a:ext>
            </a:extLst>
          </p:cNvPr>
          <p:cNvSpPr>
            <a:spLocks noChangeArrowheads="1"/>
          </p:cNvSpPr>
          <p:nvPr/>
        </p:nvSpPr>
        <p:spPr bwMode="auto">
          <a:xfrm>
            <a:off x="2025650" y="4614692"/>
            <a:ext cx="8140700" cy="210661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t>Problèmes:</a:t>
            </a:r>
          </a:p>
        </p:txBody>
      </p:sp>
      <p:sp>
        <p:nvSpPr>
          <p:cNvPr id="10249" name="Rounded Rectangle 36">
            <a:extLst>
              <a:ext uri="{FF2B5EF4-FFF2-40B4-BE49-F238E27FC236}">
                <a16:creationId xmlns:a16="http://schemas.microsoft.com/office/drawing/2014/main" xmlns="" id="{7FB4D239-D949-FB3D-5E73-2EC2908A6197}"/>
              </a:ext>
            </a:extLst>
          </p:cNvPr>
          <p:cNvSpPr>
            <a:spLocks noChangeArrowheads="1"/>
          </p:cNvSpPr>
          <p:nvPr/>
        </p:nvSpPr>
        <p:spPr bwMode="auto">
          <a:xfrm>
            <a:off x="2643188" y="5075068"/>
            <a:ext cx="2665412"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9000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lnSpc>
                <a:spcPct val="100000"/>
              </a:lnSpc>
              <a:spcBef>
                <a:spcPct val="0"/>
              </a:spcBef>
              <a:buClrTx/>
              <a:buSzPct val="80000"/>
              <a:buFontTx/>
              <a:buNone/>
            </a:pPr>
            <a:r>
              <a:rPr lang="en-US" altLang="fr-FR" sz="1800"/>
              <a:t>Intéropérabilité</a:t>
            </a:r>
          </a:p>
        </p:txBody>
      </p:sp>
      <p:sp>
        <p:nvSpPr>
          <p:cNvPr id="10250" name="Rounded Rectangle 36">
            <a:extLst>
              <a:ext uri="{FF2B5EF4-FFF2-40B4-BE49-F238E27FC236}">
                <a16:creationId xmlns:a16="http://schemas.microsoft.com/office/drawing/2014/main" xmlns="" id="{F2369157-E1D1-89F7-7C75-0BB2738DF779}"/>
              </a:ext>
            </a:extLst>
          </p:cNvPr>
          <p:cNvSpPr>
            <a:spLocks noChangeArrowheads="1"/>
          </p:cNvSpPr>
          <p:nvPr/>
        </p:nvSpPr>
        <p:spPr bwMode="auto">
          <a:xfrm>
            <a:off x="6586538" y="5075068"/>
            <a:ext cx="2665412"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9000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lnSpc>
                <a:spcPct val="100000"/>
              </a:lnSpc>
              <a:spcBef>
                <a:spcPct val="0"/>
              </a:spcBef>
              <a:buClrTx/>
              <a:buSzPct val="80000"/>
              <a:buFontTx/>
              <a:buNone/>
            </a:pPr>
            <a:r>
              <a:rPr lang="en-US" altLang="fr-FR" sz="1800"/>
              <a:t>Evolutivité</a:t>
            </a:r>
          </a:p>
        </p:txBody>
      </p:sp>
      <p:sp>
        <p:nvSpPr>
          <p:cNvPr id="10251" name="Rounded Rectangle 36">
            <a:extLst>
              <a:ext uri="{FF2B5EF4-FFF2-40B4-BE49-F238E27FC236}">
                <a16:creationId xmlns:a16="http://schemas.microsoft.com/office/drawing/2014/main" xmlns="" id="{A5196B7F-B0FC-4B35-167B-42DB970FA398}"/>
              </a:ext>
            </a:extLst>
          </p:cNvPr>
          <p:cNvSpPr>
            <a:spLocks noChangeArrowheads="1"/>
          </p:cNvSpPr>
          <p:nvPr/>
        </p:nvSpPr>
        <p:spPr bwMode="auto">
          <a:xfrm>
            <a:off x="4592638" y="5924379"/>
            <a:ext cx="2665412"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9000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lnSpc>
                <a:spcPct val="100000"/>
              </a:lnSpc>
              <a:spcBef>
                <a:spcPct val="0"/>
              </a:spcBef>
              <a:buClrTx/>
              <a:buSzPct val="80000"/>
              <a:buFontTx/>
              <a:buNone/>
            </a:pPr>
            <a:r>
              <a:rPr lang="en-US" altLang="fr-FR" sz="1800"/>
              <a:t>Découplage</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xmlns="" id="{03215B77-8E39-7C64-0DE4-2EB185B30993}"/>
              </a:ext>
            </a:extLst>
          </p:cNvPr>
          <p:cNvSpPr>
            <a:spLocks noGrp="1" noChangeArrowheads="1"/>
          </p:cNvSpPr>
          <p:nvPr>
            <p:ph type="title"/>
          </p:nvPr>
        </p:nvSpPr>
        <p:spPr/>
        <p:txBody>
          <a:bodyPr/>
          <a:lstStyle/>
          <a:p>
            <a:pPr eaLnBrk="1" hangingPunct="1"/>
            <a:r>
              <a:rPr lang="fr-FR" altLang="fr-FR"/>
              <a:t>SOA et .NET </a:t>
            </a:r>
            <a:r>
              <a:rPr lang="fr-FR" altLang="fr-FR" i="1"/>
              <a:t>(suite)</a:t>
            </a:r>
            <a:endParaRPr lang="fr-FR" altLang="fr-FR"/>
          </a:p>
        </p:txBody>
      </p:sp>
      <p:sp>
        <p:nvSpPr>
          <p:cNvPr id="11267" name="AutoShape 5">
            <a:extLst>
              <a:ext uri="{FF2B5EF4-FFF2-40B4-BE49-F238E27FC236}">
                <a16:creationId xmlns:a16="http://schemas.microsoft.com/office/drawing/2014/main" xmlns="" id="{B7912D66-B6D0-777C-0A5D-20C6F0B9E3B5}"/>
              </a:ext>
            </a:extLst>
          </p:cNvPr>
          <p:cNvSpPr>
            <a:spLocks noChangeArrowheads="1"/>
          </p:cNvSpPr>
          <p:nvPr/>
        </p:nvSpPr>
        <p:spPr bwMode="auto">
          <a:xfrm>
            <a:off x="2114995" y="1434275"/>
            <a:ext cx="8140700" cy="22018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t>Scénarios courants</a:t>
            </a:r>
          </a:p>
        </p:txBody>
      </p:sp>
      <p:sp>
        <p:nvSpPr>
          <p:cNvPr id="11268" name="Rounded Rectangle 36">
            <a:extLst>
              <a:ext uri="{FF2B5EF4-FFF2-40B4-BE49-F238E27FC236}">
                <a16:creationId xmlns:a16="http://schemas.microsoft.com/office/drawing/2014/main" xmlns="" id="{D59DC516-6AD3-8E2F-B87C-18B52659953D}"/>
              </a:ext>
            </a:extLst>
          </p:cNvPr>
          <p:cNvSpPr>
            <a:spLocks noChangeArrowheads="1"/>
          </p:cNvSpPr>
          <p:nvPr/>
        </p:nvSpPr>
        <p:spPr bwMode="auto">
          <a:xfrm>
            <a:off x="2442021" y="2056576"/>
            <a:ext cx="7596187"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Service WCF</a:t>
            </a:r>
          </a:p>
        </p:txBody>
      </p:sp>
      <p:sp>
        <p:nvSpPr>
          <p:cNvPr id="11269" name="Rounded Rectangle 40">
            <a:extLst>
              <a:ext uri="{FF2B5EF4-FFF2-40B4-BE49-F238E27FC236}">
                <a16:creationId xmlns:a16="http://schemas.microsoft.com/office/drawing/2014/main" xmlns="" id="{0EB7A7E1-CF53-F676-F476-4E8C60908D94}"/>
              </a:ext>
            </a:extLst>
          </p:cNvPr>
          <p:cNvSpPr>
            <a:spLocks noChangeArrowheads="1"/>
          </p:cNvSpPr>
          <p:nvPr/>
        </p:nvSpPr>
        <p:spPr bwMode="auto">
          <a:xfrm>
            <a:off x="2442021" y="2697926"/>
            <a:ext cx="7596187"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Service Cloud</a:t>
            </a:r>
          </a:p>
        </p:txBody>
      </p:sp>
      <p:sp>
        <p:nvSpPr>
          <p:cNvPr id="11270" name="AutoShape 5">
            <a:extLst>
              <a:ext uri="{FF2B5EF4-FFF2-40B4-BE49-F238E27FC236}">
                <a16:creationId xmlns:a16="http://schemas.microsoft.com/office/drawing/2014/main" xmlns="" id="{54475C6C-9ECB-741C-0313-89CC853117E3}"/>
              </a:ext>
            </a:extLst>
          </p:cNvPr>
          <p:cNvSpPr>
            <a:spLocks noChangeArrowheads="1"/>
          </p:cNvSpPr>
          <p:nvPr/>
        </p:nvSpPr>
        <p:spPr bwMode="auto">
          <a:xfrm>
            <a:off x="2114995" y="3940937"/>
            <a:ext cx="8140700" cy="2179638"/>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t>Scénarios REST</a:t>
            </a:r>
          </a:p>
        </p:txBody>
      </p:sp>
      <p:sp>
        <p:nvSpPr>
          <p:cNvPr id="11271" name="Rounded Rectangle 36">
            <a:extLst>
              <a:ext uri="{FF2B5EF4-FFF2-40B4-BE49-F238E27FC236}">
                <a16:creationId xmlns:a16="http://schemas.microsoft.com/office/drawing/2014/main" xmlns="" id="{1BAFF761-8B6A-7DF8-9662-115659E6056D}"/>
              </a:ext>
            </a:extLst>
          </p:cNvPr>
          <p:cNvSpPr>
            <a:spLocks noChangeArrowheads="1"/>
          </p:cNvSpPr>
          <p:nvPr/>
        </p:nvSpPr>
        <p:spPr bwMode="auto">
          <a:xfrm>
            <a:off x="2442021" y="4561651"/>
            <a:ext cx="7596187"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Service de données WCF</a:t>
            </a:r>
          </a:p>
        </p:txBody>
      </p:sp>
      <p:sp>
        <p:nvSpPr>
          <p:cNvPr id="11272" name="Rounded Rectangle 40">
            <a:extLst>
              <a:ext uri="{FF2B5EF4-FFF2-40B4-BE49-F238E27FC236}">
                <a16:creationId xmlns:a16="http://schemas.microsoft.com/office/drawing/2014/main" xmlns="" id="{19B19B64-9262-113B-C41F-E8F44655F370}"/>
              </a:ext>
            </a:extLst>
          </p:cNvPr>
          <p:cNvSpPr>
            <a:spLocks noChangeArrowheads="1"/>
          </p:cNvSpPr>
          <p:nvPr/>
        </p:nvSpPr>
        <p:spPr bwMode="auto">
          <a:xfrm>
            <a:off x="2442021" y="5203001"/>
            <a:ext cx="7596187"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Service Web API</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xmlns="" id="{3011511D-EA7F-5AE0-1951-B3D1C983AFE4}"/>
              </a:ext>
            </a:extLst>
          </p:cNvPr>
          <p:cNvSpPr>
            <a:spLocks noGrp="1" noChangeArrowheads="1"/>
          </p:cNvSpPr>
          <p:nvPr>
            <p:ph type="body" sz="quarter" idx="12"/>
          </p:nvPr>
        </p:nvSpPr>
        <p:spPr/>
        <p:txBody>
          <a:bodyPr/>
          <a:lstStyle/>
          <a:p>
            <a:pPr eaLnBrk="1" hangingPunct="1"/>
            <a:r>
              <a:rPr lang="fr-FR" altLang="fr-FR"/>
              <a:t>Définition</a:t>
            </a:r>
          </a:p>
          <a:p>
            <a:pPr eaLnBrk="1" hangingPunct="1"/>
            <a:r>
              <a:rPr lang="fr-FR" altLang="fr-FR"/>
              <a:t>Modèle de communication</a:t>
            </a:r>
          </a:p>
          <a:p>
            <a:pPr eaLnBrk="1" hangingPunct="1"/>
            <a:r>
              <a:rPr lang="fr-FR" altLang="fr-FR"/>
              <a:t>Création</a:t>
            </a:r>
          </a:p>
          <a:p>
            <a:pPr eaLnBrk="1" hangingPunct="1"/>
            <a:r>
              <a:rPr lang="fr-FR" altLang="fr-FR"/>
              <a:t>Rôles d’une classe proxy</a:t>
            </a:r>
          </a:p>
          <a:p>
            <a:pPr eaLnBrk="1" hangingPunct="1"/>
            <a:r>
              <a:rPr lang="fr-FR" altLang="fr-FR"/>
              <a:t>Création d’une classe proxy</a:t>
            </a:r>
          </a:p>
        </p:txBody>
      </p:sp>
      <p:sp>
        <p:nvSpPr>
          <p:cNvPr id="12290" name="Rectangle 2">
            <a:extLst>
              <a:ext uri="{FF2B5EF4-FFF2-40B4-BE49-F238E27FC236}">
                <a16:creationId xmlns:a16="http://schemas.microsoft.com/office/drawing/2014/main" xmlns="" id="{A6DA76D3-F869-4BAB-4806-6983531E7928}"/>
              </a:ext>
            </a:extLst>
          </p:cNvPr>
          <p:cNvSpPr>
            <a:spLocks noGrp="1" noChangeArrowheads="1"/>
          </p:cNvSpPr>
          <p:nvPr>
            <p:ph type="title"/>
          </p:nvPr>
        </p:nvSpPr>
        <p:spPr/>
        <p:txBody>
          <a:bodyPr/>
          <a:lstStyle/>
          <a:p>
            <a:pPr eaLnBrk="1" hangingPunct="1"/>
            <a:r>
              <a:rPr lang="fr-FR" altLang="fr-FR"/>
              <a:t>Leçon 2: Les services WCF</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6">
            <a:extLst>
              <a:ext uri="{FF2B5EF4-FFF2-40B4-BE49-F238E27FC236}">
                <a16:creationId xmlns:a16="http://schemas.microsoft.com/office/drawing/2014/main" xmlns="" id="{77DFA343-2DE2-2F86-7FA8-78930A0BFE81}"/>
              </a:ext>
            </a:extLst>
          </p:cNvPr>
          <p:cNvSpPr>
            <a:spLocks noGrp="1"/>
          </p:cNvSpPr>
          <p:nvPr>
            <p:ph type="title"/>
          </p:nvPr>
        </p:nvSpPr>
        <p:spPr/>
        <p:txBody>
          <a:bodyPr/>
          <a:lstStyle/>
          <a:p>
            <a:pPr eaLnBrk="1" hangingPunct="1"/>
            <a:r>
              <a:rPr lang="fr-FR" altLang="fr-FR"/>
              <a:t>Définition</a:t>
            </a:r>
          </a:p>
        </p:txBody>
      </p:sp>
      <p:sp>
        <p:nvSpPr>
          <p:cNvPr id="13315" name="AutoShape 4">
            <a:extLst>
              <a:ext uri="{FF2B5EF4-FFF2-40B4-BE49-F238E27FC236}">
                <a16:creationId xmlns:a16="http://schemas.microsoft.com/office/drawing/2014/main" xmlns="" id="{FDCBDDDD-64A3-1345-A5ED-EB4B703E7676}"/>
              </a:ext>
            </a:extLst>
          </p:cNvPr>
          <p:cNvSpPr>
            <a:spLocks noChangeArrowheads="1"/>
          </p:cNvSpPr>
          <p:nvPr/>
        </p:nvSpPr>
        <p:spPr bwMode="auto">
          <a:xfrm>
            <a:off x="1905000" y="1493242"/>
            <a:ext cx="8382000" cy="4787900"/>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endParaRPr lang="he-IL" altLang="fr-FR" sz="2200">
              <a:latin typeface="Arial Narrow" panose="020B0606020202030204" pitchFamily="34" charset="0"/>
            </a:endParaRPr>
          </a:p>
        </p:txBody>
      </p:sp>
      <p:sp>
        <p:nvSpPr>
          <p:cNvPr id="13316" name="AutoShape 14">
            <a:extLst>
              <a:ext uri="{FF2B5EF4-FFF2-40B4-BE49-F238E27FC236}">
                <a16:creationId xmlns:a16="http://schemas.microsoft.com/office/drawing/2014/main" xmlns="" id="{D891CED9-E36B-2517-3808-A942822867CD}"/>
              </a:ext>
            </a:extLst>
          </p:cNvPr>
          <p:cNvSpPr>
            <a:spLocks noChangeArrowheads="1"/>
          </p:cNvSpPr>
          <p:nvPr/>
        </p:nvSpPr>
        <p:spPr bwMode="auto">
          <a:xfrm>
            <a:off x="2478087" y="1674217"/>
            <a:ext cx="7683500" cy="863600"/>
          </a:xfrm>
          <a:prstGeom prst="roundRect">
            <a:avLst>
              <a:gd name="adj" fmla="val 16667"/>
            </a:avLst>
          </a:prstGeom>
          <a:gradFill rotWithShape="1">
            <a:gsLst>
              <a:gs pos="0">
                <a:srgbClr val="EEEFD7"/>
              </a:gs>
              <a:gs pos="100000">
                <a:schemeClr val="bg1"/>
              </a:gs>
            </a:gsLst>
            <a:lin ang="5400000" scaled="1"/>
          </a:gradFill>
          <a:ln w="3175" algn="ctr">
            <a:solidFill>
              <a:srgbClr val="808080"/>
            </a:solidFill>
            <a:round/>
            <a:headEnd/>
            <a:tailEnd/>
          </a:ln>
        </p:spPr>
        <p:txBody>
          <a:bodyPr lIns="182880" rIns="18288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en-US" altLang="fr-FR" sz="1800"/>
              <a:t>Framework .NET unifié pour la création d’applications orientées service</a:t>
            </a:r>
          </a:p>
        </p:txBody>
      </p:sp>
      <p:sp>
        <p:nvSpPr>
          <p:cNvPr id="9" name="AutoShape 15">
            <a:extLst>
              <a:ext uri="{FF2B5EF4-FFF2-40B4-BE49-F238E27FC236}">
                <a16:creationId xmlns:a16="http://schemas.microsoft.com/office/drawing/2014/main" xmlns="" id="{537ACBAF-89F9-FB74-0921-599BAC51E48A}"/>
              </a:ext>
            </a:extLst>
          </p:cNvPr>
          <p:cNvSpPr>
            <a:spLocks noChangeArrowheads="1"/>
          </p:cNvSpPr>
          <p:nvPr/>
        </p:nvSpPr>
        <p:spPr bwMode="auto">
          <a:xfrm>
            <a:off x="2036762" y="1934567"/>
            <a:ext cx="476250" cy="344488"/>
          </a:xfrm>
          <a:prstGeom prst="roundRect">
            <a:avLst>
              <a:gd name="adj" fmla="val 0"/>
            </a:avLst>
          </a:prstGeom>
          <a:gradFill rotWithShape="1">
            <a:gsLst>
              <a:gs pos="0">
                <a:srgbClr val="CECECE"/>
              </a:gs>
              <a:gs pos="50000">
                <a:srgbClr val="F0F0F0"/>
              </a:gs>
              <a:gs pos="100000">
                <a:srgbClr val="CECECE"/>
              </a:gs>
            </a:gsLst>
            <a:lin ang="5400000" scaled="1"/>
          </a:gradFill>
          <a:ln w="9525">
            <a:solidFill>
              <a:srgbClr val="000000"/>
            </a:solidFill>
            <a:round/>
            <a:headEnd/>
            <a:tailEn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3318" name="AutoShape 24">
            <a:extLst>
              <a:ext uri="{FF2B5EF4-FFF2-40B4-BE49-F238E27FC236}">
                <a16:creationId xmlns:a16="http://schemas.microsoft.com/office/drawing/2014/main" xmlns="" id="{CEA2C52F-7FCA-8889-3F46-81DD837F1AA1}"/>
              </a:ext>
            </a:extLst>
          </p:cNvPr>
          <p:cNvSpPr>
            <a:spLocks noChangeArrowheads="1"/>
          </p:cNvSpPr>
          <p:nvPr/>
        </p:nvSpPr>
        <p:spPr bwMode="auto">
          <a:xfrm>
            <a:off x="2478087" y="2694981"/>
            <a:ext cx="7683500" cy="534987"/>
          </a:xfrm>
          <a:prstGeom prst="roundRect">
            <a:avLst>
              <a:gd name="adj" fmla="val 16667"/>
            </a:avLst>
          </a:prstGeom>
          <a:gradFill rotWithShape="1">
            <a:gsLst>
              <a:gs pos="0">
                <a:srgbClr val="EEEFD7"/>
              </a:gs>
              <a:gs pos="100000">
                <a:schemeClr val="bg1"/>
              </a:gs>
            </a:gsLst>
            <a:lin ang="5400000" scaled="1"/>
          </a:gradFill>
          <a:ln w="3175" algn="ctr">
            <a:solidFill>
              <a:srgbClr val="808080"/>
            </a:solidFill>
            <a:round/>
            <a:headEnd/>
            <a:tailEnd/>
          </a:ln>
        </p:spPr>
        <p:txBody>
          <a:bodyPr lIns="182880" rIns="18288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20000"/>
              </a:spcBef>
              <a:buClrTx/>
              <a:buSzTx/>
              <a:buFontTx/>
              <a:buNone/>
            </a:pPr>
            <a:r>
              <a:rPr lang="en-US" altLang="fr-FR" sz="1800"/>
              <a:t>Introduit avec .NET Framework 3</a:t>
            </a:r>
          </a:p>
        </p:txBody>
      </p:sp>
      <p:sp>
        <p:nvSpPr>
          <p:cNvPr id="11" name="AutoShape 25">
            <a:extLst>
              <a:ext uri="{FF2B5EF4-FFF2-40B4-BE49-F238E27FC236}">
                <a16:creationId xmlns:a16="http://schemas.microsoft.com/office/drawing/2014/main" xmlns="" id="{5433B788-7383-62E9-85AB-7B7659AA48AF}"/>
              </a:ext>
            </a:extLst>
          </p:cNvPr>
          <p:cNvSpPr>
            <a:spLocks noChangeArrowheads="1"/>
          </p:cNvSpPr>
          <p:nvPr/>
        </p:nvSpPr>
        <p:spPr bwMode="auto">
          <a:xfrm>
            <a:off x="2036762" y="2783880"/>
            <a:ext cx="476250" cy="355600"/>
          </a:xfrm>
          <a:prstGeom prst="roundRect">
            <a:avLst>
              <a:gd name="adj" fmla="val 0"/>
            </a:avLst>
          </a:prstGeom>
          <a:gradFill rotWithShape="1">
            <a:gsLst>
              <a:gs pos="0">
                <a:srgbClr val="CECECE"/>
              </a:gs>
              <a:gs pos="50000">
                <a:srgbClr val="F0F0F0"/>
              </a:gs>
              <a:gs pos="100000">
                <a:srgbClr val="CECECE"/>
              </a:gs>
            </a:gsLst>
            <a:lin ang="5400000" scaled="1"/>
          </a:gradFill>
          <a:ln w="9525">
            <a:solidFill>
              <a:srgbClr val="000000"/>
            </a:solidFill>
            <a:round/>
            <a:headEnd/>
            <a:tailEn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3320" name="AutoShape 24">
            <a:extLst>
              <a:ext uri="{FF2B5EF4-FFF2-40B4-BE49-F238E27FC236}">
                <a16:creationId xmlns:a16="http://schemas.microsoft.com/office/drawing/2014/main" xmlns="" id="{656809F0-FB95-FB3A-A19A-16376B56848C}"/>
              </a:ext>
            </a:extLst>
          </p:cNvPr>
          <p:cNvSpPr>
            <a:spLocks noChangeArrowheads="1"/>
          </p:cNvSpPr>
          <p:nvPr/>
        </p:nvSpPr>
        <p:spPr bwMode="auto">
          <a:xfrm>
            <a:off x="2478087" y="3353793"/>
            <a:ext cx="7683500" cy="568325"/>
          </a:xfrm>
          <a:prstGeom prst="roundRect">
            <a:avLst>
              <a:gd name="adj" fmla="val 16667"/>
            </a:avLst>
          </a:prstGeom>
          <a:gradFill rotWithShape="1">
            <a:gsLst>
              <a:gs pos="0">
                <a:srgbClr val="EEEFD7"/>
              </a:gs>
              <a:gs pos="100000">
                <a:schemeClr val="bg1"/>
              </a:gs>
            </a:gsLst>
            <a:lin ang="5400000" scaled="1"/>
          </a:gradFill>
          <a:ln w="3175" algn="ctr">
            <a:solidFill>
              <a:srgbClr val="808080"/>
            </a:solidFill>
            <a:round/>
            <a:headEnd/>
            <a:tailEnd/>
          </a:ln>
        </p:spPr>
        <p:txBody>
          <a:bodyPr lIns="182880" rIns="18288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20000"/>
              </a:spcBef>
              <a:buClrTx/>
              <a:buSzTx/>
              <a:buFontTx/>
              <a:buNone/>
            </a:pPr>
            <a:r>
              <a:rPr lang="en-US" altLang="fr-FR" sz="1800"/>
              <a:t>Base de nombreuses technologies d’architecture distribuée</a:t>
            </a:r>
          </a:p>
        </p:txBody>
      </p:sp>
      <p:sp>
        <p:nvSpPr>
          <p:cNvPr id="13" name="AutoShape 25">
            <a:extLst>
              <a:ext uri="{FF2B5EF4-FFF2-40B4-BE49-F238E27FC236}">
                <a16:creationId xmlns:a16="http://schemas.microsoft.com/office/drawing/2014/main" xmlns="" id="{CBF87263-9FAC-C82B-83A8-2458F4C41C67}"/>
              </a:ext>
            </a:extLst>
          </p:cNvPr>
          <p:cNvSpPr>
            <a:spLocks noChangeArrowheads="1"/>
          </p:cNvSpPr>
          <p:nvPr/>
        </p:nvSpPr>
        <p:spPr bwMode="auto">
          <a:xfrm>
            <a:off x="2036762" y="3460155"/>
            <a:ext cx="476250" cy="355600"/>
          </a:xfrm>
          <a:prstGeom prst="roundRect">
            <a:avLst>
              <a:gd name="adj" fmla="val 0"/>
            </a:avLst>
          </a:prstGeom>
          <a:gradFill rotWithShape="1">
            <a:gsLst>
              <a:gs pos="0">
                <a:srgbClr val="CECECE"/>
              </a:gs>
              <a:gs pos="50000">
                <a:srgbClr val="F0F0F0"/>
              </a:gs>
              <a:gs pos="100000">
                <a:srgbClr val="CECECE"/>
              </a:gs>
            </a:gsLst>
            <a:lin ang="5400000" scaled="1"/>
          </a:gradFill>
          <a:ln w="9525">
            <a:solidFill>
              <a:srgbClr val="000000"/>
            </a:solidFill>
            <a:round/>
            <a:headEnd/>
            <a:tailEn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3322" name="AutoShape 14">
            <a:extLst>
              <a:ext uri="{FF2B5EF4-FFF2-40B4-BE49-F238E27FC236}">
                <a16:creationId xmlns:a16="http://schemas.microsoft.com/office/drawing/2014/main" xmlns="" id="{BF566D37-72FD-0E01-B789-B6F09015418D}"/>
              </a:ext>
            </a:extLst>
          </p:cNvPr>
          <p:cNvSpPr>
            <a:spLocks noChangeArrowheads="1"/>
          </p:cNvSpPr>
          <p:nvPr/>
        </p:nvSpPr>
        <p:spPr bwMode="auto">
          <a:xfrm>
            <a:off x="2478087" y="4068167"/>
            <a:ext cx="7683500" cy="566738"/>
          </a:xfrm>
          <a:prstGeom prst="roundRect">
            <a:avLst>
              <a:gd name="adj" fmla="val 16667"/>
            </a:avLst>
          </a:prstGeom>
          <a:gradFill rotWithShape="1">
            <a:gsLst>
              <a:gs pos="0">
                <a:srgbClr val="EEEFD7"/>
              </a:gs>
              <a:gs pos="100000">
                <a:schemeClr val="bg1"/>
              </a:gs>
            </a:gsLst>
            <a:lin ang="5400000" scaled="1"/>
          </a:gradFill>
          <a:ln w="3175" algn="ctr">
            <a:solidFill>
              <a:srgbClr val="808080"/>
            </a:solidFill>
            <a:round/>
            <a:headEnd/>
            <a:tailEnd/>
          </a:ln>
        </p:spPr>
        <p:txBody>
          <a:bodyPr lIns="182880" rIns="18288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20000"/>
              </a:spcBef>
              <a:buClrTx/>
              <a:buSzTx/>
              <a:buFontTx/>
              <a:buNone/>
            </a:pPr>
            <a:r>
              <a:rPr lang="en-US" altLang="fr-FR" sz="1800"/>
              <a:t>Développement simple et extensible en fonction des besoins</a:t>
            </a:r>
          </a:p>
        </p:txBody>
      </p:sp>
      <p:sp>
        <p:nvSpPr>
          <p:cNvPr id="15" name="AutoShape 15">
            <a:extLst>
              <a:ext uri="{FF2B5EF4-FFF2-40B4-BE49-F238E27FC236}">
                <a16:creationId xmlns:a16="http://schemas.microsoft.com/office/drawing/2014/main" xmlns="" id="{55C5A117-E2BC-2B9C-6EF8-86B9DBDACC23}"/>
              </a:ext>
            </a:extLst>
          </p:cNvPr>
          <p:cNvSpPr>
            <a:spLocks noChangeArrowheads="1"/>
          </p:cNvSpPr>
          <p:nvPr/>
        </p:nvSpPr>
        <p:spPr bwMode="auto">
          <a:xfrm>
            <a:off x="2036762" y="4179292"/>
            <a:ext cx="476250" cy="344488"/>
          </a:xfrm>
          <a:prstGeom prst="roundRect">
            <a:avLst>
              <a:gd name="adj" fmla="val 0"/>
            </a:avLst>
          </a:prstGeom>
          <a:gradFill rotWithShape="1">
            <a:gsLst>
              <a:gs pos="0">
                <a:srgbClr val="CECECE"/>
              </a:gs>
              <a:gs pos="50000">
                <a:srgbClr val="F0F0F0"/>
              </a:gs>
              <a:gs pos="100000">
                <a:srgbClr val="CECECE"/>
              </a:gs>
            </a:gsLst>
            <a:lin ang="5400000" scaled="1"/>
          </a:gradFill>
          <a:ln w="9525">
            <a:solidFill>
              <a:srgbClr val="000000"/>
            </a:solidFill>
            <a:round/>
            <a:headEnd/>
            <a:tailEn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3324" name="AutoShape 24">
            <a:extLst>
              <a:ext uri="{FF2B5EF4-FFF2-40B4-BE49-F238E27FC236}">
                <a16:creationId xmlns:a16="http://schemas.microsoft.com/office/drawing/2014/main" xmlns="" id="{4F006E22-2306-9359-F8D3-E3FBA038BA66}"/>
              </a:ext>
            </a:extLst>
          </p:cNvPr>
          <p:cNvSpPr>
            <a:spLocks noChangeArrowheads="1"/>
          </p:cNvSpPr>
          <p:nvPr/>
        </p:nvSpPr>
        <p:spPr bwMode="auto">
          <a:xfrm>
            <a:off x="2478087" y="4801593"/>
            <a:ext cx="7683500" cy="511175"/>
          </a:xfrm>
          <a:prstGeom prst="roundRect">
            <a:avLst>
              <a:gd name="adj" fmla="val 16667"/>
            </a:avLst>
          </a:prstGeom>
          <a:gradFill rotWithShape="1">
            <a:gsLst>
              <a:gs pos="0">
                <a:srgbClr val="EEEFD7"/>
              </a:gs>
              <a:gs pos="100000">
                <a:schemeClr val="bg1"/>
              </a:gs>
            </a:gsLst>
            <a:lin ang="5400000" scaled="1"/>
          </a:gradFill>
          <a:ln w="3175" algn="ctr">
            <a:solidFill>
              <a:srgbClr val="808080"/>
            </a:solidFill>
            <a:round/>
            <a:headEnd/>
            <a:tailEnd/>
          </a:ln>
        </p:spPr>
        <p:txBody>
          <a:bodyPr lIns="182880" rIns="18288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20000"/>
              </a:spcBef>
              <a:buClrTx/>
              <a:buSzTx/>
              <a:buFontTx/>
              <a:buNone/>
            </a:pPr>
            <a:r>
              <a:rPr lang="en-US" altLang="fr-FR" sz="1800"/>
              <a:t>Une seule API pour tous les protocoles de communication</a:t>
            </a:r>
          </a:p>
        </p:txBody>
      </p:sp>
      <p:sp>
        <p:nvSpPr>
          <p:cNvPr id="17" name="AutoShape 25">
            <a:extLst>
              <a:ext uri="{FF2B5EF4-FFF2-40B4-BE49-F238E27FC236}">
                <a16:creationId xmlns:a16="http://schemas.microsoft.com/office/drawing/2014/main" xmlns="" id="{164FBBA5-FFAF-C90E-2F0C-034A845FC113}"/>
              </a:ext>
            </a:extLst>
          </p:cNvPr>
          <p:cNvSpPr>
            <a:spLocks noChangeArrowheads="1"/>
          </p:cNvSpPr>
          <p:nvPr/>
        </p:nvSpPr>
        <p:spPr bwMode="auto">
          <a:xfrm>
            <a:off x="2036762" y="4879380"/>
            <a:ext cx="476250" cy="355600"/>
          </a:xfrm>
          <a:prstGeom prst="roundRect">
            <a:avLst>
              <a:gd name="adj" fmla="val 0"/>
            </a:avLst>
          </a:prstGeom>
          <a:gradFill rotWithShape="1">
            <a:gsLst>
              <a:gs pos="0">
                <a:srgbClr val="CECECE"/>
              </a:gs>
              <a:gs pos="50000">
                <a:srgbClr val="F0F0F0"/>
              </a:gs>
              <a:gs pos="100000">
                <a:srgbClr val="CECECE"/>
              </a:gs>
            </a:gsLst>
            <a:lin ang="5400000" scaled="1"/>
          </a:gradFill>
          <a:ln w="9525">
            <a:solidFill>
              <a:srgbClr val="000000"/>
            </a:solidFill>
            <a:round/>
            <a:headEnd/>
            <a:tailEn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3326" name="AutoShape 24">
            <a:extLst>
              <a:ext uri="{FF2B5EF4-FFF2-40B4-BE49-F238E27FC236}">
                <a16:creationId xmlns:a16="http://schemas.microsoft.com/office/drawing/2014/main" xmlns="" id="{6D36213D-36D8-43D8-B29E-0B1B80B1E89E}"/>
              </a:ext>
            </a:extLst>
          </p:cNvPr>
          <p:cNvSpPr>
            <a:spLocks noChangeArrowheads="1"/>
          </p:cNvSpPr>
          <p:nvPr/>
        </p:nvSpPr>
        <p:spPr bwMode="auto">
          <a:xfrm>
            <a:off x="2478087" y="5500092"/>
            <a:ext cx="7683500" cy="503238"/>
          </a:xfrm>
          <a:prstGeom prst="roundRect">
            <a:avLst>
              <a:gd name="adj" fmla="val 16667"/>
            </a:avLst>
          </a:prstGeom>
          <a:gradFill rotWithShape="1">
            <a:gsLst>
              <a:gs pos="0">
                <a:srgbClr val="EEEFD7"/>
              </a:gs>
              <a:gs pos="100000">
                <a:schemeClr val="bg1"/>
              </a:gs>
            </a:gsLst>
            <a:lin ang="5400000" scaled="1"/>
          </a:gradFill>
          <a:ln w="3175" algn="ctr">
            <a:solidFill>
              <a:srgbClr val="808080"/>
            </a:solidFill>
            <a:round/>
            <a:headEnd/>
            <a:tailEnd/>
          </a:ln>
        </p:spPr>
        <p:txBody>
          <a:bodyPr lIns="182880" rIns="18288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20000"/>
              </a:spcBef>
              <a:buClrTx/>
              <a:buSzTx/>
              <a:buFontTx/>
              <a:buNone/>
            </a:pPr>
            <a:r>
              <a:rPr lang="en-US" altLang="fr-FR" sz="1800"/>
              <a:t>Interopérabilité avec les standards existants</a:t>
            </a:r>
          </a:p>
        </p:txBody>
      </p:sp>
      <p:sp>
        <p:nvSpPr>
          <p:cNvPr id="19" name="AutoShape 25">
            <a:extLst>
              <a:ext uri="{FF2B5EF4-FFF2-40B4-BE49-F238E27FC236}">
                <a16:creationId xmlns:a16="http://schemas.microsoft.com/office/drawing/2014/main" xmlns="" id="{E5D3F3CF-E747-46A3-1FA6-15109A1FB1F1}"/>
              </a:ext>
            </a:extLst>
          </p:cNvPr>
          <p:cNvSpPr>
            <a:spLocks noChangeArrowheads="1"/>
          </p:cNvSpPr>
          <p:nvPr/>
        </p:nvSpPr>
        <p:spPr bwMode="auto">
          <a:xfrm>
            <a:off x="2036762" y="5573117"/>
            <a:ext cx="476250" cy="355600"/>
          </a:xfrm>
          <a:prstGeom prst="roundRect">
            <a:avLst>
              <a:gd name="adj" fmla="val 0"/>
            </a:avLst>
          </a:prstGeom>
          <a:gradFill rotWithShape="1">
            <a:gsLst>
              <a:gs pos="0">
                <a:srgbClr val="CECECE"/>
              </a:gs>
              <a:gs pos="50000">
                <a:srgbClr val="F0F0F0"/>
              </a:gs>
              <a:gs pos="100000">
                <a:srgbClr val="CECECE"/>
              </a:gs>
            </a:gsLst>
            <a:lin ang="5400000" scaled="1"/>
          </a:gradFill>
          <a:ln w="9525">
            <a:solidFill>
              <a:srgbClr val="000000"/>
            </a:solidFill>
            <a:round/>
            <a:headEnd/>
            <a:tailEn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xmlns="" id="{1540BC20-9511-E0DD-E601-5BB164AB228B}"/>
              </a:ext>
            </a:extLst>
          </p:cNvPr>
          <p:cNvSpPr>
            <a:spLocks noGrp="1" noChangeArrowheads="1"/>
          </p:cNvSpPr>
          <p:nvPr>
            <p:ph type="title"/>
          </p:nvPr>
        </p:nvSpPr>
        <p:spPr/>
        <p:txBody>
          <a:bodyPr/>
          <a:lstStyle/>
          <a:p>
            <a:pPr eaLnBrk="1" hangingPunct="1"/>
            <a:r>
              <a:rPr lang="fr-FR" altLang="fr-FR"/>
              <a:t>Modèle de communication</a:t>
            </a:r>
          </a:p>
        </p:txBody>
      </p:sp>
      <p:sp>
        <p:nvSpPr>
          <p:cNvPr id="14339" name="AutoShape 4">
            <a:extLst>
              <a:ext uri="{FF2B5EF4-FFF2-40B4-BE49-F238E27FC236}">
                <a16:creationId xmlns:a16="http://schemas.microsoft.com/office/drawing/2014/main" xmlns="" id="{D7325DA3-7330-C81D-8E99-01237D950CC0}"/>
              </a:ext>
            </a:extLst>
          </p:cNvPr>
          <p:cNvSpPr>
            <a:spLocks noChangeArrowheads="1"/>
          </p:cNvSpPr>
          <p:nvPr/>
        </p:nvSpPr>
        <p:spPr bwMode="auto">
          <a:xfrm>
            <a:off x="2033016" y="1239668"/>
            <a:ext cx="8382000" cy="5208588"/>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endParaRPr lang="he-IL" altLang="fr-FR" sz="2200">
              <a:latin typeface="Arial Narrow" panose="020B0606020202030204" pitchFamily="34" charset="0"/>
            </a:endParaRPr>
          </a:p>
        </p:txBody>
      </p:sp>
      <p:sp>
        <p:nvSpPr>
          <p:cNvPr id="14340" name="AutoShape 14">
            <a:extLst>
              <a:ext uri="{FF2B5EF4-FFF2-40B4-BE49-F238E27FC236}">
                <a16:creationId xmlns:a16="http://schemas.microsoft.com/office/drawing/2014/main" xmlns="" id="{1AF3E12D-E314-716B-116C-8DC9B6CCDCC5}"/>
              </a:ext>
            </a:extLst>
          </p:cNvPr>
          <p:cNvSpPr>
            <a:spLocks noChangeArrowheads="1"/>
          </p:cNvSpPr>
          <p:nvPr/>
        </p:nvSpPr>
        <p:spPr bwMode="auto">
          <a:xfrm>
            <a:off x="2607691" y="1420643"/>
            <a:ext cx="7683500" cy="922338"/>
          </a:xfrm>
          <a:prstGeom prst="roundRect">
            <a:avLst>
              <a:gd name="adj" fmla="val 16667"/>
            </a:avLst>
          </a:prstGeom>
          <a:gradFill rotWithShape="1">
            <a:gsLst>
              <a:gs pos="0">
                <a:srgbClr val="EEEFD7"/>
              </a:gs>
              <a:gs pos="100000">
                <a:schemeClr val="bg1"/>
              </a:gs>
            </a:gsLst>
            <a:lin ang="5400000" scaled="1"/>
          </a:gradFill>
          <a:ln w="3175" algn="ctr">
            <a:solidFill>
              <a:srgbClr val="808080"/>
            </a:solidFill>
            <a:round/>
            <a:headEnd/>
            <a:tailEnd/>
          </a:ln>
        </p:spPr>
        <p:txBody>
          <a:bodyPr lIns="182880" rIns="18288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20000"/>
              </a:spcBef>
              <a:buClrTx/>
              <a:buSzTx/>
              <a:buFontTx/>
              <a:buNone/>
            </a:pPr>
            <a:r>
              <a:rPr lang="en-US" altLang="fr-FR" sz="1800"/>
              <a:t>Conçu pour rendre les communications simples mais peut être étendu en fonction des besoins</a:t>
            </a:r>
          </a:p>
        </p:txBody>
      </p:sp>
      <p:sp>
        <p:nvSpPr>
          <p:cNvPr id="11" name="AutoShape 15">
            <a:extLst>
              <a:ext uri="{FF2B5EF4-FFF2-40B4-BE49-F238E27FC236}">
                <a16:creationId xmlns:a16="http://schemas.microsoft.com/office/drawing/2014/main" xmlns="" id="{45B440A3-107B-B0D7-6570-AD62257D0BED}"/>
              </a:ext>
            </a:extLst>
          </p:cNvPr>
          <p:cNvSpPr>
            <a:spLocks noChangeArrowheads="1"/>
          </p:cNvSpPr>
          <p:nvPr/>
        </p:nvSpPr>
        <p:spPr bwMode="auto">
          <a:xfrm>
            <a:off x="2223516" y="1709568"/>
            <a:ext cx="476250" cy="344488"/>
          </a:xfrm>
          <a:prstGeom prst="roundRect">
            <a:avLst>
              <a:gd name="adj" fmla="val 0"/>
            </a:avLst>
          </a:prstGeom>
          <a:gradFill rotWithShape="1">
            <a:gsLst>
              <a:gs pos="0">
                <a:srgbClr val="CECECE"/>
              </a:gs>
              <a:gs pos="50000">
                <a:srgbClr val="F0F0F0"/>
              </a:gs>
              <a:gs pos="100000">
                <a:srgbClr val="CECECE"/>
              </a:gs>
            </a:gsLst>
            <a:lin ang="5400000" scaled="1"/>
          </a:gradFill>
          <a:ln w="9525">
            <a:solidFill>
              <a:srgbClr val="000000"/>
            </a:solidFill>
            <a:round/>
            <a:headEnd/>
            <a:tailEn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4342" name="AutoShape 24">
            <a:extLst>
              <a:ext uri="{FF2B5EF4-FFF2-40B4-BE49-F238E27FC236}">
                <a16:creationId xmlns:a16="http://schemas.microsoft.com/office/drawing/2014/main" xmlns="" id="{16C08A10-7CCC-3AEB-885E-757967FDDC34}"/>
              </a:ext>
            </a:extLst>
          </p:cNvPr>
          <p:cNvSpPr>
            <a:spLocks noChangeArrowheads="1"/>
          </p:cNvSpPr>
          <p:nvPr/>
        </p:nvSpPr>
        <p:spPr bwMode="auto">
          <a:xfrm>
            <a:off x="2607691" y="2441406"/>
            <a:ext cx="7683500" cy="863600"/>
          </a:xfrm>
          <a:prstGeom prst="roundRect">
            <a:avLst>
              <a:gd name="adj" fmla="val 16667"/>
            </a:avLst>
          </a:prstGeom>
          <a:gradFill rotWithShape="1">
            <a:gsLst>
              <a:gs pos="0">
                <a:srgbClr val="EEEFD7"/>
              </a:gs>
              <a:gs pos="100000">
                <a:schemeClr val="bg1"/>
              </a:gs>
            </a:gsLst>
            <a:lin ang="5400000" scaled="1"/>
          </a:gradFill>
          <a:ln w="3175" algn="ctr">
            <a:solidFill>
              <a:srgbClr val="808080"/>
            </a:solidFill>
            <a:round/>
            <a:headEnd/>
            <a:tailEnd/>
          </a:ln>
        </p:spPr>
        <p:txBody>
          <a:bodyPr lIns="182880" rIns="182880"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20000"/>
              </a:spcBef>
              <a:buClrTx/>
              <a:buSzTx/>
              <a:buFontTx/>
              <a:buNone/>
            </a:pPr>
            <a:r>
              <a:rPr lang="en-US" altLang="fr-FR" sz="1800"/>
              <a:t>Communication basée sur des messages échangés entre deux points de terminaison: combinaison d’une adresse, d’une liaison et d’un contrat</a:t>
            </a:r>
          </a:p>
        </p:txBody>
      </p:sp>
      <p:sp>
        <p:nvSpPr>
          <p:cNvPr id="13" name="AutoShape 25">
            <a:extLst>
              <a:ext uri="{FF2B5EF4-FFF2-40B4-BE49-F238E27FC236}">
                <a16:creationId xmlns:a16="http://schemas.microsoft.com/office/drawing/2014/main" xmlns="" id="{930D488B-A98C-E8B8-7AEF-68B0A0A6EC65}"/>
              </a:ext>
            </a:extLst>
          </p:cNvPr>
          <p:cNvSpPr>
            <a:spLocks noChangeArrowheads="1"/>
          </p:cNvSpPr>
          <p:nvPr/>
        </p:nvSpPr>
        <p:spPr bwMode="auto">
          <a:xfrm>
            <a:off x="2166366" y="2695406"/>
            <a:ext cx="488950" cy="355600"/>
          </a:xfrm>
          <a:prstGeom prst="roundRect">
            <a:avLst>
              <a:gd name="adj" fmla="val 0"/>
            </a:avLst>
          </a:prstGeom>
          <a:gradFill rotWithShape="1">
            <a:gsLst>
              <a:gs pos="0">
                <a:srgbClr val="CECECE"/>
              </a:gs>
              <a:gs pos="50000">
                <a:srgbClr val="F0F0F0"/>
              </a:gs>
              <a:gs pos="100000">
                <a:srgbClr val="CECECE"/>
              </a:gs>
            </a:gsLst>
            <a:lin ang="5400000" scaled="1"/>
          </a:gradFill>
          <a:ln w="9525">
            <a:solidFill>
              <a:srgbClr val="000000"/>
            </a:solidFill>
            <a:round/>
            <a:headEnd/>
            <a:tailEn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pic>
        <p:nvPicPr>
          <p:cNvPr id="14344" name="Picture 3" descr="silver edge - sapphire square">
            <a:extLst>
              <a:ext uri="{FF2B5EF4-FFF2-40B4-BE49-F238E27FC236}">
                <a16:creationId xmlns:a16="http://schemas.microsoft.com/office/drawing/2014/main" xmlns="" id="{6A2188B8-F781-C26C-D00F-F43602348D6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7378" y="3446294"/>
            <a:ext cx="1493838"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5" name="Picture 4" descr="silver edge - rose square">
            <a:extLst>
              <a:ext uri="{FF2B5EF4-FFF2-40B4-BE49-F238E27FC236}">
                <a16:creationId xmlns:a16="http://schemas.microsoft.com/office/drawing/2014/main" xmlns="" id="{CAFFA1D6-3462-4F50-0225-4EED6BD861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8592" y="3392318"/>
            <a:ext cx="1519237"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5">
            <a:extLst>
              <a:ext uri="{FF2B5EF4-FFF2-40B4-BE49-F238E27FC236}">
                <a16:creationId xmlns:a16="http://schemas.microsoft.com/office/drawing/2014/main" xmlns="" id="{963E3C36-83ED-FBF8-C6C2-FB31435316F1}"/>
              </a:ext>
            </a:extLst>
          </p:cNvPr>
          <p:cNvSpPr txBox="1">
            <a:spLocks noChangeArrowheads="1"/>
          </p:cNvSpPr>
          <p:nvPr/>
        </p:nvSpPr>
        <p:spPr bwMode="auto">
          <a:xfrm>
            <a:off x="3009328" y="3916194"/>
            <a:ext cx="801688" cy="307975"/>
          </a:xfrm>
          <a:prstGeom prst="rect">
            <a:avLst/>
          </a:prstGeom>
          <a:noFill/>
          <a:ln>
            <a:noFill/>
          </a:ln>
        </p:spPr>
        <p:txBody>
          <a:bodyPr>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algn="ctr" eaLnBrk="1" hangingPunct="1">
              <a:defRPr/>
            </a:pPr>
            <a:r>
              <a:rPr lang="en-US" sz="1400" b="0">
                <a:solidFill>
                  <a:schemeClr val="bg1"/>
                </a:solidFill>
                <a:latin typeface="+mn-lt"/>
              </a:rPr>
              <a:t>Client</a:t>
            </a:r>
          </a:p>
        </p:txBody>
      </p:sp>
      <p:sp>
        <p:nvSpPr>
          <p:cNvPr id="17" name="Text Box 6">
            <a:extLst>
              <a:ext uri="{FF2B5EF4-FFF2-40B4-BE49-F238E27FC236}">
                <a16:creationId xmlns:a16="http://schemas.microsoft.com/office/drawing/2014/main" xmlns="" id="{0A836AA8-BAAA-A1A8-F98C-1E5533020FF1}"/>
              </a:ext>
            </a:extLst>
          </p:cNvPr>
          <p:cNvSpPr txBox="1">
            <a:spLocks noChangeArrowheads="1"/>
          </p:cNvSpPr>
          <p:nvPr/>
        </p:nvSpPr>
        <p:spPr bwMode="auto">
          <a:xfrm>
            <a:off x="8821167" y="3838407"/>
            <a:ext cx="1004887" cy="307975"/>
          </a:xfrm>
          <a:prstGeom prst="rect">
            <a:avLst/>
          </a:prstGeom>
          <a:noFill/>
          <a:ln>
            <a:noFill/>
          </a:ln>
        </p:spPr>
        <p:txBody>
          <a:bodyPr>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algn="ctr" eaLnBrk="1" hangingPunct="1">
              <a:defRPr/>
            </a:pPr>
            <a:r>
              <a:rPr lang="en-US" sz="1400" b="0">
                <a:solidFill>
                  <a:schemeClr val="bg1"/>
                </a:solidFill>
                <a:latin typeface="+mn-lt"/>
              </a:rPr>
              <a:t>Service</a:t>
            </a:r>
          </a:p>
        </p:txBody>
      </p:sp>
      <p:sp>
        <p:nvSpPr>
          <p:cNvPr id="18" name="Text Box 8">
            <a:extLst>
              <a:ext uri="{FF2B5EF4-FFF2-40B4-BE49-F238E27FC236}">
                <a16:creationId xmlns:a16="http://schemas.microsoft.com/office/drawing/2014/main" xmlns="" id="{7D9D31A9-6967-DCD7-E011-61A1863C0CB4}"/>
              </a:ext>
            </a:extLst>
          </p:cNvPr>
          <p:cNvSpPr txBox="1">
            <a:spLocks noChangeArrowheads="1"/>
          </p:cNvSpPr>
          <p:nvPr/>
        </p:nvSpPr>
        <p:spPr bwMode="auto">
          <a:xfrm>
            <a:off x="5550916" y="4460707"/>
            <a:ext cx="1079500" cy="307975"/>
          </a:xfrm>
          <a:prstGeom prst="rect">
            <a:avLst/>
          </a:prstGeom>
          <a:noFill/>
          <a:ln>
            <a:noFill/>
          </a:ln>
        </p:spPr>
        <p:txBody>
          <a:bodyPr>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algn="ctr" eaLnBrk="1" hangingPunct="1">
              <a:defRPr/>
            </a:pPr>
            <a:r>
              <a:rPr lang="en-US" sz="1400" b="0">
                <a:latin typeface="+mn-lt"/>
              </a:rPr>
              <a:t>Message</a:t>
            </a:r>
          </a:p>
        </p:txBody>
      </p:sp>
      <p:pic>
        <p:nvPicPr>
          <p:cNvPr id="14349" name="Picture 9" descr="GEL Dotted Line MS-green">
            <a:extLst>
              <a:ext uri="{FF2B5EF4-FFF2-40B4-BE49-F238E27FC236}">
                <a16:creationId xmlns:a16="http://schemas.microsoft.com/office/drawing/2014/main" xmlns="" id="{17B3BE20-B5A4-381E-EAE5-AB2F3AA2E2B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18031" t="-2831" r="75771" b="-11320"/>
          <a:stretch>
            <a:fillRect/>
          </a:stretch>
        </p:blipFill>
        <p:spPr bwMode="auto">
          <a:xfrm>
            <a:off x="4930204" y="4840119"/>
            <a:ext cx="233363"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0" name="Picture 10" descr="GEL Dotted Line MS-green">
            <a:extLst>
              <a:ext uri="{FF2B5EF4-FFF2-40B4-BE49-F238E27FC236}">
                <a16:creationId xmlns:a16="http://schemas.microsoft.com/office/drawing/2014/main" xmlns="" id="{BE0696F4-E3F4-79E9-8119-BF2712014A7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16982" r="93335" b="-11320"/>
          <a:stretch>
            <a:fillRect/>
          </a:stretch>
        </p:blipFill>
        <p:spPr bwMode="auto">
          <a:xfrm>
            <a:off x="7052692" y="4392443"/>
            <a:ext cx="250825"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351" name="Group 11">
            <a:extLst>
              <a:ext uri="{FF2B5EF4-FFF2-40B4-BE49-F238E27FC236}">
                <a16:creationId xmlns:a16="http://schemas.microsoft.com/office/drawing/2014/main" xmlns="" id="{4A0BF905-F918-DE0A-F9B4-F07226A0F08A}"/>
              </a:ext>
            </a:extLst>
          </p:cNvPr>
          <p:cNvGrpSpPr>
            <a:grpSpLocks/>
          </p:cNvGrpSpPr>
          <p:nvPr/>
        </p:nvGrpSpPr>
        <p:grpSpPr bwMode="auto">
          <a:xfrm>
            <a:off x="3849116" y="4760743"/>
            <a:ext cx="1028700" cy="376238"/>
            <a:chOff x="1237" y="2505"/>
            <a:chExt cx="892" cy="320"/>
          </a:xfrm>
        </p:grpSpPr>
        <p:grpSp>
          <p:nvGrpSpPr>
            <p:cNvPr id="14383" name="Group 12">
              <a:extLst>
                <a:ext uri="{FF2B5EF4-FFF2-40B4-BE49-F238E27FC236}">
                  <a16:creationId xmlns:a16="http://schemas.microsoft.com/office/drawing/2014/main" xmlns="" id="{18C0641A-D604-281F-64F2-6A20057F9C3C}"/>
                </a:ext>
              </a:extLst>
            </p:cNvPr>
            <p:cNvGrpSpPr>
              <a:grpSpLocks/>
            </p:cNvGrpSpPr>
            <p:nvPr/>
          </p:nvGrpSpPr>
          <p:grpSpPr bwMode="auto">
            <a:xfrm>
              <a:off x="1804" y="2505"/>
              <a:ext cx="325" cy="320"/>
              <a:chOff x="1804" y="2505"/>
              <a:chExt cx="325" cy="320"/>
            </a:xfrm>
          </p:grpSpPr>
          <p:pic>
            <p:nvPicPr>
              <p:cNvPr id="14390" name="Picture 13" descr="Metallic edge Cinnamon Square Small">
                <a:extLst>
                  <a:ext uri="{FF2B5EF4-FFF2-40B4-BE49-F238E27FC236}">
                    <a16:creationId xmlns:a16="http://schemas.microsoft.com/office/drawing/2014/main" xmlns="" id="{0E0FE037-F5B7-6734-6B5E-9BDC12989F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4" y="2505"/>
                <a:ext cx="32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ectangle 14">
                <a:extLst>
                  <a:ext uri="{FF2B5EF4-FFF2-40B4-BE49-F238E27FC236}">
                    <a16:creationId xmlns:a16="http://schemas.microsoft.com/office/drawing/2014/main" xmlns="" id="{D9F2FC9D-4291-04C5-6926-342628CFBA54}"/>
                  </a:ext>
                </a:extLst>
              </p:cNvPr>
              <p:cNvSpPr>
                <a:spLocks noChangeArrowheads="1"/>
              </p:cNvSpPr>
              <p:nvPr/>
            </p:nvSpPr>
            <p:spPr bwMode="auto">
              <a:xfrm>
                <a:off x="1863" y="2537"/>
                <a:ext cx="252" cy="262"/>
              </a:xfrm>
              <a:prstGeom prst="rect">
                <a:avLst/>
              </a:prstGeom>
              <a:noFill/>
              <a:ln>
                <a:noFill/>
              </a:ln>
            </p:spPr>
            <p:txBody>
              <a:bodyPr wrap="none">
                <a:spAutoFit/>
              </a:bodyPr>
              <a:lstStyle/>
              <a:p>
                <a:pPr algn="ctr">
                  <a:defRPr/>
                </a:pPr>
                <a:r>
                  <a:rPr lang="en-US" sz="1400">
                    <a:solidFill>
                      <a:schemeClr val="bg1"/>
                    </a:solidFill>
                    <a:cs typeface="Arial" charset="0"/>
                  </a:rPr>
                  <a:t>A</a:t>
                </a:r>
              </a:p>
            </p:txBody>
          </p:sp>
        </p:grpSp>
        <p:grpSp>
          <p:nvGrpSpPr>
            <p:cNvPr id="14384" name="Group 15">
              <a:extLst>
                <a:ext uri="{FF2B5EF4-FFF2-40B4-BE49-F238E27FC236}">
                  <a16:creationId xmlns:a16="http://schemas.microsoft.com/office/drawing/2014/main" xmlns="" id="{88AEDDFA-F6E0-40F5-D7CF-FBD5FF1F93F7}"/>
                </a:ext>
              </a:extLst>
            </p:cNvPr>
            <p:cNvGrpSpPr>
              <a:grpSpLocks/>
            </p:cNvGrpSpPr>
            <p:nvPr/>
          </p:nvGrpSpPr>
          <p:grpSpPr bwMode="auto">
            <a:xfrm>
              <a:off x="1519" y="2505"/>
              <a:ext cx="325" cy="320"/>
              <a:chOff x="1519" y="2505"/>
              <a:chExt cx="325" cy="320"/>
            </a:xfrm>
          </p:grpSpPr>
          <p:pic>
            <p:nvPicPr>
              <p:cNvPr id="14388" name="Picture 16" descr="Metallic edge Gold Square Small">
                <a:extLst>
                  <a:ext uri="{FF2B5EF4-FFF2-40B4-BE49-F238E27FC236}">
                    <a16:creationId xmlns:a16="http://schemas.microsoft.com/office/drawing/2014/main" xmlns="" id="{FF5873EF-7A38-19E4-AA86-D72DCA5B767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9" y="2505"/>
                <a:ext cx="32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Rectangle 17">
                <a:extLst>
                  <a:ext uri="{FF2B5EF4-FFF2-40B4-BE49-F238E27FC236}">
                    <a16:creationId xmlns:a16="http://schemas.microsoft.com/office/drawing/2014/main" xmlns="" id="{726FF69F-F743-8270-BAB6-0F1B67A7749C}"/>
                  </a:ext>
                </a:extLst>
              </p:cNvPr>
              <p:cNvSpPr>
                <a:spLocks noChangeArrowheads="1"/>
              </p:cNvSpPr>
              <p:nvPr/>
            </p:nvSpPr>
            <p:spPr bwMode="auto">
              <a:xfrm>
                <a:off x="1575" y="2537"/>
                <a:ext cx="255" cy="262"/>
              </a:xfrm>
              <a:prstGeom prst="rect">
                <a:avLst/>
              </a:prstGeom>
              <a:noFill/>
              <a:ln>
                <a:noFill/>
              </a:ln>
            </p:spPr>
            <p:txBody>
              <a:bodyPr wrap="none">
                <a:spAutoFit/>
              </a:bodyPr>
              <a:lstStyle/>
              <a:p>
                <a:pPr algn="ctr">
                  <a:defRPr/>
                </a:pPr>
                <a:r>
                  <a:rPr lang="en-US" sz="1400">
                    <a:solidFill>
                      <a:schemeClr val="bg1"/>
                    </a:solidFill>
                    <a:cs typeface="Arial" charset="0"/>
                  </a:rPr>
                  <a:t>B</a:t>
                </a:r>
              </a:p>
            </p:txBody>
          </p:sp>
        </p:grpSp>
        <p:grpSp>
          <p:nvGrpSpPr>
            <p:cNvPr id="14385" name="Group 18">
              <a:extLst>
                <a:ext uri="{FF2B5EF4-FFF2-40B4-BE49-F238E27FC236}">
                  <a16:creationId xmlns:a16="http://schemas.microsoft.com/office/drawing/2014/main" xmlns="" id="{E930C0D9-6485-574A-7934-3A2E34E81280}"/>
                </a:ext>
              </a:extLst>
            </p:cNvPr>
            <p:cNvGrpSpPr>
              <a:grpSpLocks/>
            </p:cNvGrpSpPr>
            <p:nvPr/>
          </p:nvGrpSpPr>
          <p:grpSpPr bwMode="auto">
            <a:xfrm>
              <a:off x="1237" y="2505"/>
              <a:ext cx="332" cy="320"/>
              <a:chOff x="1237" y="2505"/>
              <a:chExt cx="332" cy="320"/>
            </a:xfrm>
          </p:grpSpPr>
          <p:pic>
            <p:nvPicPr>
              <p:cNvPr id="14386" name="Picture 19" descr="Metallic edge Turquoise Square Small">
                <a:extLst>
                  <a:ext uri="{FF2B5EF4-FFF2-40B4-BE49-F238E27FC236}">
                    <a16:creationId xmlns:a16="http://schemas.microsoft.com/office/drawing/2014/main" xmlns="" id="{C695A6A8-4F03-26D2-8939-EAE799E0B40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7" y="2505"/>
                <a:ext cx="32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0">
                <a:extLst>
                  <a:ext uri="{FF2B5EF4-FFF2-40B4-BE49-F238E27FC236}">
                    <a16:creationId xmlns:a16="http://schemas.microsoft.com/office/drawing/2014/main" xmlns="" id="{C284E01C-8AA6-8BB6-568F-FFB99C25D3D8}"/>
                  </a:ext>
                </a:extLst>
              </p:cNvPr>
              <p:cNvSpPr>
                <a:spLocks noChangeArrowheads="1"/>
              </p:cNvSpPr>
              <p:nvPr/>
            </p:nvSpPr>
            <p:spPr bwMode="auto">
              <a:xfrm>
                <a:off x="1300" y="2537"/>
                <a:ext cx="267" cy="262"/>
              </a:xfrm>
              <a:prstGeom prst="rect">
                <a:avLst/>
              </a:prstGeom>
              <a:noFill/>
              <a:ln>
                <a:noFill/>
              </a:ln>
            </p:spPr>
            <p:txBody>
              <a:bodyPr wrap="none">
                <a:spAutoFit/>
              </a:bodyPr>
              <a:lstStyle/>
              <a:p>
                <a:pPr algn="ctr">
                  <a:defRPr/>
                </a:pPr>
                <a:r>
                  <a:rPr lang="en-US" sz="1400">
                    <a:solidFill>
                      <a:schemeClr val="bg1"/>
                    </a:solidFill>
                    <a:cs typeface="Arial" charset="0"/>
                  </a:rPr>
                  <a:t>C</a:t>
                </a:r>
              </a:p>
            </p:txBody>
          </p:sp>
        </p:grpSp>
      </p:grpSp>
      <p:grpSp>
        <p:nvGrpSpPr>
          <p:cNvPr id="14352" name="Group 21">
            <a:extLst>
              <a:ext uri="{FF2B5EF4-FFF2-40B4-BE49-F238E27FC236}">
                <a16:creationId xmlns:a16="http://schemas.microsoft.com/office/drawing/2014/main" xmlns="" id="{A22D6600-712B-BBD3-F73B-931E256CF1D5}"/>
              </a:ext>
            </a:extLst>
          </p:cNvPr>
          <p:cNvGrpSpPr>
            <a:grpSpLocks/>
          </p:cNvGrpSpPr>
          <p:nvPr/>
        </p:nvGrpSpPr>
        <p:grpSpPr bwMode="auto">
          <a:xfrm flipH="1">
            <a:off x="7621016" y="4708357"/>
            <a:ext cx="1027112" cy="376237"/>
            <a:chOff x="1237" y="2505"/>
            <a:chExt cx="892" cy="320"/>
          </a:xfrm>
        </p:grpSpPr>
        <p:grpSp>
          <p:nvGrpSpPr>
            <p:cNvPr id="14374" name="Group 22">
              <a:extLst>
                <a:ext uri="{FF2B5EF4-FFF2-40B4-BE49-F238E27FC236}">
                  <a16:creationId xmlns:a16="http://schemas.microsoft.com/office/drawing/2014/main" xmlns="" id="{584C4D9D-38FD-8459-282A-323186E3A0B0}"/>
                </a:ext>
              </a:extLst>
            </p:cNvPr>
            <p:cNvGrpSpPr>
              <a:grpSpLocks/>
            </p:cNvGrpSpPr>
            <p:nvPr/>
          </p:nvGrpSpPr>
          <p:grpSpPr bwMode="auto">
            <a:xfrm>
              <a:off x="1804" y="2505"/>
              <a:ext cx="325" cy="320"/>
              <a:chOff x="1804" y="2505"/>
              <a:chExt cx="325" cy="320"/>
            </a:xfrm>
          </p:grpSpPr>
          <p:pic>
            <p:nvPicPr>
              <p:cNvPr id="14381" name="Picture 23" descr="Metallic edge Cinnamon Square Small">
                <a:extLst>
                  <a:ext uri="{FF2B5EF4-FFF2-40B4-BE49-F238E27FC236}">
                    <a16:creationId xmlns:a16="http://schemas.microsoft.com/office/drawing/2014/main" xmlns="" id="{66D1C9EE-E03A-E201-BAC3-F54C88B24A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4" y="2505"/>
                <a:ext cx="32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24">
                <a:extLst>
                  <a:ext uri="{FF2B5EF4-FFF2-40B4-BE49-F238E27FC236}">
                    <a16:creationId xmlns:a16="http://schemas.microsoft.com/office/drawing/2014/main" xmlns="" id="{A28CDEB1-5024-839D-F7F2-B44A2565977E}"/>
                  </a:ext>
                </a:extLst>
              </p:cNvPr>
              <p:cNvSpPr>
                <a:spLocks noChangeArrowheads="1"/>
              </p:cNvSpPr>
              <p:nvPr/>
            </p:nvSpPr>
            <p:spPr bwMode="auto">
              <a:xfrm>
                <a:off x="1820" y="2537"/>
                <a:ext cx="252" cy="262"/>
              </a:xfrm>
              <a:prstGeom prst="rect">
                <a:avLst/>
              </a:prstGeom>
              <a:noFill/>
              <a:ln>
                <a:noFill/>
              </a:ln>
            </p:spPr>
            <p:txBody>
              <a:bodyPr wrap="none">
                <a:spAutoFit/>
              </a:bodyPr>
              <a:lstStyle/>
              <a:p>
                <a:pPr algn="ctr">
                  <a:defRPr/>
                </a:pPr>
                <a:r>
                  <a:rPr lang="en-US" sz="1400">
                    <a:solidFill>
                      <a:schemeClr val="bg1"/>
                    </a:solidFill>
                    <a:cs typeface="Arial" charset="0"/>
                  </a:rPr>
                  <a:t>A</a:t>
                </a:r>
              </a:p>
            </p:txBody>
          </p:sp>
        </p:grpSp>
        <p:grpSp>
          <p:nvGrpSpPr>
            <p:cNvPr id="14375" name="Group 25">
              <a:extLst>
                <a:ext uri="{FF2B5EF4-FFF2-40B4-BE49-F238E27FC236}">
                  <a16:creationId xmlns:a16="http://schemas.microsoft.com/office/drawing/2014/main" xmlns="" id="{EFC174D7-98F0-5F05-BDB9-AD2EB2CB2C61}"/>
                </a:ext>
              </a:extLst>
            </p:cNvPr>
            <p:cNvGrpSpPr>
              <a:grpSpLocks/>
            </p:cNvGrpSpPr>
            <p:nvPr/>
          </p:nvGrpSpPr>
          <p:grpSpPr bwMode="auto">
            <a:xfrm>
              <a:off x="1518" y="2505"/>
              <a:ext cx="326" cy="320"/>
              <a:chOff x="1518" y="2505"/>
              <a:chExt cx="326" cy="320"/>
            </a:xfrm>
          </p:grpSpPr>
          <p:pic>
            <p:nvPicPr>
              <p:cNvPr id="14379" name="Picture 26" descr="Metallic edge Gold Square Small">
                <a:extLst>
                  <a:ext uri="{FF2B5EF4-FFF2-40B4-BE49-F238E27FC236}">
                    <a16:creationId xmlns:a16="http://schemas.microsoft.com/office/drawing/2014/main" xmlns="" id="{62B64580-B1B9-2625-9BC3-46CF86380F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9" y="2505"/>
                <a:ext cx="32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Rectangle 27">
                <a:extLst>
                  <a:ext uri="{FF2B5EF4-FFF2-40B4-BE49-F238E27FC236}">
                    <a16:creationId xmlns:a16="http://schemas.microsoft.com/office/drawing/2014/main" xmlns="" id="{FF2F9A8F-EFA3-326A-222A-8DD76798FFDF}"/>
                  </a:ext>
                </a:extLst>
              </p:cNvPr>
              <p:cNvSpPr>
                <a:spLocks noChangeArrowheads="1"/>
              </p:cNvSpPr>
              <p:nvPr/>
            </p:nvSpPr>
            <p:spPr bwMode="auto">
              <a:xfrm>
                <a:off x="1518" y="2537"/>
                <a:ext cx="265" cy="262"/>
              </a:xfrm>
              <a:prstGeom prst="rect">
                <a:avLst/>
              </a:prstGeom>
              <a:noFill/>
              <a:ln>
                <a:noFill/>
              </a:ln>
            </p:spPr>
            <p:txBody>
              <a:bodyPr wrap="none">
                <a:spAutoFit/>
              </a:bodyPr>
              <a:lstStyle/>
              <a:p>
                <a:pPr algn="ctr">
                  <a:defRPr/>
                </a:pPr>
                <a:r>
                  <a:rPr lang="en-US" sz="1400">
                    <a:solidFill>
                      <a:schemeClr val="bg1"/>
                    </a:solidFill>
                    <a:cs typeface="Arial" charset="0"/>
                  </a:rPr>
                  <a:t>B</a:t>
                </a:r>
              </a:p>
            </p:txBody>
          </p:sp>
        </p:grpSp>
        <p:grpSp>
          <p:nvGrpSpPr>
            <p:cNvPr id="14376" name="Group 28">
              <a:extLst>
                <a:ext uri="{FF2B5EF4-FFF2-40B4-BE49-F238E27FC236}">
                  <a16:creationId xmlns:a16="http://schemas.microsoft.com/office/drawing/2014/main" xmlns="" id="{90290B15-BB03-7C28-34B3-06C85D42A0B8}"/>
                </a:ext>
              </a:extLst>
            </p:cNvPr>
            <p:cNvGrpSpPr>
              <a:grpSpLocks/>
            </p:cNvGrpSpPr>
            <p:nvPr/>
          </p:nvGrpSpPr>
          <p:grpSpPr bwMode="auto">
            <a:xfrm>
              <a:off x="1237" y="2505"/>
              <a:ext cx="325" cy="320"/>
              <a:chOff x="1237" y="2505"/>
              <a:chExt cx="325" cy="320"/>
            </a:xfrm>
          </p:grpSpPr>
          <p:pic>
            <p:nvPicPr>
              <p:cNvPr id="14377" name="Picture 29" descr="Metallic edge Turquoise Square Small">
                <a:extLst>
                  <a:ext uri="{FF2B5EF4-FFF2-40B4-BE49-F238E27FC236}">
                    <a16:creationId xmlns:a16="http://schemas.microsoft.com/office/drawing/2014/main" xmlns="" id="{DBC2E207-5146-7541-FDE4-AEEE9F10DA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7" y="2505"/>
                <a:ext cx="32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Rectangle 30">
                <a:extLst>
                  <a:ext uri="{FF2B5EF4-FFF2-40B4-BE49-F238E27FC236}">
                    <a16:creationId xmlns:a16="http://schemas.microsoft.com/office/drawing/2014/main" xmlns="" id="{A0FD6C42-EE33-6264-2B6E-222094E29661}"/>
                  </a:ext>
                </a:extLst>
              </p:cNvPr>
              <p:cNvSpPr>
                <a:spLocks noChangeArrowheads="1"/>
              </p:cNvSpPr>
              <p:nvPr/>
            </p:nvSpPr>
            <p:spPr bwMode="auto">
              <a:xfrm>
                <a:off x="1240" y="2537"/>
                <a:ext cx="270" cy="262"/>
              </a:xfrm>
              <a:prstGeom prst="rect">
                <a:avLst/>
              </a:prstGeom>
              <a:noFill/>
              <a:ln>
                <a:noFill/>
              </a:ln>
            </p:spPr>
            <p:txBody>
              <a:bodyPr wrap="none">
                <a:spAutoFit/>
              </a:bodyPr>
              <a:lstStyle/>
              <a:p>
                <a:pPr algn="ctr">
                  <a:defRPr/>
                </a:pPr>
                <a:r>
                  <a:rPr lang="en-US" sz="1400">
                    <a:solidFill>
                      <a:schemeClr val="bg1"/>
                    </a:solidFill>
                    <a:cs typeface="Arial" charset="0"/>
                  </a:rPr>
                  <a:t>C</a:t>
                </a:r>
              </a:p>
            </p:txBody>
          </p:sp>
        </p:grpSp>
      </p:grpSp>
      <p:grpSp>
        <p:nvGrpSpPr>
          <p:cNvPr id="14353" name="Group 31">
            <a:extLst>
              <a:ext uri="{FF2B5EF4-FFF2-40B4-BE49-F238E27FC236}">
                <a16:creationId xmlns:a16="http://schemas.microsoft.com/office/drawing/2014/main" xmlns="" id="{D397DFA5-2305-41A6-3719-D74F89404254}"/>
              </a:ext>
            </a:extLst>
          </p:cNvPr>
          <p:cNvGrpSpPr>
            <a:grpSpLocks/>
          </p:cNvGrpSpPr>
          <p:nvPr/>
        </p:nvGrpSpPr>
        <p:grpSpPr bwMode="auto">
          <a:xfrm flipH="1">
            <a:off x="7621016" y="4108282"/>
            <a:ext cx="1027112" cy="376237"/>
            <a:chOff x="1237" y="2505"/>
            <a:chExt cx="892" cy="320"/>
          </a:xfrm>
        </p:grpSpPr>
        <p:grpSp>
          <p:nvGrpSpPr>
            <p:cNvPr id="14365" name="Group 32">
              <a:extLst>
                <a:ext uri="{FF2B5EF4-FFF2-40B4-BE49-F238E27FC236}">
                  <a16:creationId xmlns:a16="http://schemas.microsoft.com/office/drawing/2014/main" xmlns="" id="{2EBADED9-2B5A-2A6A-8B4D-2468C6742505}"/>
                </a:ext>
              </a:extLst>
            </p:cNvPr>
            <p:cNvGrpSpPr>
              <a:grpSpLocks/>
            </p:cNvGrpSpPr>
            <p:nvPr/>
          </p:nvGrpSpPr>
          <p:grpSpPr bwMode="auto">
            <a:xfrm>
              <a:off x="1804" y="2505"/>
              <a:ext cx="325" cy="320"/>
              <a:chOff x="1804" y="2505"/>
              <a:chExt cx="325" cy="320"/>
            </a:xfrm>
          </p:grpSpPr>
          <p:pic>
            <p:nvPicPr>
              <p:cNvPr id="14372" name="Picture 33" descr="Metallic edge Cinnamon Square Small">
                <a:extLst>
                  <a:ext uri="{FF2B5EF4-FFF2-40B4-BE49-F238E27FC236}">
                    <a16:creationId xmlns:a16="http://schemas.microsoft.com/office/drawing/2014/main" xmlns="" id="{60524DB7-F80B-32F5-00EF-121DEA5DAD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4" y="2505"/>
                <a:ext cx="32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Rectangle 34">
                <a:extLst>
                  <a:ext uri="{FF2B5EF4-FFF2-40B4-BE49-F238E27FC236}">
                    <a16:creationId xmlns:a16="http://schemas.microsoft.com/office/drawing/2014/main" xmlns="" id="{1CD53438-B2BC-3BF0-F8E3-0E72BEC27D8C}"/>
                  </a:ext>
                </a:extLst>
              </p:cNvPr>
              <p:cNvSpPr>
                <a:spLocks noChangeArrowheads="1"/>
              </p:cNvSpPr>
              <p:nvPr/>
            </p:nvSpPr>
            <p:spPr bwMode="auto">
              <a:xfrm>
                <a:off x="1820" y="2537"/>
                <a:ext cx="252" cy="262"/>
              </a:xfrm>
              <a:prstGeom prst="rect">
                <a:avLst/>
              </a:prstGeom>
              <a:noFill/>
              <a:ln>
                <a:noFill/>
              </a:ln>
            </p:spPr>
            <p:txBody>
              <a:bodyPr wrap="none">
                <a:spAutoFit/>
              </a:bodyPr>
              <a:lstStyle/>
              <a:p>
                <a:pPr algn="ctr">
                  <a:defRPr/>
                </a:pPr>
                <a:r>
                  <a:rPr lang="en-US" sz="1400">
                    <a:solidFill>
                      <a:schemeClr val="bg1"/>
                    </a:solidFill>
                    <a:cs typeface="Arial" charset="0"/>
                  </a:rPr>
                  <a:t>A</a:t>
                </a:r>
              </a:p>
            </p:txBody>
          </p:sp>
        </p:grpSp>
        <p:grpSp>
          <p:nvGrpSpPr>
            <p:cNvPr id="14366" name="Group 35">
              <a:extLst>
                <a:ext uri="{FF2B5EF4-FFF2-40B4-BE49-F238E27FC236}">
                  <a16:creationId xmlns:a16="http://schemas.microsoft.com/office/drawing/2014/main" xmlns="" id="{0A0679E4-CA51-13FD-AAFE-2519C07ADFF7}"/>
                </a:ext>
              </a:extLst>
            </p:cNvPr>
            <p:cNvGrpSpPr>
              <a:grpSpLocks/>
            </p:cNvGrpSpPr>
            <p:nvPr/>
          </p:nvGrpSpPr>
          <p:grpSpPr bwMode="auto">
            <a:xfrm>
              <a:off x="1518" y="2505"/>
              <a:ext cx="326" cy="320"/>
              <a:chOff x="1518" y="2505"/>
              <a:chExt cx="326" cy="320"/>
            </a:xfrm>
          </p:grpSpPr>
          <p:pic>
            <p:nvPicPr>
              <p:cNvPr id="14370" name="Picture 36" descr="Metallic edge Gold Square Small">
                <a:extLst>
                  <a:ext uri="{FF2B5EF4-FFF2-40B4-BE49-F238E27FC236}">
                    <a16:creationId xmlns:a16="http://schemas.microsoft.com/office/drawing/2014/main" xmlns="" id="{853A3EEF-8329-C8AF-1E60-47DE4AE149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19" y="2505"/>
                <a:ext cx="32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Rectangle 37">
                <a:extLst>
                  <a:ext uri="{FF2B5EF4-FFF2-40B4-BE49-F238E27FC236}">
                    <a16:creationId xmlns:a16="http://schemas.microsoft.com/office/drawing/2014/main" xmlns="" id="{26BB6FB7-6F85-9D6C-8525-413D9AF95DCC}"/>
                  </a:ext>
                </a:extLst>
              </p:cNvPr>
              <p:cNvSpPr>
                <a:spLocks noChangeArrowheads="1"/>
              </p:cNvSpPr>
              <p:nvPr/>
            </p:nvSpPr>
            <p:spPr bwMode="auto">
              <a:xfrm>
                <a:off x="1518" y="2537"/>
                <a:ext cx="265" cy="262"/>
              </a:xfrm>
              <a:prstGeom prst="rect">
                <a:avLst/>
              </a:prstGeom>
              <a:noFill/>
              <a:ln>
                <a:noFill/>
              </a:ln>
            </p:spPr>
            <p:txBody>
              <a:bodyPr wrap="none">
                <a:spAutoFit/>
              </a:bodyPr>
              <a:lstStyle/>
              <a:p>
                <a:pPr algn="ctr">
                  <a:defRPr/>
                </a:pPr>
                <a:r>
                  <a:rPr lang="en-US" sz="1400">
                    <a:solidFill>
                      <a:schemeClr val="bg1"/>
                    </a:solidFill>
                    <a:cs typeface="Arial" charset="0"/>
                  </a:rPr>
                  <a:t>B</a:t>
                </a:r>
              </a:p>
            </p:txBody>
          </p:sp>
        </p:grpSp>
        <p:grpSp>
          <p:nvGrpSpPr>
            <p:cNvPr id="14367" name="Group 38">
              <a:extLst>
                <a:ext uri="{FF2B5EF4-FFF2-40B4-BE49-F238E27FC236}">
                  <a16:creationId xmlns:a16="http://schemas.microsoft.com/office/drawing/2014/main" xmlns="" id="{A49F8ED4-D475-A178-3B14-F238911CB178}"/>
                </a:ext>
              </a:extLst>
            </p:cNvPr>
            <p:cNvGrpSpPr>
              <a:grpSpLocks/>
            </p:cNvGrpSpPr>
            <p:nvPr/>
          </p:nvGrpSpPr>
          <p:grpSpPr bwMode="auto">
            <a:xfrm>
              <a:off x="1237" y="2505"/>
              <a:ext cx="325" cy="320"/>
              <a:chOff x="1237" y="2505"/>
              <a:chExt cx="325" cy="320"/>
            </a:xfrm>
          </p:grpSpPr>
          <p:pic>
            <p:nvPicPr>
              <p:cNvPr id="14368" name="Picture 39" descr="Metallic edge Turquoise Square Small">
                <a:extLst>
                  <a:ext uri="{FF2B5EF4-FFF2-40B4-BE49-F238E27FC236}">
                    <a16:creationId xmlns:a16="http://schemas.microsoft.com/office/drawing/2014/main" xmlns="" id="{8D82BBAF-1B08-C8F7-DC0D-9A8D097B42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7" y="2505"/>
                <a:ext cx="32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Rectangle 40">
                <a:extLst>
                  <a:ext uri="{FF2B5EF4-FFF2-40B4-BE49-F238E27FC236}">
                    <a16:creationId xmlns:a16="http://schemas.microsoft.com/office/drawing/2014/main" xmlns="" id="{8ECA3336-1A77-30BB-4DCB-5273D2133087}"/>
                  </a:ext>
                </a:extLst>
              </p:cNvPr>
              <p:cNvSpPr>
                <a:spLocks noChangeArrowheads="1"/>
              </p:cNvSpPr>
              <p:nvPr/>
            </p:nvSpPr>
            <p:spPr bwMode="auto">
              <a:xfrm>
                <a:off x="1240" y="2537"/>
                <a:ext cx="270" cy="262"/>
              </a:xfrm>
              <a:prstGeom prst="rect">
                <a:avLst/>
              </a:prstGeom>
              <a:noFill/>
              <a:ln>
                <a:noFill/>
              </a:ln>
            </p:spPr>
            <p:txBody>
              <a:bodyPr wrap="none">
                <a:spAutoFit/>
              </a:bodyPr>
              <a:lstStyle/>
              <a:p>
                <a:pPr algn="ctr">
                  <a:defRPr/>
                </a:pPr>
                <a:r>
                  <a:rPr lang="en-US" sz="1400">
                    <a:solidFill>
                      <a:schemeClr val="bg1"/>
                    </a:solidFill>
                    <a:cs typeface="Arial" charset="0"/>
                  </a:rPr>
                  <a:t>C</a:t>
                </a:r>
              </a:p>
            </p:txBody>
          </p:sp>
        </p:grpSp>
      </p:grpSp>
      <p:grpSp>
        <p:nvGrpSpPr>
          <p:cNvPr id="14354" name="Group 41">
            <a:extLst>
              <a:ext uri="{FF2B5EF4-FFF2-40B4-BE49-F238E27FC236}">
                <a16:creationId xmlns:a16="http://schemas.microsoft.com/office/drawing/2014/main" xmlns="" id="{E997FAC8-F6D6-6E2E-0F9F-76D196E8D6CD}"/>
              </a:ext>
            </a:extLst>
          </p:cNvPr>
          <p:cNvGrpSpPr>
            <a:grpSpLocks/>
          </p:cNvGrpSpPr>
          <p:nvPr/>
        </p:nvGrpSpPr>
        <p:grpSpPr bwMode="auto">
          <a:xfrm>
            <a:off x="4795267" y="5267156"/>
            <a:ext cx="3044825" cy="1111250"/>
            <a:chOff x="1400" y="3178"/>
            <a:chExt cx="2642" cy="948"/>
          </a:xfrm>
        </p:grpSpPr>
        <p:pic>
          <p:nvPicPr>
            <p:cNvPr id="14362" name="Picture 42" descr="Metallic edge Cinnamon Square Small">
              <a:extLst>
                <a:ext uri="{FF2B5EF4-FFF2-40B4-BE49-F238E27FC236}">
                  <a16:creationId xmlns:a16="http://schemas.microsoft.com/office/drawing/2014/main" xmlns="" id="{4AA06EE0-EC72-1233-39B3-BCC08AEF9E6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0" y="3178"/>
              <a:ext cx="961" cy="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3" name="Picture 43" descr="Metallic edge Gold Square Small">
              <a:extLst>
                <a:ext uri="{FF2B5EF4-FFF2-40B4-BE49-F238E27FC236}">
                  <a16:creationId xmlns:a16="http://schemas.microsoft.com/office/drawing/2014/main" xmlns="" id="{8E6A72D1-D08E-8E97-5EC5-05ABCFBB351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41" y="3178"/>
              <a:ext cx="961" cy="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4" name="Picture 44" descr="Metallic edge Turquoise Square Small">
              <a:extLst>
                <a:ext uri="{FF2B5EF4-FFF2-40B4-BE49-F238E27FC236}">
                  <a16:creationId xmlns:a16="http://schemas.microsoft.com/office/drawing/2014/main" xmlns="" id="{7DA2FCCA-2F02-FE51-F110-A4F090FB5A7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81" y="3181"/>
              <a:ext cx="961" cy="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5" name="Text Box 45">
            <a:extLst>
              <a:ext uri="{FF2B5EF4-FFF2-40B4-BE49-F238E27FC236}">
                <a16:creationId xmlns:a16="http://schemas.microsoft.com/office/drawing/2014/main" xmlns="" id="{032E5CE8-2D25-39E3-B1E9-DD9B16977EC9}"/>
              </a:ext>
            </a:extLst>
          </p:cNvPr>
          <p:cNvSpPr txBox="1">
            <a:spLocks noChangeArrowheads="1"/>
          </p:cNvSpPr>
          <p:nvPr/>
        </p:nvSpPr>
        <p:spPr bwMode="auto">
          <a:xfrm>
            <a:off x="4849242" y="5424319"/>
            <a:ext cx="949325" cy="307975"/>
          </a:xfrm>
          <a:prstGeom prst="rect">
            <a:avLst/>
          </a:prstGeom>
          <a:noFill/>
          <a:ln>
            <a:noFill/>
          </a:ln>
        </p:spPr>
        <p:txBody>
          <a:bodyPr>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algn="ctr" eaLnBrk="1" hangingPunct="1">
              <a:defRPr/>
            </a:pPr>
            <a:r>
              <a:rPr lang="en-US" sz="1400" b="0" dirty="0">
                <a:solidFill>
                  <a:schemeClr val="bg1"/>
                </a:solidFill>
                <a:latin typeface="+mn-lt"/>
              </a:rPr>
              <a:t>Address</a:t>
            </a:r>
          </a:p>
        </p:txBody>
      </p:sp>
      <p:sp>
        <p:nvSpPr>
          <p:cNvPr id="56" name="Text Box 46">
            <a:extLst>
              <a:ext uri="{FF2B5EF4-FFF2-40B4-BE49-F238E27FC236}">
                <a16:creationId xmlns:a16="http://schemas.microsoft.com/office/drawing/2014/main" xmlns="" id="{ABFCF06D-B7C7-6ACA-1354-4EAC24DFE40C}"/>
              </a:ext>
            </a:extLst>
          </p:cNvPr>
          <p:cNvSpPr txBox="1">
            <a:spLocks noChangeArrowheads="1"/>
          </p:cNvSpPr>
          <p:nvPr/>
        </p:nvSpPr>
        <p:spPr bwMode="auto">
          <a:xfrm>
            <a:off x="5847778" y="5411619"/>
            <a:ext cx="895350" cy="307975"/>
          </a:xfrm>
          <a:prstGeom prst="rect">
            <a:avLst/>
          </a:prstGeom>
          <a:noFill/>
          <a:ln>
            <a:noFill/>
          </a:ln>
        </p:spPr>
        <p:txBody>
          <a:bodyPr>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algn="ctr" eaLnBrk="1" hangingPunct="1">
              <a:defRPr/>
            </a:pPr>
            <a:r>
              <a:rPr lang="en-US" sz="1400" b="0" dirty="0">
                <a:solidFill>
                  <a:schemeClr val="bg1"/>
                </a:solidFill>
                <a:latin typeface="+mn-lt"/>
              </a:rPr>
              <a:t>Binding</a:t>
            </a:r>
          </a:p>
        </p:txBody>
      </p:sp>
      <p:sp>
        <p:nvSpPr>
          <p:cNvPr id="57" name="Text Box 47">
            <a:extLst>
              <a:ext uri="{FF2B5EF4-FFF2-40B4-BE49-F238E27FC236}">
                <a16:creationId xmlns:a16="http://schemas.microsoft.com/office/drawing/2014/main" xmlns="" id="{568DBA6E-D8FD-1AFB-74AD-08CAFC1BA10D}"/>
              </a:ext>
            </a:extLst>
          </p:cNvPr>
          <p:cNvSpPr txBox="1">
            <a:spLocks noChangeArrowheads="1"/>
          </p:cNvSpPr>
          <p:nvPr/>
        </p:nvSpPr>
        <p:spPr bwMode="auto">
          <a:xfrm>
            <a:off x="6785991" y="5411619"/>
            <a:ext cx="971550" cy="307975"/>
          </a:xfrm>
          <a:prstGeom prst="rect">
            <a:avLst/>
          </a:prstGeom>
          <a:noFill/>
          <a:ln>
            <a:noFill/>
          </a:ln>
        </p:spPr>
        <p:txBody>
          <a:bodyPr>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algn="ctr" eaLnBrk="1" hangingPunct="1">
              <a:defRPr/>
            </a:pPr>
            <a:r>
              <a:rPr lang="en-US" sz="1400" b="0" dirty="0">
                <a:solidFill>
                  <a:schemeClr val="bg1"/>
                </a:solidFill>
                <a:latin typeface="+mn-lt"/>
              </a:rPr>
              <a:t>Contract</a:t>
            </a:r>
          </a:p>
        </p:txBody>
      </p:sp>
      <p:sp>
        <p:nvSpPr>
          <p:cNvPr id="58" name="Text Box 48">
            <a:extLst>
              <a:ext uri="{FF2B5EF4-FFF2-40B4-BE49-F238E27FC236}">
                <a16:creationId xmlns:a16="http://schemas.microsoft.com/office/drawing/2014/main" xmlns="" id="{E46E865D-5344-DAC9-2C87-92E4F17ABD19}"/>
              </a:ext>
            </a:extLst>
          </p:cNvPr>
          <p:cNvSpPr txBox="1">
            <a:spLocks noChangeArrowheads="1"/>
          </p:cNvSpPr>
          <p:nvPr/>
        </p:nvSpPr>
        <p:spPr bwMode="auto">
          <a:xfrm>
            <a:off x="4849242" y="5859294"/>
            <a:ext cx="949325" cy="276225"/>
          </a:xfrm>
          <a:prstGeom prst="rect">
            <a:avLst/>
          </a:prstGeom>
          <a:noFill/>
          <a:ln>
            <a:noFill/>
          </a:ln>
        </p:spPr>
        <p:txBody>
          <a:bodyPr>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algn="ctr" eaLnBrk="1" hangingPunct="1">
              <a:defRPr/>
            </a:pPr>
            <a:r>
              <a:rPr lang="en-US" sz="1200" b="0" i="1" dirty="0">
                <a:solidFill>
                  <a:schemeClr val="bg1"/>
                </a:solidFill>
                <a:latin typeface="+mn-lt"/>
              </a:rPr>
              <a:t>(</a:t>
            </a:r>
            <a:r>
              <a:rPr lang="en-US" sz="1200" b="0" i="1" dirty="0" err="1">
                <a:solidFill>
                  <a:schemeClr val="bg1"/>
                </a:solidFill>
                <a:latin typeface="+mn-lt"/>
              </a:rPr>
              <a:t>Où</a:t>
            </a:r>
            <a:r>
              <a:rPr lang="en-US" sz="1200" b="0" i="1" dirty="0">
                <a:solidFill>
                  <a:schemeClr val="bg1"/>
                </a:solidFill>
                <a:latin typeface="+mn-lt"/>
              </a:rPr>
              <a:t>)</a:t>
            </a:r>
          </a:p>
        </p:txBody>
      </p:sp>
      <p:sp>
        <p:nvSpPr>
          <p:cNvPr id="59" name="Text Box 49">
            <a:extLst>
              <a:ext uri="{FF2B5EF4-FFF2-40B4-BE49-F238E27FC236}">
                <a16:creationId xmlns:a16="http://schemas.microsoft.com/office/drawing/2014/main" xmlns="" id="{F281CC18-B846-F570-FFE2-E36D1CA173A6}"/>
              </a:ext>
            </a:extLst>
          </p:cNvPr>
          <p:cNvSpPr txBox="1">
            <a:spLocks noChangeArrowheads="1"/>
          </p:cNvSpPr>
          <p:nvPr/>
        </p:nvSpPr>
        <p:spPr bwMode="auto">
          <a:xfrm>
            <a:off x="5754116" y="5857707"/>
            <a:ext cx="1117600" cy="276225"/>
          </a:xfrm>
          <a:prstGeom prst="rect">
            <a:avLst/>
          </a:prstGeom>
          <a:noFill/>
          <a:ln>
            <a:noFill/>
          </a:ln>
        </p:spPr>
        <p:txBody>
          <a:bodyPr>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algn="ctr" eaLnBrk="1" hangingPunct="1">
              <a:defRPr/>
            </a:pPr>
            <a:r>
              <a:rPr lang="en-US" sz="1200" b="0" i="1" dirty="0">
                <a:solidFill>
                  <a:schemeClr val="bg1"/>
                </a:solidFill>
                <a:latin typeface="+mn-lt"/>
              </a:rPr>
              <a:t>(Comment)</a:t>
            </a:r>
          </a:p>
        </p:txBody>
      </p:sp>
      <p:pic>
        <p:nvPicPr>
          <p:cNvPr id="14360" name="Picture 9" descr="D:\Pennie's documents\Images for TechEd06\Shapes_and_Graphics\Trusworthy computing\malicious email.png">
            <a:extLst>
              <a:ext uri="{FF2B5EF4-FFF2-40B4-BE49-F238E27FC236}">
                <a16:creationId xmlns:a16="http://schemas.microsoft.com/office/drawing/2014/main" xmlns="" id="{7D6F5184-BD56-E16E-3630-48987FAFAB1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68392" y="3760619"/>
            <a:ext cx="815975"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Text Box 50">
            <a:extLst>
              <a:ext uri="{FF2B5EF4-FFF2-40B4-BE49-F238E27FC236}">
                <a16:creationId xmlns:a16="http://schemas.microsoft.com/office/drawing/2014/main" xmlns="" id="{C0DB1312-9884-9361-1706-86301BB0C158}"/>
              </a:ext>
            </a:extLst>
          </p:cNvPr>
          <p:cNvSpPr txBox="1">
            <a:spLocks noChangeArrowheads="1"/>
          </p:cNvSpPr>
          <p:nvPr/>
        </p:nvSpPr>
        <p:spPr bwMode="auto">
          <a:xfrm>
            <a:off x="6785991" y="5857707"/>
            <a:ext cx="971550" cy="276225"/>
          </a:xfrm>
          <a:prstGeom prst="rect">
            <a:avLst/>
          </a:prstGeom>
          <a:noFill/>
          <a:ln>
            <a:noFill/>
          </a:ln>
        </p:spPr>
        <p:txBody>
          <a:bodyPr>
            <a:spAutoFit/>
          </a:bodyPr>
          <a:lstStyle>
            <a:lvl1pPr eaLnBrk="0" hangingPunct="0">
              <a:defRPr b="1">
                <a:solidFill>
                  <a:schemeClr val="tx1"/>
                </a:solidFill>
                <a:latin typeface="Verdana" pitchFamily="34" charset="0"/>
                <a:cs typeface="Arial" pitchFamily="34" charset="0"/>
              </a:defRPr>
            </a:lvl1pPr>
            <a:lvl2pPr marL="742950" indent="-285750" eaLnBrk="0" hangingPunct="0">
              <a:defRPr b="1">
                <a:solidFill>
                  <a:schemeClr val="tx1"/>
                </a:solidFill>
                <a:latin typeface="Verdana" pitchFamily="34" charset="0"/>
                <a:cs typeface="Arial" pitchFamily="34" charset="0"/>
              </a:defRPr>
            </a:lvl2pPr>
            <a:lvl3pPr marL="1143000" indent="-228600" eaLnBrk="0" hangingPunct="0">
              <a:defRPr b="1">
                <a:solidFill>
                  <a:schemeClr val="tx1"/>
                </a:solidFill>
                <a:latin typeface="Verdana" pitchFamily="34" charset="0"/>
                <a:cs typeface="Arial" pitchFamily="34" charset="0"/>
              </a:defRPr>
            </a:lvl3pPr>
            <a:lvl4pPr marL="1600200" indent="-228600" eaLnBrk="0" hangingPunct="0">
              <a:defRPr b="1">
                <a:solidFill>
                  <a:schemeClr val="tx1"/>
                </a:solidFill>
                <a:latin typeface="Verdana" pitchFamily="34" charset="0"/>
                <a:cs typeface="Arial" pitchFamily="34" charset="0"/>
              </a:defRPr>
            </a:lvl4pPr>
            <a:lvl5pPr marL="2057400" indent="-228600" eaLnBrk="0" hangingPunct="0">
              <a:defRPr b="1">
                <a:solidFill>
                  <a:schemeClr val="tx1"/>
                </a:solidFill>
                <a:latin typeface="Verdana" pitchFamily="34" charset="0"/>
                <a:cs typeface="Arial" pitchFamily="34" charset="0"/>
              </a:defRPr>
            </a:lvl5pPr>
            <a:lvl6pPr marL="2514600" indent="-228600" eaLnBrk="0" fontAlgn="base" hangingPunct="0">
              <a:spcBef>
                <a:spcPct val="0"/>
              </a:spcBef>
              <a:spcAft>
                <a:spcPct val="0"/>
              </a:spcAft>
              <a:defRPr b="1">
                <a:solidFill>
                  <a:schemeClr val="tx1"/>
                </a:solidFill>
                <a:latin typeface="Verdana" pitchFamily="34" charset="0"/>
                <a:cs typeface="Arial" pitchFamily="34" charset="0"/>
              </a:defRPr>
            </a:lvl6pPr>
            <a:lvl7pPr marL="2971800" indent="-228600" eaLnBrk="0" fontAlgn="base" hangingPunct="0">
              <a:spcBef>
                <a:spcPct val="0"/>
              </a:spcBef>
              <a:spcAft>
                <a:spcPct val="0"/>
              </a:spcAft>
              <a:defRPr b="1">
                <a:solidFill>
                  <a:schemeClr val="tx1"/>
                </a:solidFill>
                <a:latin typeface="Verdana" pitchFamily="34" charset="0"/>
                <a:cs typeface="Arial" pitchFamily="34" charset="0"/>
              </a:defRPr>
            </a:lvl7pPr>
            <a:lvl8pPr marL="3429000" indent="-228600" eaLnBrk="0" fontAlgn="base" hangingPunct="0">
              <a:spcBef>
                <a:spcPct val="0"/>
              </a:spcBef>
              <a:spcAft>
                <a:spcPct val="0"/>
              </a:spcAft>
              <a:defRPr b="1">
                <a:solidFill>
                  <a:schemeClr val="tx1"/>
                </a:solidFill>
                <a:latin typeface="Verdana" pitchFamily="34" charset="0"/>
                <a:cs typeface="Arial" pitchFamily="34" charset="0"/>
              </a:defRPr>
            </a:lvl8pPr>
            <a:lvl9pPr marL="3886200" indent="-228600" eaLnBrk="0" fontAlgn="base" hangingPunct="0">
              <a:spcBef>
                <a:spcPct val="0"/>
              </a:spcBef>
              <a:spcAft>
                <a:spcPct val="0"/>
              </a:spcAft>
              <a:defRPr b="1">
                <a:solidFill>
                  <a:schemeClr val="tx1"/>
                </a:solidFill>
                <a:latin typeface="Verdana" pitchFamily="34" charset="0"/>
                <a:cs typeface="Arial" pitchFamily="34" charset="0"/>
              </a:defRPr>
            </a:lvl9pPr>
          </a:lstStyle>
          <a:p>
            <a:pPr algn="ctr" eaLnBrk="1" hangingPunct="1">
              <a:defRPr/>
            </a:pPr>
            <a:r>
              <a:rPr lang="en-US" sz="1200" b="0" i="1" dirty="0">
                <a:solidFill>
                  <a:schemeClr val="bg1"/>
                </a:solidFill>
                <a:latin typeface="+mn-lt"/>
              </a:rPr>
              <a:t>(Quoi)</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xmlns="" id="{80097515-B52A-7775-CF5A-474B860330E8}"/>
              </a:ext>
            </a:extLst>
          </p:cNvPr>
          <p:cNvSpPr>
            <a:spLocks noGrp="1" noChangeArrowheads="1"/>
          </p:cNvSpPr>
          <p:nvPr>
            <p:ph type="title"/>
          </p:nvPr>
        </p:nvSpPr>
        <p:spPr/>
        <p:txBody>
          <a:bodyPr/>
          <a:lstStyle/>
          <a:p>
            <a:pPr eaLnBrk="1" hangingPunct="1"/>
            <a:r>
              <a:rPr lang="fr-FR" altLang="fr-FR"/>
              <a:t>Création</a:t>
            </a:r>
          </a:p>
        </p:txBody>
      </p:sp>
      <p:sp>
        <p:nvSpPr>
          <p:cNvPr id="15363" name="AutoShape 4">
            <a:extLst>
              <a:ext uri="{FF2B5EF4-FFF2-40B4-BE49-F238E27FC236}">
                <a16:creationId xmlns:a16="http://schemas.microsoft.com/office/drawing/2014/main" xmlns="" id="{53A9A685-D158-2263-3549-355885701AF6}"/>
              </a:ext>
            </a:extLst>
          </p:cNvPr>
          <p:cNvSpPr>
            <a:spLocks noChangeArrowheads="1"/>
          </p:cNvSpPr>
          <p:nvPr/>
        </p:nvSpPr>
        <p:spPr bwMode="auto">
          <a:xfrm>
            <a:off x="1846454" y="1239668"/>
            <a:ext cx="8753475" cy="5537200"/>
          </a:xfrm>
          <a:prstGeom prst="roundRect">
            <a:avLst>
              <a:gd name="adj" fmla="val 4167"/>
            </a:avLst>
          </a:prstGeom>
          <a:solidFill>
            <a:srgbClr val="BBCDE3"/>
          </a:solidFill>
          <a:ln w="9525" algn="ctr">
            <a:solidFill>
              <a:srgbClr val="333333"/>
            </a:solidFill>
            <a:round/>
            <a:headEnd/>
            <a:tailEnd/>
          </a:ln>
        </p:spPr>
        <p:txBody>
          <a:bodyPr/>
          <a:lstStyle>
            <a:lvl1pPr marL="109538"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00000"/>
              </a:lnSpc>
              <a:spcBef>
                <a:spcPct val="0"/>
              </a:spcBef>
              <a:buClrTx/>
              <a:buSzTx/>
              <a:buFontTx/>
              <a:buNone/>
            </a:pPr>
            <a:r>
              <a:rPr lang="da-DK" altLang="fr-FR"/>
              <a:t>Service WCF</a:t>
            </a:r>
          </a:p>
        </p:txBody>
      </p:sp>
      <p:grpSp>
        <p:nvGrpSpPr>
          <p:cNvPr id="15364" name="Group 17">
            <a:extLst>
              <a:ext uri="{FF2B5EF4-FFF2-40B4-BE49-F238E27FC236}">
                <a16:creationId xmlns:a16="http://schemas.microsoft.com/office/drawing/2014/main" xmlns="" id="{F6D8775D-EDD7-0525-E365-58D950BC5B32}"/>
              </a:ext>
            </a:extLst>
          </p:cNvPr>
          <p:cNvGrpSpPr>
            <a:grpSpLocks/>
          </p:cNvGrpSpPr>
          <p:nvPr/>
        </p:nvGrpSpPr>
        <p:grpSpPr bwMode="auto">
          <a:xfrm>
            <a:off x="1981392" y="2255669"/>
            <a:ext cx="4117975" cy="1703387"/>
            <a:chOff x="347298" y="1875552"/>
            <a:chExt cx="4118169" cy="1702149"/>
          </a:xfrm>
        </p:grpSpPr>
        <p:sp>
          <p:nvSpPr>
            <p:cNvPr id="15371" name="AutoShape 4">
              <a:extLst>
                <a:ext uri="{FF2B5EF4-FFF2-40B4-BE49-F238E27FC236}">
                  <a16:creationId xmlns:a16="http://schemas.microsoft.com/office/drawing/2014/main" xmlns="" id="{FC93AACE-5BDA-D360-6749-2571C643F9BF}"/>
                </a:ext>
              </a:extLst>
            </p:cNvPr>
            <p:cNvSpPr>
              <a:spLocks noChangeArrowheads="1"/>
            </p:cNvSpPr>
            <p:nvPr/>
          </p:nvSpPr>
          <p:spPr bwMode="auto">
            <a:xfrm>
              <a:off x="347298" y="1875552"/>
              <a:ext cx="4118169" cy="1702149"/>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180000" tIns="0" rIns="0"/>
            <a:lstStyle>
              <a:lvl1pPr marL="176213" indent="-1762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65000"/>
                </a:lnSpc>
                <a:spcBef>
                  <a:spcPct val="0"/>
                </a:spcBef>
                <a:buClr>
                  <a:srgbClr val="DC0081"/>
                </a:buClr>
                <a:buSzTx/>
                <a:buFont typeface="Wingdings" panose="05000000000000000000" pitchFamily="2" charset="2"/>
                <a:buNone/>
              </a:pPr>
              <a:r>
                <a:rPr lang="en-US" altLang="fr-FR" sz="1600"/>
                <a:t>Le Contrat, interface qui définit:</a:t>
              </a:r>
            </a:p>
            <a:p>
              <a:pPr>
                <a:lnSpc>
                  <a:spcPct val="165000"/>
                </a:lnSpc>
                <a:spcBef>
                  <a:spcPct val="0"/>
                </a:spcBef>
                <a:buClr>
                  <a:srgbClr val="006699"/>
                </a:buClr>
                <a:buSzTx/>
              </a:pPr>
              <a:r>
                <a:rPr lang="en-US" altLang="fr-FR" sz="1600"/>
                <a:t>Les opérations</a:t>
              </a:r>
            </a:p>
            <a:p>
              <a:pPr>
                <a:lnSpc>
                  <a:spcPct val="165000"/>
                </a:lnSpc>
                <a:spcBef>
                  <a:spcPct val="0"/>
                </a:spcBef>
                <a:buClr>
                  <a:srgbClr val="006699"/>
                </a:buClr>
                <a:buSzTx/>
              </a:pPr>
              <a:r>
                <a:rPr lang="en-US" altLang="fr-FR" sz="1600"/>
                <a:t>Les données</a:t>
              </a:r>
            </a:p>
            <a:p>
              <a:pPr>
                <a:lnSpc>
                  <a:spcPct val="165000"/>
                </a:lnSpc>
                <a:spcBef>
                  <a:spcPct val="0"/>
                </a:spcBef>
                <a:buClr>
                  <a:srgbClr val="006699"/>
                </a:buClr>
                <a:buSzTx/>
              </a:pPr>
              <a:r>
                <a:rPr lang="en-US" altLang="fr-FR" sz="1600"/>
                <a:t>Les erreurs</a:t>
              </a:r>
            </a:p>
          </p:txBody>
        </p:sp>
        <p:pic>
          <p:nvPicPr>
            <p:cNvPr id="15372" name="Picture 10">
              <a:extLst>
                <a:ext uri="{FF2B5EF4-FFF2-40B4-BE49-F238E27FC236}">
                  <a16:creationId xmlns:a16="http://schemas.microsoft.com/office/drawing/2014/main" xmlns="" id="{28D99015-5005-2B5C-275F-85028D9F7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9503" y="2363880"/>
              <a:ext cx="1027389" cy="1027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365" name="Group 18">
            <a:extLst>
              <a:ext uri="{FF2B5EF4-FFF2-40B4-BE49-F238E27FC236}">
                <a16:creationId xmlns:a16="http://schemas.microsoft.com/office/drawing/2014/main" xmlns="" id="{D7F33216-0271-CAB6-E0BF-78701215DD07}"/>
              </a:ext>
            </a:extLst>
          </p:cNvPr>
          <p:cNvGrpSpPr>
            <a:grpSpLocks/>
          </p:cNvGrpSpPr>
          <p:nvPr/>
        </p:nvGrpSpPr>
        <p:grpSpPr bwMode="auto">
          <a:xfrm>
            <a:off x="1989329" y="4149555"/>
            <a:ext cx="4048125" cy="1868488"/>
            <a:chOff x="4731798" y="2276526"/>
            <a:chExt cx="4048218" cy="1869345"/>
          </a:xfrm>
        </p:grpSpPr>
        <p:sp>
          <p:nvSpPr>
            <p:cNvPr id="15369" name="AutoShape 4">
              <a:extLst>
                <a:ext uri="{FF2B5EF4-FFF2-40B4-BE49-F238E27FC236}">
                  <a16:creationId xmlns:a16="http://schemas.microsoft.com/office/drawing/2014/main" xmlns="" id="{0CD31DCA-544D-1A76-EA10-32464DDC1C6C}"/>
                </a:ext>
              </a:extLst>
            </p:cNvPr>
            <p:cNvSpPr>
              <a:spLocks noChangeArrowheads="1"/>
            </p:cNvSpPr>
            <p:nvPr/>
          </p:nvSpPr>
          <p:spPr bwMode="auto">
            <a:xfrm>
              <a:off x="4731798" y="2276526"/>
              <a:ext cx="4048218" cy="1869345"/>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180000" tIns="0" rIns="0"/>
            <a:lstStyle>
              <a:lvl1pPr marL="176213" indent="-1762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65000"/>
                </a:lnSpc>
                <a:spcBef>
                  <a:spcPct val="0"/>
                </a:spcBef>
                <a:buClr>
                  <a:srgbClr val="DC0081"/>
                </a:buClr>
                <a:buSzTx/>
                <a:buFont typeface="Wingdings" panose="05000000000000000000" pitchFamily="2" charset="2"/>
                <a:buNone/>
              </a:pPr>
              <a:r>
                <a:rPr lang="en-US" altLang="fr-FR" sz="1600"/>
                <a:t>L’Implementation définit:</a:t>
              </a:r>
            </a:p>
            <a:p>
              <a:pPr>
                <a:lnSpc>
                  <a:spcPct val="165000"/>
                </a:lnSpc>
                <a:spcBef>
                  <a:spcPct val="0"/>
                </a:spcBef>
                <a:buClr>
                  <a:srgbClr val="006699"/>
                </a:buClr>
                <a:buSzTx/>
              </a:pPr>
              <a:r>
                <a:rPr lang="en-US" altLang="fr-FR" sz="1600"/>
                <a:t>L’implémentation du contrat</a:t>
              </a:r>
            </a:p>
            <a:p>
              <a:pPr>
                <a:lnSpc>
                  <a:spcPct val="165000"/>
                </a:lnSpc>
                <a:spcBef>
                  <a:spcPct val="0"/>
                </a:spcBef>
                <a:buClr>
                  <a:srgbClr val="006699"/>
                </a:buClr>
                <a:buSzTx/>
              </a:pPr>
              <a:r>
                <a:rPr lang="en-US" altLang="fr-FR" sz="1600"/>
                <a:t>Les comportements</a:t>
              </a:r>
              <a:br>
                <a:rPr lang="en-US" altLang="fr-FR" sz="1600"/>
              </a:br>
              <a:r>
                <a:rPr lang="en-US" altLang="fr-FR" sz="1600"/>
                <a:t>du service</a:t>
              </a:r>
            </a:p>
          </p:txBody>
        </p:sp>
        <p:pic>
          <p:nvPicPr>
            <p:cNvPr id="15370" name="Picture 10">
              <a:extLst>
                <a:ext uri="{FF2B5EF4-FFF2-40B4-BE49-F238E27FC236}">
                  <a16:creationId xmlns:a16="http://schemas.microsoft.com/office/drawing/2014/main" xmlns="" id="{8CD3B329-1EB1-D90E-EC26-3DEDBE46F7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3083" y="3066695"/>
              <a:ext cx="1027389" cy="1027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366" name="AutoShape 4">
            <a:extLst>
              <a:ext uri="{FF2B5EF4-FFF2-40B4-BE49-F238E27FC236}">
                <a16:creationId xmlns:a16="http://schemas.microsoft.com/office/drawing/2014/main" xmlns="" id="{25C3B3D5-11AB-1867-FCF8-6996A37AB361}"/>
              </a:ext>
            </a:extLst>
          </p:cNvPr>
          <p:cNvSpPr>
            <a:spLocks noChangeArrowheads="1"/>
          </p:cNvSpPr>
          <p:nvPr/>
        </p:nvSpPr>
        <p:spPr bwMode="auto">
          <a:xfrm>
            <a:off x="6564503" y="2558881"/>
            <a:ext cx="3556000" cy="3160713"/>
          </a:xfrm>
          <a:prstGeom prst="roundRect">
            <a:avLst>
              <a:gd name="adj" fmla="val 4167"/>
            </a:avLst>
          </a:prstGeom>
          <a:gradFill rotWithShape="1">
            <a:gsLst>
              <a:gs pos="0">
                <a:srgbClr val="F0F1E1"/>
              </a:gs>
              <a:gs pos="100000">
                <a:srgbClr val="D5D69C"/>
              </a:gs>
            </a:gsLst>
            <a:lin ang="2700000" scaled="1"/>
          </a:gradFill>
          <a:ln w="9525" algn="ctr">
            <a:solidFill>
              <a:srgbClr val="808080"/>
            </a:solidFill>
            <a:round/>
            <a:headEnd/>
            <a:tailEnd/>
          </a:ln>
        </p:spPr>
        <p:txBody>
          <a:bodyPr lIns="180000" tIns="0" rIns="0"/>
          <a:lstStyle>
            <a:lvl1pPr marL="176213" indent="-1762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627063" indent="-169863"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nSpc>
                <a:spcPct val="165000"/>
              </a:lnSpc>
              <a:spcBef>
                <a:spcPct val="0"/>
              </a:spcBef>
              <a:buClr>
                <a:srgbClr val="DC0081"/>
              </a:buClr>
              <a:buSzTx/>
              <a:buFont typeface="Wingdings" panose="05000000000000000000" pitchFamily="2" charset="2"/>
              <a:buNone/>
            </a:pPr>
            <a:r>
              <a:rPr lang="en-US" altLang="fr-FR" sz="1600"/>
              <a:t>Le fichier de configuration définit:</a:t>
            </a:r>
          </a:p>
          <a:p>
            <a:pPr>
              <a:lnSpc>
                <a:spcPct val="165000"/>
              </a:lnSpc>
              <a:spcBef>
                <a:spcPct val="0"/>
              </a:spcBef>
              <a:buClr>
                <a:srgbClr val="006699"/>
              </a:buClr>
              <a:buSzTx/>
            </a:pPr>
            <a:r>
              <a:rPr lang="en-US" altLang="fr-FR" sz="1600"/>
              <a:t>Les points de terminaison:</a:t>
            </a:r>
          </a:p>
          <a:p>
            <a:pPr lvl="1">
              <a:lnSpc>
                <a:spcPct val="165000"/>
              </a:lnSpc>
              <a:spcBef>
                <a:spcPct val="0"/>
              </a:spcBef>
              <a:buClr>
                <a:srgbClr val="006699"/>
              </a:buClr>
              <a:buSzTx/>
              <a:buFont typeface="Arial" panose="020B0604020202020204" pitchFamily="34" charset="0"/>
              <a:buChar char="•"/>
            </a:pPr>
            <a:r>
              <a:rPr lang="en-US" altLang="fr-FR" sz="1600"/>
              <a:t>Adresse</a:t>
            </a:r>
          </a:p>
          <a:p>
            <a:pPr lvl="1">
              <a:lnSpc>
                <a:spcPct val="165000"/>
              </a:lnSpc>
              <a:spcBef>
                <a:spcPct val="0"/>
              </a:spcBef>
              <a:buClr>
                <a:srgbClr val="006699"/>
              </a:buClr>
              <a:buSzTx/>
              <a:buFont typeface="Arial" panose="020B0604020202020204" pitchFamily="34" charset="0"/>
              <a:buChar char="•"/>
            </a:pPr>
            <a:r>
              <a:rPr lang="en-US" altLang="fr-FR" sz="1600"/>
              <a:t>Liaison</a:t>
            </a:r>
          </a:p>
          <a:p>
            <a:pPr lvl="1">
              <a:lnSpc>
                <a:spcPct val="165000"/>
              </a:lnSpc>
              <a:spcBef>
                <a:spcPct val="0"/>
              </a:spcBef>
              <a:buClr>
                <a:srgbClr val="006699"/>
              </a:buClr>
              <a:buSzTx/>
              <a:buFont typeface="Arial" panose="020B0604020202020204" pitchFamily="34" charset="0"/>
              <a:buChar char="•"/>
            </a:pPr>
            <a:r>
              <a:rPr lang="en-US" altLang="fr-FR" sz="1600"/>
              <a:t>Contrat</a:t>
            </a:r>
          </a:p>
          <a:p>
            <a:pPr>
              <a:lnSpc>
                <a:spcPct val="165000"/>
              </a:lnSpc>
              <a:spcBef>
                <a:spcPct val="0"/>
              </a:spcBef>
              <a:buClr>
                <a:srgbClr val="006699"/>
              </a:buClr>
              <a:buSzTx/>
            </a:pPr>
            <a:r>
              <a:rPr lang="en-US" altLang="fr-FR" sz="1600"/>
              <a:t>La sécurité</a:t>
            </a:r>
          </a:p>
        </p:txBody>
      </p:sp>
      <p:pic>
        <p:nvPicPr>
          <p:cNvPr id="15367" name="Picture 11">
            <a:extLst>
              <a:ext uri="{FF2B5EF4-FFF2-40B4-BE49-F238E27FC236}">
                <a16:creationId xmlns:a16="http://schemas.microsoft.com/office/drawing/2014/main" xmlns="" id="{0B74267C-ECA8-DC7B-1217-A7CE313A3D7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20379" y="4205119"/>
            <a:ext cx="842963"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8" name="Picture 10">
            <a:extLst>
              <a:ext uri="{FF2B5EF4-FFF2-40B4-BE49-F238E27FC236}">
                <a16:creationId xmlns:a16="http://schemas.microsoft.com/office/drawing/2014/main" xmlns="" id="{7195987C-3045-9C68-C22E-4103A1FAA9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07717" y="1420643"/>
            <a:ext cx="9921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re 1">
            <a:extLst>
              <a:ext uri="{FF2B5EF4-FFF2-40B4-BE49-F238E27FC236}">
                <a16:creationId xmlns:a16="http://schemas.microsoft.com/office/drawing/2014/main" xmlns="" id="{FCBCA523-738B-8AB2-86B6-9EA9C2116A46}"/>
              </a:ext>
            </a:extLst>
          </p:cNvPr>
          <p:cNvSpPr>
            <a:spLocks noGrp="1"/>
          </p:cNvSpPr>
          <p:nvPr>
            <p:ph type="title"/>
          </p:nvPr>
        </p:nvSpPr>
        <p:spPr/>
        <p:txBody>
          <a:bodyPr/>
          <a:lstStyle/>
          <a:p>
            <a:r>
              <a:rPr lang="fr-FR" altLang="fr-FR"/>
              <a:t>Rôles d’une classe proxy</a:t>
            </a:r>
          </a:p>
        </p:txBody>
      </p:sp>
      <p:sp>
        <p:nvSpPr>
          <p:cNvPr id="16387" name="AutoShape 5">
            <a:extLst>
              <a:ext uri="{FF2B5EF4-FFF2-40B4-BE49-F238E27FC236}">
                <a16:creationId xmlns:a16="http://schemas.microsoft.com/office/drawing/2014/main" xmlns="" id="{AAB1CE7B-C56E-B8A5-9E8D-643AA709DD6B}"/>
              </a:ext>
            </a:extLst>
          </p:cNvPr>
          <p:cNvSpPr>
            <a:spLocks noChangeArrowheads="1"/>
          </p:cNvSpPr>
          <p:nvPr/>
        </p:nvSpPr>
        <p:spPr bwMode="auto">
          <a:xfrm>
            <a:off x="2025650" y="1519239"/>
            <a:ext cx="8140700" cy="3779837"/>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6388" name="Rounded Rectangle 36">
            <a:extLst>
              <a:ext uri="{FF2B5EF4-FFF2-40B4-BE49-F238E27FC236}">
                <a16:creationId xmlns:a16="http://schemas.microsoft.com/office/drawing/2014/main" xmlns="" id="{D0405EBB-8752-FA02-71E5-349B863F5E75}"/>
              </a:ext>
            </a:extLst>
          </p:cNvPr>
          <p:cNvSpPr>
            <a:spLocks noChangeArrowheads="1"/>
          </p:cNvSpPr>
          <p:nvPr/>
        </p:nvSpPr>
        <p:spPr bwMode="auto">
          <a:xfrm>
            <a:off x="2354264" y="1797051"/>
            <a:ext cx="7596187" cy="703263"/>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Masque les détails de la comunication</a:t>
            </a:r>
          </a:p>
        </p:txBody>
      </p:sp>
      <p:sp>
        <p:nvSpPr>
          <p:cNvPr id="16389" name="Rounded Rectangle 40">
            <a:extLst>
              <a:ext uri="{FF2B5EF4-FFF2-40B4-BE49-F238E27FC236}">
                <a16:creationId xmlns:a16="http://schemas.microsoft.com/office/drawing/2014/main" xmlns="" id="{19F3376E-8865-B728-3562-1E70F8B34DFC}"/>
              </a:ext>
            </a:extLst>
          </p:cNvPr>
          <p:cNvSpPr>
            <a:spLocks noChangeArrowheads="1"/>
          </p:cNvSpPr>
          <p:nvPr/>
        </p:nvSpPr>
        <p:spPr bwMode="auto">
          <a:xfrm>
            <a:off x="2354264" y="2757489"/>
            <a:ext cx="7596187"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Masque la sérialisation/désérialisation des données</a:t>
            </a:r>
          </a:p>
        </p:txBody>
      </p:sp>
      <p:sp>
        <p:nvSpPr>
          <p:cNvPr id="16390" name="Rounded Rectangle 36">
            <a:extLst>
              <a:ext uri="{FF2B5EF4-FFF2-40B4-BE49-F238E27FC236}">
                <a16:creationId xmlns:a16="http://schemas.microsoft.com/office/drawing/2014/main" xmlns="" id="{7ED2C8C8-3576-E3A4-3838-6AFE70DD7018}"/>
              </a:ext>
            </a:extLst>
          </p:cNvPr>
          <p:cNvSpPr>
            <a:spLocks noChangeArrowheads="1"/>
          </p:cNvSpPr>
          <p:nvPr/>
        </p:nvSpPr>
        <p:spPr bwMode="auto">
          <a:xfrm>
            <a:off x="2354264" y="3613150"/>
            <a:ext cx="7596187"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Expose les méthodes du service à travers une classe locale</a:t>
            </a:r>
          </a:p>
        </p:txBody>
      </p:sp>
      <p:sp>
        <p:nvSpPr>
          <p:cNvPr id="16391" name="Rounded Rectangle 36">
            <a:extLst>
              <a:ext uri="{FF2B5EF4-FFF2-40B4-BE49-F238E27FC236}">
                <a16:creationId xmlns:a16="http://schemas.microsoft.com/office/drawing/2014/main" xmlns="" id="{BB26D264-D53E-DCFE-9A11-283DE114F956}"/>
              </a:ext>
            </a:extLst>
          </p:cNvPr>
          <p:cNvSpPr>
            <a:spLocks noChangeArrowheads="1"/>
          </p:cNvSpPr>
          <p:nvPr/>
        </p:nvSpPr>
        <p:spPr bwMode="auto">
          <a:xfrm>
            <a:off x="2354264" y="4468814"/>
            <a:ext cx="7596187"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Peut prendre en charge l’invocation asynchrone du service</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re 1">
            <a:extLst>
              <a:ext uri="{FF2B5EF4-FFF2-40B4-BE49-F238E27FC236}">
                <a16:creationId xmlns:a16="http://schemas.microsoft.com/office/drawing/2014/main" xmlns="" id="{EA8043E1-67AF-23BF-F6F5-12C81D2302B8}"/>
              </a:ext>
            </a:extLst>
          </p:cNvPr>
          <p:cNvSpPr>
            <a:spLocks noGrp="1"/>
          </p:cNvSpPr>
          <p:nvPr>
            <p:ph type="title"/>
          </p:nvPr>
        </p:nvSpPr>
        <p:spPr/>
        <p:txBody>
          <a:bodyPr/>
          <a:lstStyle/>
          <a:p>
            <a:r>
              <a:rPr lang="fr-FR" altLang="fr-FR"/>
              <a:t>Création d’une classe proxy</a:t>
            </a:r>
          </a:p>
        </p:txBody>
      </p:sp>
      <p:sp>
        <p:nvSpPr>
          <p:cNvPr id="17411" name="AutoShape 5">
            <a:extLst>
              <a:ext uri="{FF2B5EF4-FFF2-40B4-BE49-F238E27FC236}">
                <a16:creationId xmlns:a16="http://schemas.microsoft.com/office/drawing/2014/main" xmlns="" id="{C36F8C10-432A-560E-BECE-62DF9F2E29FD}"/>
              </a:ext>
            </a:extLst>
          </p:cNvPr>
          <p:cNvSpPr>
            <a:spLocks noChangeArrowheads="1"/>
          </p:cNvSpPr>
          <p:nvPr/>
        </p:nvSpPr>
        <p:spPr bwMode="auto">
          <a:xfrm>
            <a:off x="2025650" y="1239668"/>
            <a:ext cx="8140700" cy="24812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7412" name="Rounded Rectangle 36">
            <a:extLst>
              <a:ext uri="{FF2B5EF4-FFF2-40B4-BE49-F238E27FC236}">
                <a16:creationId xmlns:a16="http://schemas.microsoft.com/office/drawing/2014/main" xmlns="" id="{965F861D-8DC8-29DD-38F3-8B34098D420E}"/>
              </a:ext>
            </a:extLst>
          </p:cNvPr>
          <p:cNvSpPr>
            <a:spLocks noChangeArrowheads="1"/>
          </p:cNvSpPr>
          <p:nvPr/>
        </p:nvSpPr>
        <p:spPr bwMode="auto">
          <a:xfrm>
            <a:off x="2352676" y="1415881"/>
            <a:ext cx="7596187" cy="703263"/>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Création manuelle à partir du fichier Web Services Definition Language</a:t>
            </a:r>
          </a:p>
        </p:txBody>
      </p:sp>
      <p:sp>
        <p:nvSpPr>
          <p:cNvPr id="17413" name="Rounded Rectangle 40">
            <a:extLst>
              <a:ext uri="{FF2B5EF4-FFF2-40B4-BE49-F238E27FC236}">
                <a16:creationId xmlns:a16="http://schemas.microsoft.com/office/drawing/2014/main" xmlns="" id="{0CE273ED-6ECD-535C-607C-589A6D92B989}"/>
              </a:ext>
            </a:extLst>
          </p:cNvPr>
          <p:cNvSpPr>
            <a:spLocks noChangeArrowheads="1"/>
          </p:cNvSpPr>
          <p:nvPr/>
        </p:nvSpPr>
        <p:spPr bwMode="auto">
          <a:xfrm>
            <a:off x="2352676" y="2242969"/>
            <a:ext cx="7596187" cy="59213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Utilisation de svcutil.exe en ligne de commande</a:t>
            </a:r>
          </a:p>
        </p:txBody>
      </p:sp>
      <p:sp>
        <p:nvSpPr>
          <p:cNvPr id="17414" name="Rounded Rectangle 36">
            <a:extLst>
              <a:ext uri="{FF2B5EF4-FFF2-40B4-BE49-F238E27FC236}">
                <a16:creationId xmlns:a16="http://schemas.microsoft.com/office/drawing/2014/main" xmlns="" id="{218D22AA-8866-C3E8-9F1B-796A759E33E3}"/>
              </a:ext>
            </a:extLst>
          </p:cNvPr>
          <p:cNvSpPr>
            <a:spLocks noChangeArrowheads="1"/>
          </p:cNvSpPr>
          <p:nvPr/>
        </p:nvSpPr>
        <p:spPr bwMode="auto">
          <a:xfrm>
            <a:off x="2352676" y="2965280"/>
            <a:ext cx="7596187"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Ajout de référence de service dans Visual Studio</a:t>
            </a:r>
          </a:p>
        </p:txBody>
      </p:sp>
      <p:sp>
        <p:nvSpPr>
          <p:cNvPr id="17415" name="AutoShape 5">
            <a:extLst>
              <a:ext uri="{FF2B5EF4-FFF2-40B4-BE49-F238E27FC236}">
                <a16:creationId xmlns:a16="http://schemas.microsoft.com/office/drawing/2014/main" xmlns="" id="{4446BC48-EE65-277B-E0AB-EC53A7A6D63D}"/>
              </a:ext>
            </a:extLst>
          </p:cNvPr>
          <p:cNvSpPr>
            <a:spLocks noChangeArrowheads="1"/>
          </p:cNvSpPr>
          <p:nvPr/>
        </p:nvSpPr>
        <p:spPr bwMode="auto">
          <a:xfrm>
            <a:off x="2025650" y="3970169"/>
            <a:ext cx="8140700" cy="2471737"/>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t>Options</a:t>
            </a:r>
          </a:p>
        </p:txBody>
      </p:sp>
      <p:sp>
        <p:nvSpPr>
          <p:cNvPr id="17416" name="Rounded Rectangle 36">
            <a:extLst>
              <a:ext uri="{FF2B5EF4-FFF2-40B4-BE49-F238E27FC236}">
                <a16:creationId xmlns:a16="http://schemas.microsoft.com/office/drawing/2014/main" xmlns="" id="{B2D23393-C3D1-1D39-34B9-C87A079DE549}"/>
              </a:ext>
            </a:extLst>
          </p:cNvPr>
          <p:cNvSpPr>
            <a:spLocks noChangeArrowheads="1"/>
          </p:cNvSpPr>
          <p:nvPr/>
        </p:nvSpPr>
        <p:spPr bwMode="auto">
          <a:xfrm>
            <a:off x="2352676" y="4505155"/>
            <a:ext cx="7596187" cy="482600"/>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Classes de collection à utiliser</a:t>
            </a:r>
          </a:p>
        </p:txBody>
      </p:sp>
      <p:sp>
        <p:nvSpPr>
          <p:cNvPr id="17417" name="Rounded Rectangle 40">
            <a:extLst>
              <a:ext uri="{FF2B5EF4-FFF2-40B4-BE49-F238E27FC236}">
                <a16:creationId xmlns:a16="http://schemas.microsoft.com/office/drawing/2014/main" xmlns="" id="{05CEC79E-591E-E52A-96BD-E9B392470EDD}"/>
              </a:ext>
            </a:extLst>
          </p:cNvPr>
          <p:cNvSpPr>
            <a:spLocks noChangeArrowheads="1"/>
          </p:cNvSpPr>
          <p:nvPr/>
        </p:nvSpPr>
        <p:spPr bwMode="auto">
          <a:xfrm>
            <a:off x="2352676" y="5125869"/>
            <a:ext cx="7596187" cy="47942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Références de type (réutilisation ou génération)</a:t>
            </a:r>
          </a:p>
        </p:txBody>
      </p:sp>
      <p:sp>
        <p:nvSpPr>
          <p:cNvPr id="17418" name="Rounded Rectangle 36">
            <a:extLst>
              <a:ext uri="{FF2B5EF4-FFF2-40B4-BE49-F238E27FC236}">
                <a16:creationId xmlns:a16="http://schemas.microsoft.com/office/drawing/2014/main" xmlns="" id="{8AB597E8-371A-AA56-0880-CFD6845BD457}"/>
              </a:ext>
            </a:extLst>
          </p:cNvPr>
          <p:cNvSpPr>
            <a:spLocks noChangeArrowheads="1"/>
          </p:cNvSpPr>
          <p:nvPr/>
        </p:nvSpPr>
        <p:spPr bwMode="auto">
          <a:xfrm>
            <a:off x="2354262" y="5752930"/>
            <a:ext cx="7596188" cy="44608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Asynchronicité</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xmlns="" id="{2BA29920-CE41-B819-3643-70431364475A}"/>
              </a:ext>
            </a:extLst>
          </p:cNvPr>
          <p:cNvSpPr>
            <a:spLocks noGrp="1" noChangeArrowheads="1"/>
          </p:cNvSpPr>
          <p:nvPr>
            <p:ph type="body" sz="quarter" idx="12"/>
          </p:nvPr>
        </p:nvSpPr>
        <p:spPr/>
        <p:txBody>
          <a:bodyPr/>
          <a:lstStyle/>
          <a:p>
            <a:pPr eaLnBrk="1" hangingPunct="1"/>
            <a:r>
              <a:rPr lang="fr-FR" altLang="fr-FR"/>
              <a:t>Le Cloud Computing</a:t>
            </a:r>
          </a:p>
          <a:p>
            <a:pPr eaLnBrk="1" hangingPunct="1"/>
            <a:r>
              <a:rPr lang="fr-FR" altLang="fr-FR"/>
              <a:t>Windows Azure</a:t>
            </a:r>
          </a:p>
          <a:p>
            <a:pPr eaLnBrk="1" hangingPunct="1"/>
            <a:r>
              <a:rPr lang="fr-FR" altLang="fr-FR"/>
              <a:t>Services Cloud</a:t>
            </a:r>
          </a:p>
        </p:txBody>
      </p:sp>
      <p:sp>
        <p:nvSpPr>
          <p:cNvPr id="18434" name="Rectangle 2">
            <a:extLst>
              <a:ext uri="{FF2B5EF4-FFF2-40B4-BE49-F238E27FC236}">
                <a16:creationId xmlns:a16="http://schemas.microsoft.com/office/drawing/2014/main" xmlns="" id="{2E5244AF-D38C-BFB5-9CE6-1D030F8756E8}"/>
              </a:ext>
            </a:extLst>
          </p:cNvPr>
          <p:cNvSpPr>
            <a:spLocks noGrp="1" noChangeArrowheads="1"/>
          </p:cNvSpPr>
          <p:nvPr>
            <p:ph type="title"/>
          </p:nvPr>
        </p:nvSpPr>
        <p:spPr/>
        <p:txBody>
          <a:bodyPr/>
          <a:lstStyle/>
          <a:p>
            <a:pPr eaLnBrk="1" hangingPunct="1"/>
            <a:r>
              <a:rPr lang="fr-FR" altLang="fr-FR"/>
              <a:t>Leçon 3: Les services Cloud</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6">
            <a:extLst>
              <a:ext uri="{FF2B5EF4-FFF2-40B4-BE49-F238E27FC236}">
                <a16:creationId xmlns:a16="http://schemas.microsoft.com/office/drawing/2014/main" xmlns="" id="{734E3927-7F2C-05B7-50F4-EA9F190BB61E}"/>
              </a:ext>
            </a:extLst>
          </p:cNvPr>
          <p:cNvSpPr>
            <a:spLocks noGrp="1"/>
          </p:cNvSpPr>
          <p:nvPr>
            <p:ph type="title"/>
          </p:nvPr>
        </p:nvSpPr>
        <p:spPr/>
        <p:txBody>
          <a:bodyPr/>
          <a:lstStyle/>
          <a:p>
            <a:pPr eaLnBrk="1" hangingPunct="1"/>
            <a:r>
              <a:rPr lang="fr-FR" altLang="fr-FR"/>
              <a:t>Le Cloud Computing</a:t>
            </a:r>
          </a:p>
        </p:txBody>
      </p:sp>
      <p:sp>
        <p:nvSpPr>
          <p:cNvPr id="17" name="Cloud 3">
            <a:extLst>
              <a:ext uri="{FF2B5EF4-FFF2-40B4-BE49-F238E27FC236}">
                <a16:creationId xmlns:a16="http://schemas.microsoft.com/office/drawing/2014/main" xmlns="" id="{88B97853-6B02-EF3C-6253-48AC79BA4FCC}"/>
              </a:ext>
            </a:extLst>
          </p:cNvPr>
          <p:cNvSpPr/>
          <p:nvPr/>
        </p:nvSpPr>
        <p:spPr bwMode="auto">
          <a:xfrm>
            <a:off x="1870075" y="1419226"/>
            <a:ext cx="7931150" cy="4729163"/>
          </a:xfrm>
          <a:prstGeom prst="cloud">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lIns="182880" rIns="182880" anchor="ctr"/>
          <a:lstStyle/>
          <a:p>
            <a:pPr algn="ctr" eaLnBrk="0" hangingPunct="0">
              <a:defRPr/>
            </a:pPr>
            <a:endParaRPr lang="en-GB" dirty="0">
              <a:solidFill>
                <a:srgbClr val="000000"/>
              </a:solidFill>
            </a:endParaRPr>
          </a:p>
        </p:txBody>
      </p:sp>
      <p:sp>
        <p:nvSpPr>
          <p:cNvPr id="19460" name="Content Placeholder 3">
            <a:extLst>
              <a:ext uri="{FF2B5EF4-FFF2-40B4-BE49-F238E27FC236}">
                <a16:creationId xmlns:a16="http://schemas.microsoft.com/office/drawing/2014/main" xmlns="" id="{1F697C2A-8815-8934-18C0-4F27BC30D225}"/>
              </a:ext>
            </a:extLst>
          </p:cNvPr>
          <p:cNvSpPr txBox="1">
            <a:spLocks/>
          </p:cNvSpPr>
          <p:nvPr/>
        </p:nvSpPr>
        <p:spPr bwMode="auto">
          <a:xfrm>
            <a:off x="3905251" y="2254251"/>
            <a:ext cx="6196013"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4625" indent="-1746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458788" indent="-169863"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854075" indent="-173038"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254125" indent="-1651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1544638" indent="-168275"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001838" indent="-168275"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459038" indent="-168275"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2916238" indent="-168275"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373438" indent="-168275"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ts val="600"/>
              </a:spcBef>
              <a:buClr>
                <a:srgbClr val="0070C0"/>
              </a:buClr>
            </a:pPr>
            <a:r>
              <a:rPr lang="en-GB" altLang="fr-FR" sz="2800">
                <a:solidFill>
                  <a:srgbClr val="000000"/>
                </a:solidFill>
                <a:latin typeface="Segoe UI" panose="020B0502040204020203" pitchFamily="34" charset="0"/>
                <a:cs typeface="Segoe UI" panose="020B0502040204020203" pitchFamily="34" charset="0"/>
              </a:rPr>
              <a:t>Libre-service à la demande</a:t>
            </a:r>
          </a:p>
          <a:p>
            <a:pPr eaLnBrk="1" hangingPunct="1">
              <a:lnSpc>
                <a:spcPct val="100000"/>
              </a:lnSpc>
              <a:spcBef>
                <a:spcPts val="600"/>
              </a:spcBef>
              <a:buClr>
                <a:srgbClr val="0070C0"/>
              </a:buClr>
            </a:pPr>
            <a:r>
              <a:rPr lang="en-GB" altLang="fr-FR" sz="2800">
                <a:solidFill>
                  <a:srgbClr val="000000"/>
                </a:solidFill>
                <a:latin typeface="Segoe UI" panose="020B0502040204020203" pitchFamily="34" charset="0"/>
                <a:cs typeface="Segoe UI" panose="020B0502040204020203" pitchFamily="34" charset="0"/>
              </a:rPr>
              <a:t>Accessible par le réseau</a:t>
            </a:r>
          </a:p>
          <a:p>
            <a:pPr eaLnBrk="1" hangingPunct="1">
              <a:lnSpc>
                <a:spcPct val="100000"/>
              </a:lnSpc>
              <a:spcBef>
                <a:spcPts val="600"/>
              </a:spcBef>
              <a:buClr>
                <a:srgbClr val="0070C0"/>
              </a:buClr>
            </a:pPr>
            <a:r>
              <a:rPr lang="en-GB" altLang="fr-FR" sz="2800">
                <a:solidFill>
                  <a:srgbClr val="000000"/>
                </a:solidFill>
                <a:latin typeface="Segoe UI" panose="020B0502040204020203" pitchFamily="34" charset="0"/>
                <a:cs typeface="Segoe UI" panose="020B0502040204020203" pitchFamily="34" charset="0"/>
              </a:rPr>
              <a:t>Mise en commun de ressources</a:t>
            </a:r>
          </a:p>
          <a:p>
            <a:pPr eaLnBrk="1" hangingPunct="1">
              <a:lnSpc>
                <a:spcPct val="100000"/>
              </a:lnSpc>
              <a:spcBef>
                <a:spcPts val="600"/>
              </a:spcBef>
              <a:buClr>
                <a:srgbClr val="0070C0"/>
              </a:buClr>
            </a:pPr>
            <a:r>
              <a:rPr lang="en-GB" altLang="fr-FR" sz="2800">
                <a:solidFill>
                  <a:srgbClr val="000000"/>
                </a:solidFill>
                <a:latin typeface="Segoe UI" panose="020B0502040204020203" pitchFamily="34" charset="0"/>
                <a:cs typeface="Segoe UI" panose="020B0502040204020203" pitchFamily="34" charset="0"/>
              </a:rPr>
              <a:t>Elasticité rapide</a:t>
            </a:r>
          </a:p>
          <a:p>
            <a:pPr eaLnBrk="1" hangingPunct="1">
              <a:lnSpc>
                <a:spcPct val="100000"/>
              </a:lnSpc>
              <a:spcBef>
                <a:spcPts val="600"/>
              </a:spcBef>
              <a:buClr>
                <a:srgbClr val="0070C0"/>
              </a:buClr>
            </a:pPr>
            <a:r>
              <a:rPr lang="en-GB" altLang="fr-FR" sz="2800">
                <a:solidFill>
                  <a:srgbClr val="000000"/>
                </a:solidFill>
                <a:latin typeface="Segoe UI" panose="020B0502040204020203" pitchFamily="34" charset="0"/>
                <a:cs typeface="Segoe UI" panose="020B0502040204020203" pitchFamily="34" charset="0"/>
              </a:rPr>
              <a:t>Service de mesure</a:t>
            </a:r>
          </a:p>
        </p:txBody>
      </p:sp>
      <p:sp>
        <p:nvSpPr>
          <p:cNvPr id="19" name="TextBox 5">
            <a:extLst>
              <a:ext uri="{FF2B5EF4-FFF2-40B4-BE49-F238E27FC236}">
                <a16:creationId xmlns:a16="http://schemas.microsoft.com/office/drawing/2014/main" xmlns="" id="{58980E5A-2803-0929-7202-0D6C48B44794}"/>
              </a:ext>
            </a:extLst>
          </p:cNvPr>
          <p:cNvSpPr txBox="1"/>
          <p:nvPr/>
        </p:nvSpPr>
        <p:spPr>
          <a:xfrm>
            <a:off x="6480175" y="6534150"/>
            <a:ext cx="3239990" cy="253916"/>
          </a:xfrm>
          <a:prstGeom prst="rect">
            <a:avLst/>
          </a:prstGeom>
          <a:noFill/>
        </p:spPr>
        <p:txBody>
          <a:bodyPr wrap="none">
            <a:spAutoFit/>
          </a:bodyPr>
          <a:lstStyle/>
          <a:p>
            <a:pPr>
              <a:defRPr/>
            </a:pPr>
            <a:r>
              <a:rPr lang="en-GB" sz="1050" dirty="0">
                <a:solidFill>
                  <a:srgbClr val="000000"/>
                </a:solidFill>
                <a:cs typeface="Arial" charset="0"/>
              </a:rPr>
              <a:t>Source: National Institute of Science and Technology</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6">
            <a:extLst>
              <a:ext uri="{FF2B5EF4-FFF2-40B4-BE49-F238E27FC236}">
                <a16:creationId xmlns:a16="http://schemas.microsoft.com/office/drawing/2014/main" xmlns="" id="{D50410FC-3BAE-CFBA-24FD-B89E7DAD7F22}"/>
              </a:ext>
            </a:extLst>
          </p:cNvPr>
          <p:cNvSpPr>
            <a:spLocks noGrp="1"/>
          </p:cNvSpPr>
          <p:nvPr>
            <p:ph type="title"/>
          </p:nvPr>
        </p:nvSpPr>
        <p:spPr/>
        <p:txBody>
          <a:bodyPr/>
          <a:lstStyle/>
          <a:p>
            <a:pPr eaLnBrk="1" hangingPunct="1"/>
            <a:r>
              <a:rPr lang="fr-FR" altLang="fr-FR"/>
              <a:t>Windows Azure</a:t>
            </a:r>
          </a:p>
        </p:txBody>
      </p:sp>
      <p:grpSp>
        <p:nvGrpSpPr>
          <p:cNvPr id="20483" name="Group 3">
            <a:extLst>
              <a:ext uri="{FF2B5EF4-FFF2-40B4-BE49-F238E27FC236}">
                <a16:creationId xmlns:a16="http://schemas.microsoft.com/office/drawing/2014/main" xmlns="" id="{DE893AD1-D2CB-49BB-94D4-7D84F21F032D}"/>
              </a:ext>
            </a:extLst>
          </p:cNvPr>
          <p:cNvGrpSpPr>
            <a:grpSpLocks/>
          </p:cNvGrpSpPr>
          <p:nvPr/>
        </p:nvGrpSpPr>
        <p:grpSpPr bwMode="auto">
          <a:xfrm>
            <a:off x="1973264" y="1646238"/>
            <a:ext cx="8237537" cy="1714500"/>
            <a:chOff x="1065772" y="1272540"/>
            <a:chExt cx="6706628" cy="1714500"/>
          </a:xfrm>
        </p:grpSpPr>
        <p:sp>
          <p:nvSpPr>
            <p:cNvPr id="13" name="Rectangle 12">
              <a:extLst>
                <a:ext uri="{FF2B5EF4-FFF2-40B4-BE49-F238E27FC236}">
                  <a16:creationId xmlns:a16="http://schemas.microsoft.com/office/drawing/2014/main" xmlns="" id="{96DF16CC-57E5-8BAD-7873-4C8C8942BD35}"/>
                </a:ext>
              </a:extLst>
            </p:cNvPr>
            <p:cNvSpPr/>
            <p:nvPr/>
          </p:nvSpPr>
          <p:spPr bwMode="auto">
            <a:xfrm>
              <a:off x="1065772" y="1272540"/>
              <a:ext cx="6706628" cy="171450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lIns="182880" rIns="182880" anchor="ctr"/>
            <a:lstStyle/>
            <a:p>
              <a:pPr marL="3028950" lvl="6"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Media Services</a:t>
              </a:r>
            </a:p>
            <a:p>
              <a:pPr marL="3028950" lvl="6"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Active Directory</a:t>
              </a:r>
            </a:p>
            <a:p>
              <a:pPr marL="3028950" lvl="6"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Multi-Factor Authentication</a:t>
              </a:r>
            </a:p>
            <a:p>
              <a:pPr marL="3028950" lvl="6"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Service Bus</a:t>
              </a:r>
            </a:p>
            <a:p>
              <a:pPr marL="3028950" lvl="6"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Notification Hubs</a:t>
              </a:r>
            </a:p>
            <a:p>
              <a:pPr marL="3028950" lvl="6"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Caching</a:t>
              </a:r>
            </a:p>
            <a:p>
              <a:pPr marL="3028950" lvl="6"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BizTalk Services</a:t>
              </a:r>
            </a:p>
          </p:txBody>
        </p:sp>
        <p:sp>
          <p:nvSpPr>
            <p:cNvPr id="20495" name="TextBox 5">
              <a:extLst>
                <a:ext uri="{FF2B5EF4-FFF2-40B4-BE49-F238E27FC236}">
                  <a16:creationId xmlns:a16="http://schemas.microsoft.com/office/drawing/2014/main" xmlns="" id="{B4B1C840-6A8C-3B05-455B-1521A0048819}"/>
                </a:ext>
              </a:extLst>
            </p:cNvPr>
            <p:cNvSpPr txBox="1">
              <a:spLocks noChangeArrowheads="1"/>
            </p:cNvSpPr>
            <p:nvPr/>
          </p:nvSpPr>
          <p:spPr bwMode="auto">
            <a:xfrm rot="-5400000">
              <a:off x="810124" y="1732278"/>
              <a:ext cx="1465401" cy="776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GB" altLang="fr-FR" sz="2800">
                  <a:solidFill>
                    <a:srgbClr val="000000"/>
                  </a:solidFill>
                  <a:latin typeface="Segoe UI" panose="020B0502040204020203" pitchFamily="34" charset="0"/>
                  <a:cs typeface="Segoe UI" panose="020B0502040204020203" pitchFamily="34" charset="0"/>
                </a:rPr>
                <a:t>App</a:t>
              </a:r>
            </a:p>
            <a:p>
              <a:pPr eaLnBrk="1" hangingPunct="1">
                <a:lnSpc>
                  <a:spcPct val="100000"/>
                </a:lnSpc>
                <a:spcBef>
                  <a:spcPct val="0"/>
                </a:spcBef>
                <a:buClrTx/>
                <a:buSzTx/>
                <a:buFontTx/>
                <a:buNone/>
              </a:pPr>
              <a:r>
                <a:rPr lang="en-GB" altLang="fr-FR" sz="2800">
                  <a:solidFill>
                    <a:srgbClr val="000000"/>
                  </a:solidFill>
                  <a:latin typeface="Segoe UI" panose="020B0502040204020203" pitchFamily="34" charset="0"/>
                  <a:cs typeface="Segoe UI" panose="020B0502040204020203" pitchFamily="34" charset="0"/>
                </a:rPr>
                <a:t>Services</a:t>
              </a:r>
            </a:p>
          </p:txBody>
        </p:sp>
      </p:grpSp>
      <p:grpSp>
        <p:nvGrpSpPr>
          <p:cNvPr id="20484" name="Group 6">
            <a:extLst>
              <a:ext uri="{FF2B5EF4-FFF2-40B4-BE49-F238E27FC236}">
                <a16:creationId xmlns:a16="http://schemas.microsoft.com/office/drawing/2014/main" xmlns="" id="{D8F1F341-20CB-849F-0D3F-5488D1CE49A2}"/>
              </a:ext>
            </a:extLst>
          </p:cNvPr>
          <p:cNvGrpSpPr>
            <a:grpSpLocks/>
          </p:cNvGrpSpPr>
          <p:nvPr/>
        </p:nvGrpSpPr>
        <p:grpSpPr bwMode="auto">
          <a:xfrm>
            <a:off x="1974851" y="3428999"/>
            <a:ext cx="2817813" cy="1768476"/>
            <a:chOff x="1563287" y="1218564"/>
            <a:chExt cx="5589594" cy="1768476"/>
          </a:xfrm>
        </p:grpSpPr>
        <p:sp>
          <p:nvSpPr>
            <p:cNvPr id="16" name="Rectangle 15">
              <a:extLst>
                <a:ext uri="{FF2B5EF4-FFF2-40B4-BE49-F238E27FC236}">
                  <a16:creationId xmlns:a16="http://schemas.microsoft.com/office/drawing/2014/main" xmlns="" id="{68487263-D9C0-FF27-CF80-FC5236DBF668}"/>
                </a:ext>
              </a:extLst>
            </p:cNvPr>
            <p:cNvSpPr/>
            <p:nvPr/>
          </p:nvSpPr>
          <p:spPr bwMode="auto">
            <a:xfrm>
              <a:off x="1563287" y="1272540"/>
              <a:ext cx="5589594" cy="171450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lIns="182880" rIns="182880" anchor="ctr"/>
            <a:lstStyle/>
            <a:p>
              <a:pPr marL="742950" lvl="1"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Cloud Services</a:t>
              </a:r>
            </a:p>
            <a:p>
              <a:pPr marL="742950" lvl="1"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Web Sites</a:t>
              </a:r>
            </a:p>
            <a:p>
              <a:pPr marL="742950" lvl="1"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Mobile Services</a:t>
              </a:r>
            </a:p>
            <a:p>
              <a:pPr marL="742950" lvl="1"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Virtual Machines</a:t>
              </a:r>
            </a:p>
          </p:txBody>
        </p:sp>
        <p:sp>
          <p:nvSpPr>
            <p:cNvPr id="20493" name="TextBox 8">
              <a:extLst>
                <a:ext uri="{FF2B5EF4-FFF2-40B4-BE49-F238E27FC236}">
                  <a16:creationId xmlns:a16="http://schemas.microsoft.com/office/drawing/2014/main" xmlns="" id="{492A8DB0-1825-82CC-2BE1-3B20CDA8A376}"/>
                </a:ext>
              </a:extLst>
            </p:cNvPr>
            <p:cNvSpPr txBox="1">
              <a:spLocks noChangeArrowheads="1"/>
            </p:cNvSpPr>
            <p:nvPr/>
          </p:nvSpPr>
          <p:spPr bwMode="auto">
            <a:xfrm rot="16200000">
              <a:off x="1226886" y="1567560"/>
              <a:ext cx="1735521" cy="1037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GB" altLang="fr-FR" sz="2800" dirty="0">
                  <a:solidFill>
                    <a:srgbClr val="000000"/>
                  </a:solidFill>
                  <a:latin typeface="Segoe UI" panose="020B0502040204020203" pitchFamily="34" charset="0"/>
                  <a:cs typeface="Segoe UI" panose="020B0502040204020203" pitchFamily="34" charset="0"/>
                </a:rPr>
                <a:t>Compute</a:t>
              </a:r>
            </a:p>
          </p:txBody>
        </p:sp>
      </p:grpSp>
      <p:grpSp>
        <p:nvGrpSpPr>
          <p:cNvPr id="20485" name="Group 9">
            <a:extLst>
              <a:ext uri="{FF2B5EF4-FFF2-40B4-BE49-F238E27FC236}">
                <a16:creationId xmlns:a16="http://schemas.microsoft.com/office/drawing/2014/main" xmlns="" id="{2BDEC17F-BDD4-A656-C862-023CC10E21FD}"/>
              </a:ext>
            </a:extLst>
          </p:cNvPr>
          <p:cNvGrpSpPr>
            <a:grpSpLocks/>
          </p:cNvGrpSpPr>
          <p:nvPr/>
        </p:nvGrpSpPr>
        <p:grpSpPr bwMode="auto">
          <a:xfrm>
            <a:off x="4802188" y="3482975"/>
            <a:ext cx="3351212" cy="1714500"/>
            <a:chOff x="1516264" y="1272540"/>
            <a:chExt cx="6645099" cy="1714500"/>
          </a:xfrm>
        </p:grpSpPr>
        <p:sp>
          <p:nvSpPr>
            <p:cNvPr id="19" name="Rectangle 18">
              <a:extLst>
                <a:ext uri="{FF2B5EF4-FFF2-40B4-BE49-F238E27FC236}">
                  <a16:creationId xmlns:a16="http://schemas.microsoft.com/office/drawing/2014/main" xmlns="" id="{CEA1692E-6097-21BE-6F90-3D19D2278884}"/>
                </a:ext>
              </a:extLst>
            </p:cNvPr>
            <p:cNvSpPr/>
            <p:nvPr/>
          </p:nvSpPr>
          <p:spPr bwMode="auto">
            <a:xfrm>
              <a:off x="1563481" y="1272540"/>
              <a:ext cx="6597882" cy="171450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lIns="182880" rIns="182880" anchor="ctr"/>
            <a:lstStyle/>
            <a:p>
              <a:pPr marL="1200150" lvl="2"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Storage</a:t>
              </a:r>
            </a:p>
            <a:p>
              <a:pPr marL="1200150" lvl="2"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SQL Database</a:t>
              </a:r>
            </a:p>
            <a:p>
              <a:pPr marL="1200150" lvl="2"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SQL Reporting</a:t>
              </a:r>
            </a:p>
            <a:p>
              <a:pPr marL="1200150" lvl="2"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Backup</a:t>
              </a:r>
            </a:p>
            <a:p>
              <a:pPr marL="1200150" lvl="2"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Hyper-V Recovery Manager</a:t>
              </a:r>
            </a:p>
            <a:p>
              <a:pPr marL="1200150" lvl="2"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HDInsight</a:t>
              </a:r>
            </a:p>
          </p:txBody>
        </p:sp>
        <p:sp>
          <p:nvSpPr>
            <p:cNvPr id="20491" name="TextBox 11">
              <a:extLst>
                <a:ext uri="{FF2B5EF4-FFF2-40B4-BE49-F238E27FC236}">
                  <a16:creationId xmlns:a16="http://schemas.microsoft.com/office/drawing/2014/main" xmlns="" id="{B0A9D8DC-F150-A01C-51AC-D9BA7844F550}"/>
                </a:ext>
              </a:extLst>
            </p:cNvPr>
            <p:cNvSpPr txBox="1">
              <a:spLocks noChangeArrowheads="1"/>
            </p:cNvSpPr>
            <p:nvPr/>
          </p:nvSpPr>
          <p:spPr bwMode="auto">
            <a:xfrm rot="-5400000">
              <a:off x="1729545" y="1174708"/>
              <a:ext cx="1465401" cy="189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GB" altLang="fr-FR" sz="2800">
                  <a:solidFill>
                    <a:srgbClr val="000000"/>
                  </a:solidFill>
                  <a:latin typeface="Segoe UI" panose="020B0502040204020203" pitchFamily="34" charset="0"/>
                  <a:cs typeface="Segoe UI" panose="020B0502040204020203" pitchFamily="34" charset="0"/>
                </a:rPr>
                <a:t>Data</a:t>
              </a:r>
            </a:p>
            <a:p>
              <a:pPr eaLnBrk="1" hangingPunct="1">
                <a:lnSpc>
                  <a:spcPct val="100000"/>
                </a:lnSpc>
                <a:spcBef>
                  <a:spcPct val="0"/>
                </a:spcBef>
                <a:buClrTx/>
                <a:buSzTx/>
                <a:buFontTx/>
                <a:buNone/>
              </a:pPr>
              <a:r>
                <a:rPr lang="en-GB" altLang="fr-FR" sz="2800">
                  <a:solidFill>
                    <a:srgbClr val="000000"/>
                  </a:solidFill>
                  <a:latin typeface="Segoe UI" panose="020B0502040204020203" pitchFamily="34" charset="0"/>
                  <a:cs typeface="Segoe UI" panose="020B0502040204020203" pitchFamily="34" charset="0"/>
                </a:rPr>
                <a:t>Services</a:t>
              </a:r>
            </a:p>
          </p:txBody>
        </p:sp>
      </p:grpSp>
      <p:grpSp>
        <p:nvGrpSpPr>
          <p:cNvPr id="20486" name="Group 12">
            <a:extLst>
              <a:ext uri="{FF2B5EF4-FFF2-40B4-BE49-F238E27FC236}">
                <a16:creationId xmlns:a16="http://schemas.microsoft.com/office/drawing/2014/main" xmlns="" id="{17EB22C6-C93D-E1BD-D8C2-ABECAF006F08}"/>
              </a:ext>
            </a:extLst>
          </p:cNvPr>
          <p:cNvGrpSpPr>
            <a:grpSpLocks/>
          </p:cNvGrpSpPr>
          <p:nvPr/>
        </p:nvGrpSpPr>
        <p:grpSpPr bwMode="auto">
          <a:xfrm>
            <a:off x="8193088" y="3482975"/>
            <a:ext cx="2017712" cy="1714500"/>
            <a:chOff x="1414614" y="1272540"/>
            <a:chExt cx="4001631" cy="1714500"/>
          </a:xfrm>
        </p:grpSpPr>
        <p:sp>
          <p:nvSpPr>
            <p:cNvPr id="22" name="Rectangle 21">
              <a:extLst>
                <a:ext uri="{FF2B5EF4-FFF2-40B4-BE49-F238E27FC236}">
                  <a16:creationId xmlns:a16="http://schemas.microsoft.com/office/drawing/2014/main" xmlns="" id="{1B0C7D71-4B4A-D448-08C9-770C0EEBC9D2}"/>
                </a:ext>
              </a:extLst>
            </p:cNvPr>
            <p:cNvSpPr/>
            <p:nvPr/>
          </p:nvSpPr>
          <p:spPr bwMode="auto">
            <a:xfrm>
              <a:off x="1414614" y="1272540"/>
              <a:ext cx="4001631" cy="1714500"/>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lIns="182880" rIns="182880" anchor="ctr"/>
            <a:lstStyle/>
            <a:p>
              <a:pPr marL="742950" lvl="1"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Virtual Network</a:t>
              </a:r>
            </a:p>
            <a:p>
              <a:pPr marL="742950" lvl="1" indent="-285750" eaLnBrk="0" hangingPunct="0">
                <a:buFont typeface="Arial" panose="020B0604020202020204" pitchFamily="34" charset="0"/>
                <a:buChar char="•"/>
                <a:defRPr/>
              </a:pPr>
              <a:r>
                <a:rPr lang="en-GB" sz="1400" dirty="0">
                  <a:solidFill>
                    <a:srgbClr val="000000"/>
                  </a:solidFill>
                  <a:latin typeface="Segoe UI" panose="020B0502040204020203" pitchFamily="34" charset="0"/>
                  <a:cs typeface="Segoe UI" panose="020B0502040204020203" pitchFamily="34" charset="0"/>
                </a:rPr>
                <a:t>Traffic Manager</a:t>
              </a:r>
            </a:p>
          </p:txBody>
        </p:sp>
        <p:sp>
          <p:nvSpPr>
            <p:cNvPr id="20489" name="TextBox 14">
              <a:extLst>
                <a:ext uri="{FF2B5EF4-FFF2-40B4-BE49-F238E27FC236}">
                  <a16:creationId xmlns:a16="http://schemas.microsoft.com/office/drawing/2014/main" xmlns="" id="{A81B83C4-FFAE-9585-85DA-1E5B1BDE90D6}"/>
                </a:ext>
              </a:extLst>
            </p:cNvPr>
            <p:cNvSpPr txBox="1">
              <a:spLocks noChangeArrowheads="1"/>
            </p:cNvSpPr>
            <p:nvPr/>
          </p:nvSpPr>
          <p:spPr bwMode="auto">
            <a:xfrm rot="-5400000">
              <a:off x="1165894" y="1601925"/>
              <a:ext cx="1534972" cy="1037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GB" altLang="fr-FR" sz="2800">
                  <a:solidFill>
                    <a:srgbClr val="000000"/>
                  </a:solidFill>
                  <a:latin typeface="Segoe UI" panose="020B0502040204020203" pitchFamily="34" charset="0"/>
                  <a:cs typeface="Segoe UI" panose="020B0502040204020203" pitchFamily="34" charset="0"/>
                </a:rPr>
                <a:t>Network</a:t>
              </a:r>
            </a:p>
          </p:txBody>
        </p:sp>
      </p:grpSp>
      <p:sp>
        <p:nvSpPr>
          <p:cNvPr id="24" name="Rectangle 23">
            <a:extLst>
              <a:ext uri="{FF2B5EF4-FFF2-40B4-BE49-F238E27FC236}">
                <a16:creationId xmlns:a16="http://schemas.microsoft.com/office/drawing/2014/main" xmlns="" id="{79B3D45B-0F62-713E-D232-027DEA714BA8}"/>
              </a:ext>
            </a:extLst>
          </p:cNvPr>
          <p:cNvSpPr/>
          <p:nvPr/>
        </p:nvSpPr>
        <p:spPr bwMode="auto">
          <a:xfrm>
            <a:off x="1973264" y="5318125"/>
            <a:ext cx="8237537" cy="465138"/>
          </a:xfrm>
          <a:prstGeom prst="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lIns="182880" rIns="182880" anchor="ctr"/>
          <a:lstStyle/>
          <a:p>
            <a:pPr algn="ctr" eaLnBrk="0" hangingPunct="0">
              <a:defRPr/>
            </a:pPr>
            <a:r>
              <a:rPr lang="en-GB" sz="2400" dirty="0">
                <a:solidFill>
                  <a:srgbClr val="000000"/>
                </a:solidFill>
                <a:latin typeface="Segoe UI" panose="020B0502040204020203" pitchFamily="34" charset="0"/>
                <a:cs typeface="Segoe UI" panose="020B0502040204020203" pitchFamily="34" charset="0"/>
              </a:rPr>
              <a:t>Microsoft Azure Marketplace</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6">
            <a:extLst>
              <a:ext uri="{FF2B5EF4-FFF2-40B4-BE49-F238E27FC236}">
                <a16:creationId xmlns:a16="http://schemas.microsoft.com/office/drawing/2014/main" xmlns="" id="{E3FDC1C4-AB63-3936-E2F0-A83808D7E9E5}"/>
              </a:ext>
            </a:extLst>
          </p:cNvPr>
          <p:cNvSpPr>
            <a:spLocks noGrp="1"/>
          </p:cNvSpPr>
          <p:nvPr>
            <p:ph type="title"/>
          </p:nvPr>
        </p:nvSpPr>
        <p:spPr/>
        <p:txBody>
          <a:bodyPr/>
          <a:lstStyle/>
          <a:p>
            <a:pPr eaLnBrk="1" hangingPunct="1"/>
            <a:r>
              <a:rPr lang="fr-FR" altLang="fr-FR"/>
              <a:t>Les Services Cloud</a:t>
            </a:r>
          </a:p>
        </p:txBody>
      </p:sp>
      <p:sp>
        <p:nvSpPr>
          <p:cNvPr id="21507" name="AutoShape 5">
            <a:extLst>
              <a:ext uri="{FF2B5EF4-FFF2-40B4-BE49-F238E27FC236}">
                <a16:creationId xmlns:a16="http://schemas.microsoft.com/office/drawing/2014/main" xmlns="" id="{71D469F5-2A53-0988-AAE2-7954700CED63}"/>
              </a:ext>
            </a:extLst>
          </p:cNvPr>
          <p:cNvSpPr>
            <a:spLocks noChangeArrowheads="1"/>
          </p:cNvSpPr>
          <p:nvPr/>
        </p:nvSpPr>
        <p:spPr bwMode="auto">
          <a:xfrm>
            <a:off x="2160016" y="1239668"/>
            <a:ext cx="8140700" cy="5308600"/>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1800"/>
          </a:p>
        </p:txBody>
      </p:sp>
      <p:sp>
        <p:nvSpPr>
          <p:cNvPr id="14" name="Rounded Rectangle 36">
            <a:extLst>
              <a:ext uri="{FF2B5EF4-FFF2-40B4-BE49-F238E27FC236}">
                <a16:creationId xmlns:a16="http://schemas.microsoft.com/office/drawing/2014/main" xmlns="" id="{F448B9C4-8FAA-E274-130D-85B0ED62AC43}"/>
              </a:ext>
            </a:extLst>
          </p:cNvPr>
          <p:cNvSpPr>
            <a:spLocks noChangeArrowheads="1"/>
          </p:cNvSpPr>
          <p:nvPr/>
        </p:nvSpPr>
        <p:spPr bwMode="auto">
          <a:xfrm>
            <a:off x="2487041" y="1592094"/>
            <a:ext cx="7596188" cy="135572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p>
            <a:pPr indent="4763">
              <a:buSzPct val="80000"/>
              <a:defRPr/>
            </a:pPr>
            <a:r>
              <a:rPr lang="en-US" dirty="0" err="1">
                <a:cs typeface="Arial" charset="0"/>
              </a:rPr>
              <a:t>Modèle</a:t>
            </a:r>
            <a:r>
              <a:rPr lang="en-US" dirty="0">
                <a:cs typeface="Arial" charset="0"/>
              </a:rPr>
              <a:t> </a:t>
            </a:r>
            <a:r>
              <a:rPr lang="en-US" dirty="0" err="1">
                <a:cs typeface="Arial" charset="0"/>
              </a:rPr>
              <a:t>basé</a:t>
            </a:r>
            <a:r>
              <a:rPr lang="en-US" dirty="0">
                <a:cs typeface="Arial" charset="0"/>
              </a:rPr>
              <a:t> sur les </a:t>
            </a:r>
            <a:r>
              <a:rPr lang="en-US" dirty="0" err="1">
                <a:cs typeface="Arial" charset="0"/>
              </a:rPr>
              <a:t>rôles</a:t>
            </a:r>
            <a:r>
              <a:rPr lang="en-US" dirty="0">
                <a:cs typeface="Arial" charset="0"/>
              </a:rPr>
              <a:t>: </a:t>
            </a:r>
          </a:p>
          <a:p>
            <a:pPr marL="285750" indent="-285750">
              <a:buSzPct val="80000"/>
              <a:buFont typeface="Arial" panose="020B0604020202020204" pitchFamily="34" charset="0"/>
              <a:buChar char="•"/>
              <a:defRPr/>
            </a:pPr>
            <a:r>
              <a:rPr lang="en-US" dirty="0">
                <a:cs typeface="Arial" charset="0"/>
              </a:rPr>
              <a:t>Web Role: le service (</a:t>
            </a:r>
            <a:r>
              <a:rPr lang="en-US" dirty="0" err="1">
                <a:cs typeface="Arial" charset="0"/>
              </a:rPr>
              <a:t>ou</a:t>
            </a:r>
            <a:r>
              <a:rPr lang="en-US" dirty="0">
                <a:cs typeface="Arial" charset="0"/>
              </a:rPr>
              <a:t> un site Web)</a:t>
            </a:r>
          </a:p>
          <a:p>
            <a:pPr marL="285750" indent="-285750">
              <a:buSzPct val="80000"/>
              <a:buFont typeface="Arial" panose="020B0604020202020204" pitchFamily="34" charset="0"/>
              <a:buChar char="•"/>
              <a:defRPr/>
            </a:pPr>
            <a:r>
              <a:rPr lang="en-US" dirty="0">
                <a:cs typeface="Arial" charset="0"/>
              </a:rPr>
              <a:t>Worker Role: </a:t>
            </a:r>
            <a:r>
              <a:rPr lang="en-US" dirty="0" err="1">
                <a:cs typeface="Arial" charset="0"/>
              </a:rPr>
              <a:t>fonctionnalités</a:t>
            </a:r>
            <a:r>
              <a:rPr lang="en-US" dirty="0">
                <a:cs typeface="Arial" charset="0"/>
              </a:rPr>
              <a:t> </a:t>
            </a:r>
            <a:r>
              <a:rPr lang="en-US" dirty="0" err="1">
                <a:cs typeface="Arial" charset="0"/>
              </a:rPr>
              <a:t>accessibles</a:t>
            </a:r>
            <a:r>
              <a:rPr lang="en-US" dirty="0">
                <a:cs typeface="Arial" charset="0"/>
              </a:rPr>
              <a:t> à un ensemble de Web Role</a:t>
            </a:r>
          </a:p>
        </p:txBody>
      </p:sp>
      <p:sp>
        <p:nvSpPr>
          <p:cNvPr id="15" name="Rounded Rectangle 38">
            <a:extLst>
              <a:ext uri="{FF2B5EF4-FFF2-40B4-BE49-F238E27FC236}">
                <a16:creationId xmlns:a16="http://schemas.microsoft.com/office/drawing/2014/main" xmlns="" id="{824BD973-D9E1-D97A-6215-E8FD98CB3632}"/>
              </a:ext>
            </a:extLst>
          </p:cNvPr>
          <p:cNvSpPr>
            <a:spLocks noChangeArrowheads="1"/>
          </p:cNvSpPr>
          <p:nvPr/>
        </p:nvSpPr>
        <p:spPr bwMode="auto">
          <a:xfrm>
            <a:off x="2494980" y="5059194"/>
            <a:ext cx="7596187" cy="130968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p>
            <a:pPr indent="4763">
              <a:buSzPct val="80000"/>
              <a:defRPr/>
            </a:pPr>
            <a:r>
              <a:rPr lang="en-US" dirty="0" err="1">
                <a:cs typeface="Arial" charset="0"/>
              </a:rPr>
              <a:t>Déploiement</a:t>
            </a:r>
            <a:r>
              <a:rPr lang="en-US" dirty="0">
                <a:cs typeface="Arial" charset="0"/>
              </a:rPr>
              <a:t> </a:t>
            </a:r>
            <a:r>
              <a:rPr lang="en-US" dirty="0" err="1">
                <a:cs typeface="Arial" charset="0"/>
              </a:rPr>
              <a:t>dans</a:t>
            </a:r>
            <a:r>
              <a:rPr lang="en-US" dirty="0">
                <a:cs typeface="Arial" charset="0"/>
              </a:rPr>
              <a:t> Windows Azure:</a:t>
            </a:r>
          </a:p>
          <a:p>
            <a:pPr marL="285750" indent="-285750">
              <a:buSzPct val="80000"/>
              <a:buFont typeface="Arial" panose="020B0604020202020204" pitchFamily="34" charset="0"/>
              <a:buChar char="•"/>
              <a:defRPr/>
            </a:pPr>
            <a:r>
              <a:rPr lang="en-US" dirty="0" err="1">
                <a:cs typeface="Arial" charset="0"/>
              </a:rPr>
              <a:t>Environnement</a:t>
            </a:r>
            <a:r>
              <a:rPr lang="en-US" dirty="0">
                <a:cs typeface="Arial" charset="0"/>
              </a:rPr>
              <a:t> de production</a:t>
            </a:r>
          </a:p>
          <a:p>
            <a:pPr marL="285750" indent="-285750">
              <a:buSzPct val="80000"/>
              <a:buFont typeface="Arial" panose="020B0604020202020204" pitchFamily="34" charset="0"/>
              <a:buChar char="•"/>
              <a:defRPr/>
            </a:pPr>
            <a:r>
              <a:rPr lang="en-US" dirty="0" err="1">
                <a:cs typeface="Arial" charset="0"/>
              </a:rPr>
              <a:t>Environnement</a:t>
            </a:r>
            <a:r>
              <a:rPr lang="en-US" dirty="0">
                <a:cs typeface="Arial" charset="0"/>
              </a:rPr>
              <a:t> de pre-production</a:t>
            </a:r>
          </a:p>
        </p:txBody>
      </p:sp>
      <p:sp>
        <p:nvSpPr>
          <p:cNvPr id="21510" name="Rounded Rectangle 40">
            <a:extLst>
              <a:ext uri="{FF2B5EF4-FFF2-40B4-BE49-F238E27FC236}">
                <a16:creationId xmlns:a16="http://schemas.microsoft.com/office/drawing/2014/main" xmlns="" id="{3E25C0F5-50B7-B6E9-6F05-F59101041C9E}"/>
              </a:ext>
            </a:extLst>
          </p:cNvPr>
          <p:cNvSpPr>
            <a:spLocks noChangeArrowheads="1"/>
          </p:cNvSpPr>
          <p:nvPr/>
        </p:nvSpPr>
        <p:spPr bwMode="auto">
          <a:xfrm>
            <a:off x="2494980" y="3212930"/>
            <a:ext cx="7596187"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fr-FR" altLang="fr-FR" sz="1800"/>
              <a:t>Mise en œuvre avec le Windows Azure SDK</a:t>
            </a:r>
          </a:p>
        </p:txBody>
      </p:sp>
      <p:sp>
        <p:nvSpPr>
          <p:cNvPr id="21511" name="Rounded Rectangle 42">
            <a:extLst>
              <a:ext uri="{FF2B5EF4-FFF2-40B4-BE49-F238E27FC236}">
                <a16:creationId xmlns:a16="http://schemas.microsoft.com/office/drawing/2014/main" xmlns="" id="{25FED8CB-E0BA-F28E-14F8-3D2E7371E759}"/>
              </a:ext>
            </a:extLst>
          </p:cNvPr>
          <p:cNvSpPr>
            <a:spLocks noChangeArrowheads="1"/>
          </p:cNvSpPr>
          <p:nvPr/>
        </p:nvSpPr>
        <p:spPr bwMode="auto">
          <a:xfrm>
            <a:off x="2487041" y="4120980"/>
            <a:ext cx="7596188" cy="592138"/>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Développement similaire à WCF</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5">
            <a:extLst>
              <a:ext uri="{FF2B5EF4-FFF2-40B4-BE49-F238E27FC236}">
                <a16:creationId xmlns:a16="http://schemas.microsoft.com/office/drawing/2014/main" xmlns="" id="{69ED093B-FDC6-0080-7226-61FE58952DBF}"/>
              </a:ext>
            </a:extLst>
          </p:cNvPr>
          <p:cNvSpPr txBox="1">
            <a:spLocks noChangeArrowheads="1"/>
          </p:cNvSpPr>
          <p:nvPr/>
        </p:nvSpPr>
        <p:spPr bwMode="auto">
          <a:xfrm>
            <a:off x="4365268" y="917973"/>
            <a:ext cx="7751762" cy="4386262"/>
          </a:xfrm>
          <a:prstGeom prst="rect">
            <a:avLst/>
          </a:prstGeom>
          <a:noFill/>
          <a:ln w="9525">
            <a:noFill/>
            <a:miter lim="800000"/>
            <a:headEnd/>
            <a:tailEnd/>
          </a:ln>
        </p:spPr>
        <p:txBody>
          <a:bodyPr lIns="0" tIns="0" rIns="0" bIns="0"/>
          <a:lstStyle/>
          <a:p>
            <a:pPr marL="174625" indent="-174625">
              <a:lnSpc>
                <a:spcPct val="90000"/>
              </a:lnSpc>
              <a:spcBef>
                <a:spcPct val="70000"/>
              </a:spcBef>
              <a:buClr>
                <a:schemeClr val="hlink"/>
              </a:buClr>
              <a:buSzPct val="90000"/>
              <a:buFontTx/>
              <a:buChar char="•"/>
              <a:defRPr/>
            </a:pPr>
            <a:r>
              <a:rPr lang="fr-FR" sz="2000" kern="0" dirty="0"/>
              <a:t>Exercice 1: </a:t>
            </a:r>
            <a:r>
              <a:rPr lang="fr-FR" sz="2000" dirty="0">
                <a:cs typeface="Arial" charset="0"/>
              </a:rPr>
              <a:t>Création d’un service WCF</a:t>
            </a:r>
            <a:endParaRPr lang="fr-FR" sz="2000" kern="0" dirty="0"/>
          </a:p>
          <a:p>
            <a:pPr marL="174625" indent="-174625">
              <a:lnSpc>
                <a:spcPct val="90000"/>
              </a:lnSpc>
              <a:spcBef>
                <a:spcPct val="70000"/>
              </a:spcBef>
              <a:buClr>
                <a:schemeClr val="hlink"/>
              </a:buClr>
              <a:buSzPct val="90000"/>
              <a:buFontTx/>
              <a:buChar char="•"/>
              <a:defRPr/>
            </a:pPr>
            <a:r>
              <a:rPr lang="fr-FR" sz="2000" kern="0" dirty="0"/>
              <a:t>Exercice 2: Mise en œuvre d’une classe proxy</a:t>
            </a:r>
          </a:p>
        </p:txBody>
      </p:sp>
      <p:sp>
        <p:nvSpPr>
          <p:cNvPr id="22531" name="Rectangle 64">
            <a:extLst>
              <a:ext uri="{FF2B5EF4-FFF2-40B4-BE49-F238E27FC236}">
                <a16:creationId xmlns:a16="http://schemas.microsoft.com/office/drawing/2014/main" xmlns="" id="{ED60C279-E3B0-D683-2267-57C753AFCC68}"/>
              </a:ext>
            </a:extLst>
          </p:cNvPr>
          <p:cNvSpPr>
            <a:spLocks noGrp="1" noChangeArrowheads="1"/>
          </p:cNvSpPr>
          <p:nvPr>
            <p:ph type="title"/>
          </p:nvPr>
        </p:nvSpPr>
        <p:spPr/>
        <p:txBody>
          <a:bodyPr/>
          <a:lstStyle/>
          <a:p>
            <a:pPr eaLnBrk="1" hangingPunct="1"/>
            <a:r>
              <a:rPr lang="fr-FR" altLang="fr-FR"/>
              <a:t>Atelier </a:t>
            </a:r>
          </a:p>
        </p:txBody>
      </p:sp>
      <p:sp>
        <p:nvSpPr>
          <p:cNvPr id="4" name="Espace réservé du texte 3">
            <a:extLst>
              <a:ext uri="{FF2B5EF4-FFF2-40B4-BE49-F238E27FC236}">
                <a16:creationId xmlns:a16="http://schemas.microsoft.com/office/drawing/2014/main" xmlns="" id="{93A641E7-FAD8-6EA8-6178-280AEBC1D4B1}"/>
              </a:ext>
            </a:extLst>
          </p:cNvPr>
          <p:cNvSpPr>
            <a:spLocks noGrp="1"/>
          </p:cNvSpPr>
          <p:nvPr>
            <p:ph type="body" sz="quarter" idx="20"/>
          </p:nvPr>
        </p:nvSpPr>
        <p:spPr/>
        <p:txBody>
          <a:bodyPr/>
          <a:lstStyle/>
          <a:p>
            <a:endParaRPr lang="fr-F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xmlns="" id="{0A6E2537-62BC-B12B-8B7E-290FB82CB841}"/>
              </a:ext>
            </a:extLst>
          </p:cNvPr>
          <p:cNvSpPr>
            <a:spLocks/>
          </p:cNvSpPr>
          <p:nvPr/>
        </p:nvSpPr>
        <p:spPr bwMode="auto">
          <a:xfrm>
            <a:off x="2247838" y="2557462"/>
            <a:ext cx="4097337"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lnSpc>
                <a:spcPct val="95000"/>
              </a:lnSpc>
              <a:spcBef>
                <a:spcPct val="60000"/>
              </a:spcBef>
              <a:buClr>
                <a:srgbClr val="006699"/>
              </a:buClr>
              <a:buFontTx/>
              <a:buNone/>
            </a:pPr>
            <a:r>
              <a:rPr lang="en-GB" altLang="fr-FR" sz="2600" b="1" dirty="0" err="1">
                <a:solidFill>
                  <a:schemeClr val="bg1"/>
                </a:solidFill>
                <a:latin typeface="+mj-lt"/>
              </a:rPr>
              <a:t>Chapitre</a:t>
            </a:r>
            <a:r>
              <a:rPr lang="en-GB" altLang="fr-FR" sz="2600" b="1" dirty="0">
                <a:solidFill>
                  <a:schemeClr val="bg1"/>
                </a:solidFill>
                <a:latin typeface="+mj-lt"/>
              </a:rPr>
              <a:t> 7</a:t>
            </a:r>
          </a:p>
          <a:p>
            <a:pPr algn="ctr" eaLnBrk="1" hangingPunct="1">
              <a:lnSpc>
                <a:spcPct val="95000"/>
              </a:lnSpc>
              <a:spcBef>
                <a:spcPct val="60000"/>
              </a:spcBef>
              <a:buClr>
                <a:srgbClr val="006699"/>
              </a:buClr>
              <a:buFontTx/>
              <a:buNone/>
            </a:pPr>
            <a:r>
              <a:rPr lang="en-GB" altLang="fr-FR" sz="2600" b="1" dirty="0">
                <a:solidFill>
                  <a:schemeClr val="bg1"/>
                </a:solidFill>
                <a:latin typeface="+mj-lt"/>
              </a:rPr>
              <a:t>Services REST</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xmlns="" id="{7214E38D-3608-DE07-FF4E-57640CDD73CE}"/>
              </a:ext>
            </a:extLst>
          </p:cNvPr>
          <p:cNvSpPr>
            <a:spLocks noGrp="1" noChangeArrowheads="1"/>
          </p:cNvSpPr>
          <p:nvPr>
            <p:ph type="body" sz="quarter" idx="12"/>
          </p:nvPr>
        </p:nvSpPr>
        <p:spPr/>
        <p:txBody>
          <a:bodyPr/>
          <a:lstStyle/>
          <a:p>
            <a:pPr eaLnBrk="1" hangingPunct="1"/>
            <a:r>
              <a:rPr lang="fr-FR" altLang="fr-FR"/>
              <a:t>Avantages de l’approche REST</a:t>
            </a:r>
          </a:p>
          <a:p>
            <a:pPr eaLnBrk="1" hangingPunct="1"/>
            <a:r>
              <a:rPr lang="fr-FR" altLang="fr-FR"/>
              <a:t>Les services de données WCF</a:t>
            </a:r>
          </a:p>
          <a:p>
            <a:pPr eaLnBrk="1" hangingPunct="1"/>
            <a:r>
              <a:rPr lang="fr-FR" altLang="fr-FR"/>
              <a:t>Les services Web API</a:t>
            </a:r>
          </a:p>
        </p:txBody>
      </p:sp>
      <p:sp>
        <p:nvSpPr>
          <p:cNvPr id="6146" name="Rectangle 2">
            <a:extLst>
              <a:ext uri="{FF2B5EF4-FFF2-40B4-BE49-F238E27FC236}">
                <a16:creationId xmlns:a16="http://schemas.microsoft.com/office/drawing/2014/main" xmlns="" id="{124748FC-7F11-05ED-732A-234B21466CBC}"/>
              </a:ext>
            </a:extLst>
          </p:cNvPr>
          <p:cNvSpPr>
            <a:spLocks noGrp="1" noChangeArrowheads="1"/>
          </p:cNvSpPr>
          <p:nvPr>
            <p:ph type="title"/>
          </p:nvPr>
        </p:nvSpPr>
        <p:spPr/>
        <p:txBody>
          <a:bodyPr/>
          <a:lstStyle/>
          <a:p>
            <a:pPr eaLnBrk="1" hangingPunct="1"/>
            <a:r>
              <a:rPr lang="fr-FR" altLang="fr-FR"/>
              <a:t>Vue d’ensemble</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xmlns="" id="{473D06CE-0E4C-684A-028A-1CAB5BEEAF2E}"/>
              </a:ext>
            </a:extLst>
          </p:cNvPr>
          <p:cNvSpPr>
            <a:spLocks noGrp="1" noChangeArrowheads="1"/>
          </p:cNvSpPr>
          <p:nvPr>
            <p:ph type="body" sz="quarter" idx="12"/>
          </p:nvPr>
        </p:nvSpPr>
        <p:spPr/>
        <p:txBody>
          <a:bodyPr/>
          <a:lstStyle/>
          <a:p>
            <a:pPr eaLnBrk="1" hangingPunct="1"/>
            <a:r>
              <a:rPr lang="fr-FR" altLang="fr-FR"/>
              <a:t>REST</a:t>
            </a:r>
          </a:p>
          <a:p>
            <a:pPr eaLnBrk="1" hangingPunct="1"/>
            <a:r>
              <a:rPr lang="fr-FR" altLang="fr-FR"/>
              <a:t>RESTful API</a:t>
            </a:r>
          </a:p>
          <a:p>
            <a:pPr eaLnBrk="1" hangingPunct="1"/>
            <a:r>
              <a:rPr lang="fr-FR" altLang="fr-FR"/>
              <a:t>OData</a:t>
            </a:r>
          </a:p>
          <a:p>
            <a:pPr eaLnBrk="1" hangingPunct="1"/>
            <a:r>
              <a:rPr lang="fr-FR" altLang="fr-FR"/>
              <a:t>Bilan</a:t>
            </a:r>
          </a:p>
          <a:p>
            <a:pPr eaLnBrk="1" hangingPunct="1"/>
            <a:endParaRPr lang="fr-FR" altLang="fr-FR"/>
          </a:p>
        </p:txBody>
      </p:sp>
      <p:sp>
        <p:nvSpPr>
          <p:cNvPr id="7170" name="Rectangle 2">
            <a:extLst>
              <a:ext uri="{FF2B5EF4-FFF2-40B4-BE49-F238E27FC236}">
                <a16:creationId xmlns:a16="http://schemas.microsoft.com/office/drawing/2014/main" xmlns="" id="{91B6E468-270D-27A0-D560-F42568E410A9}"/>
              </a:ext>
            </a:extLst>
          </p:cNvPr>
          <p:cNvSpPr>
            <a:spLocks noGrp="1" noChangeArrowheads="1"/>
          </p:cNvSpPr>
          <p:nvPr>
            <p:ph type="title"/>
          </p:nvPr>
        </p:nvSpPr>
        <p:spPr/>
        <p:txBody>
          <a:bodyPr/>
          <a:lstStyle/>
          <a:p>
            <a:pPr eaLnBrk="1" hangingPunct="1"/>
            <a:r>
              <a:rPr lang="fr-FR" altLang="fr-FR"/>
              <a:t>Leçon 1: Avantages de l’approche REST</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AutoShape 5">
            <a:extLst>
              <a:ext uri="{FF2B5EF4-FFF2-40B4-BE49-F238E27FC236}">
                <a16:creationId xmlns:a16="http://schemas.microsoft.com/office/drawing/2014/main" xmlns="" id="{75DDF163-B177-B459-D183-6C18651AC766}"/>
              </a:ext>
            </a:extLst>
          </p:cNvPr>
          <p:cNvSpPr>
            <a:spLocks noChangeArrowheads="1"/>
          </p:cNvSpPr>
          <p:nvPr/>
        </p:nvSpPr>
        <p:spPr bwMode="auto">
          <a:xfrm>
            <a:off x="2760663" y="1981201"/>
            <a:ext cx="6570662" cy="318452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2400"/>
          </a:p>
        </p:txBody>
      </p:sp>
      <p:sp>
        <p:nvSpPr>
          <p:cNvPr id="8195" name="Rectangle 2">
            <a:extLst>
              <a:ext uri="{FF2B5EF4-FFF2-40B4-BE49-F238E27FC236}">
                <a16:creationId xmlns:a16="http://schemas.microsoft.com/office/drawing/2014/main" xmlns="" id="{8FC6723D-4286-7240-18C3-DE336F1D4BD1}"/>
              </a:ext>
            </a:extLst>
          </p:cNvPr>
          <p:cNvSpPr>
            <a:spLocks noGrp="1" noChangeArrowheads="1"/>
          </p:cNvSpPr>
          <p:nvPr>
            <p:ph type="title"/>
          </p:nvPr>
        </p:nvSpPr>
        <p:spPr/>
        <p:txBody>
          <a:bodyPr/>
          <a:lstStyle/>
          <a:p>
            <a:pPr eaLnBrk="1" hangingPunct="1"/>
            <a:r>
              <a:rPr lang="fr-FR" altLang="fr-FR"/>
              <a:t>REST</a:t>
            </a:r>
          </a:p>
        </p:txBody>
      </p:sp>
      <p:sp>
        <p:nvSpPr>
          <p:cNvPr id="8196" name="AutoShape 6">
            <a:extLst>
              <a:ext uri="{FF2B5EF4-FFF2-40B4-BE49-F238E27FC236}">
                <a16:creationId xmlns:a16="http://schemas.microsoft.com/office/drawing/2014/main" xmlns="" id="{4E3EF1B7-6D14-C5F3-4E33-99EEC9CF0C61}"/>
              </a:ext>
            </a:extLst>
          </p:cNvPr>
          <p:cNvSpPr>
            <a:spLocks noChangeArrowheads="1"/>
          </p:cNvSpPr>
          <p:nvPr/>
        </p:nvSpPr>
        <p:spPr bwMode="auto">
          <a:xfrm>
            <a:off x="2994025" y="2200275"/>
            <a:ext cx="6103938" cy="2668588"/>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102870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en-US" altLang="fr-FR" sz="1800">
                <a:ea typeface="ＭＳ Ｐゴシック" panose="020B0600070205080204" pitchFamily="34" charset="-128"/>
              </a:rPr>
              <a:t>Representational State Transfer:</a:t>
            </a:r>
          </a:p>
          <a:p>
            <a:pPr lvl="1" eaLnBrk="1" hangingPunct="1">
              <a:spcBef>
                <a:spcPct val="40000"/>
              </a:spcBef>
              <a:buClrTx/>
              <a:buSzTx/>
              <a:buFont typeface="Arial" panose="020B0604020202020204" pitchFamily="34" charset="0"/>
              <a:buChar char="•"/>
            </a:pPr>
            <a:r>
              <a:rPr lang="en-US" altLang="fr-FR">
                <a:latin typeface="Arial" panose="020B0604020202020204" pitchFamily="34" charset="0"/>
                <a:ea typeface="ＭＳ Ｐゴシック" panose="020B0600070205080204" pitchFamily="34" charset="-128"/>
              </a:rPr>
              <a:t>Client-Serveur</a:t>
            </a:r>
          </a:p>
          <a:p>
            <a:pPr lvl="1" eaLnBrk="1" hangingPunct="1">
              <a:spcBef>
                <a:spcPct val="40000"/>
              </a:spcBef>
              <a:buClrTx/>
              <a:buSzTx/>
              <a:buFont typeface="Arial" panose="020B0604020202020204" pitchFamily="34" charset="0"/>
              <a:buChar char="•"/>
            </a:pPr>
            <a:r>
              <a:rPr lang="en-US" altLang="fr-FR">
                <a:latin typeface="Arial" panose="020B0604020202020204" pitchFamily="34" charset="0"/>
                <a:ea typeface="ＭＳ Ｐゴシック" panose="020B0600070205080204" pitchFamily="34" charset="-128"/>
              </a:rPr>
              <a:t>Sans état</a:t>
            </a:r>
          </a:p>
          <a:p>
            <a:pPr lvl="1" eaLnBrk="1" hangingPunct="1">
              <a:spcBef>
                <a:spcPct val="40000"/>
              </a:spcBef>
              <a:buClrTx/>
              <a:buSzTx/>
              <a:buFont typeface="Arial" panose="020B0604020202020204" pitchFamily="34" charset="0"/>
              <a:buChar char="•"/>
            </a:pPr>
            <a:r>
              <a:rPr lang="en-US" altLang="fr-FR">
                <a:latin typeface="Arial" panose="020B0604020202020204" pitchFamily="34" charset="0"/>
                <a:ea typeface="ＭＳ Ｐゴシック" panose="020B0600070205080204" pitchFamily="34" charset="-128"/>
              </a:rPr>
              <a:t>Possibilité de mise en cache</a:t>
            </a:r>
          </a:p>
          <a:p>
            <a:pPr lvl="1" eaLnBrk="1" hangingPunct="1">
              <a:spcBef>
                <a:spcPct val="40000"/>
              </a:spcBef>
              <a:buClrTx/>
              <a:buSzTx/>
              <a:buFont typeface="Arial" panose="020B0604020202020204" pitchFamily="34" charset="0"/>
              <a:buChar char="•"/>
            </a:pPr>
            <a:r>
              <a:rPr lang="en-US" altLang="fr-FR">
                <a:latin typeface="Arial" panose="020B0604020202020204" pitchFamily="34" charset="0"/>
                <a:ea typeface="ＭＳ Ｐゴシック" panose="020B0600070205080204" pitchFamily="34" charset="-128"/>
              </a:rPr>
              <a:t>Système en couches</a:t>
            </a:r>
          </a:p>
          <a:p>
            <a:pPr lvl="1" eaLnBrk="1" hangingPunct="1">
              <a:spcBef>
                <a:spcPct val="40000"/>
              </a:spcBef>
              <a:buClrTx/>
              <a:buSzTx/>
              <a:buFont typeface="Arial" panose="020B0604020202020204" pitchFamily="34" charset="0"/>
              <a:buChar char="•"/>
            </a:pPr>
            <a:r>
              <a:rPr lang="en-GB" altLang="fr-FR">
                <a:latin typeface="Arial" panose="020B0604020202020204" pitchFamily="34" charset="0"/>
                <a:ea typeface="ＭＳ Ｐゴシック" panose="020B0600070205080204" pitchFamily="34" charset="-128"/>
              </a:rPr>
              <a:t>Code à la demande</a:t>
            </a:r>
          </a:p>
          <a:p>
            <a:pPr lvl="1" eaLnBrk="1" hangingPunct="1">
              <a:spcBef>
                <a:spcPct val="40000"/>
              </a:spcBef>
              <a:buClrTx/>
              <a:buSzTx/>
              <a:buFont typeface="Arial" panose="020B0604020202020204" pitchFamily="34" charset="0"/>
              <a:buChar char="•"/>
            </a:pPr>
            <a:r>
              <a:rPr lang="en-GB" altLang="fr-FR">
                <a:latin typeface="Arial" panose="020B0604020202020204" pitchFamily="34" charset="0"/>
                <a:ea typeface="ＭＳ Ｐゴシック" panose="020B0600070205080204" pitchFamily="34" charset="-128"/>
              </a:rPr>
              <a:t>Interface uniforme</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5">
            <a:extLst>
              <a:ext uri="{FF2B5EF4-FFF2-40B4-BE49-F238E27FC236}">
                <a16:creationId xmlns:a16="http://schemas.microsoft.com/office/drawing/2014/main" xmlns="" id="{DFEC2541-94CD-69CF-D9A7-AC9734BF18C7}"/>
              </a:ext>
            </a:extLst>
          </p:cNvPr>
          <p:cNvSpPr>
            <a:spLocks noChangeArrowheads="1"/>
          </p:cNvSpPr>
          <p:nvPr/>
        </p:nvSpPr>
        <p:spPr bwMode="auto">
          <a:xfrm>
            <a:off x="2760663" y="1471614"/>
            <a:ext cx="6570662" cy="4105275"/>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en-GB" altLang="ja-JP" sz="1800">
                <a:ea typeface="ＭＳ Ｐゴシック" panose="020B0600070205080204" pitchFamily="34" charset="-128"/>
              </a:rPr>
              <a:t>RESTful API: Service Web qui respecte les </a:t>
            </a:r>
          </a:p>
          <a:p>
            <a:pPr eaLnBrk="1" hangingPunct="1">
              <a:spcBef>
                <a:spcPct val="40000"/>
              </a:spcBef>
              <a:buClrTx/>
              <a:buSzTx/>
              <a:buFontTx/>
              <a:buNone/>
            </a:pPr>
            <a:r>
              <a:rPr lang="en-GB" altLang="ja-JP" sz="1800">
                <a:ea typeface="ＭＳ Ｐゴシック" panose="020B0600070205080204" pitchFamily="34" charset="-128"/>
              </a:rPr>
              <a:t>contraintes d’architecture REST</a:t>
            </a:r>
            <a:endParaRPr lang="en-GB" altLang="fr-FR" sz="1800">
              <a:ea typeface="ＭＳ Ｐゴシック" panose="020B0600070205080204" pitchFamily="34" charset="-128"/>
            </a:endParaRPr>
          </a:p>
          <a:p>
            <a:pPr eaLnBrk="1" hangingPunct="1">
              <a:spcBef>
                <a:spcPct val="40000"/>
              </a:spcBef>
              <a:buClrTx/>
              <a:buSzTx/>
              <a:buFontTx/>
              <a:buNone/>
            </a:pPr>
            <a:endParaRPr lang="fr-FR" altLang="fr-FR" sz="1800">
              <a:ea typeface="ＭＳ Ｐゴシック" panose="020B0600070205080204" pitchFamily="34" charset="-128"/>
            </a:endParaRPr>
          </a:p>
        </p:txBody>
      </p:sp>
      <p:sp>
        <p:nvSpPr>
          <p:cNvPr id="9219" name="Rectangle 2">
            <a:extLst>
              <a:ext uri="{FF2B5EF4-FFF2-40B4-BE49-F238E27FC236}">
                <a16:creationId xmlns:a16="http://schemas.microsoft.com/office/drawing/2014/main" xmlns="" id="{215DA3F0-F198-3F2D-73DD-9C56BF663C51}"/>
              </a:ext>
            </a:extLst>
          </p:cNvPr>
          <p:cNvSpPr>
            <a:spLocks noGrp="1" noChangeArrowheads="1"/>
          </p:cNvSpPr>
          <p:nvPr>
            <p:ph type="title"/>
          </p:nvPr>
        </p:nvSpPr>
        <p:spPr/>
        <p:txBody>
          <a:bodyPr/>
          <a:lstStyle/>
          <a:p>
            <a:pPr eaLnBrk="1" hangingPunct="1"/>
            <a:r>
              <a:rPr lang="fr-FR" altLang="fr-FR"/>
              <a:t>RESTful API</a:t>
            </a:r>
          </a:p>
        </p:txBody>
      </p:sp>
      <p:sp>
        <p:nvSpPr>
          <p:cNvPr id="9220" name="AutoShape 6">
            <a:extLst>
              <a:ext uri="{FF2B5EF4-FFF2-40B4-BE49-F238E27FC236}">
                <a16:creationId xmlns:a16="http://schemas.microsoft.com/office/drawing/2014/main" xmlns="" id="{C32A2FCE-ADDF-1F4D-37EA-DEEF1F6AEF78}"/>
              </a:ext>
            </a:extLst>
          </p:cNvPr>
          <p:cNvSpPr>
            <a:spLocks noChangeArrowheads="1"/>
          </p:cNvSpPr>
          <p:nvPr/>
        </p:nvSpPr>
        <p:spPr bwMode="auto">
          <a:xfrm>
            <a:off x="2994025" y="2493964"/>
            <a:ext cx="6103938" cy="50323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en-GB" altLang="fr-FR" sz="1800">
                <a:ea typeface="ＭＳ Ｐゴシック" panose="020B0600070205080204" pitchFamily="34" charset="-128"/>
              </a:rPr>
              <a:t>Dispose d’une URI de base</a:t>
            </a:r>
          </a:p>
        </p:txBody>
      </p:sp>
      <p:sp>
        <p:nvSpPr>
          <p:cNvPr id="9221" name="AutoShape 6">
            <a:extLst>
              <a:ext uri="{FF2B5EF4-FFF2-40B4-BE49-F238E27FC236}">
                <a16:creationId xmlns:a16="http://schemas.microsoft.com/office/drawing/2014/main" xmlns="" id="{BA7A9F54-A716-F640-8ADD-2360C3169275}"/>
              </a:ext>
            </a:extLst>
          </p:cNvPr>
          <p:cNvSpPr>
            <a:spLocks noChangeArrowheads="1"/>
          </p:cNvSpPr>
          <p:nvPr/>
        </p:nvSpPr>
        <p:spPr bwMode="auto">
          <a:xfrm>
            <a:off x="2994025" y="3332163"/>
            <a:ext cx="6103938" cy="8064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en-GB" altLang="fr-FR" sz="1800">
                <a:ea typeface="ＭＳ Ｐゴシック" panose="020B0600070205080204" pitchFamily="34" charset="-128"/>
              </a:rPr>
              <a:t>Echange des données dans des formats Internet (MIME type tels que JSON, XML, Atom…)</a:t>
            </a:r>
          </a:p>
        </p:txBody>
      </p:sp>
      <p:sp>
        <p:nvSpPr>
          <p:cNvPr id="9222" name="AutoShape 6">
            <a:extLst>
              <a:ext uri="{FF2B5EF4-FFF2-40B4-BE49-F238E27FC236}">
                <a16:creationId xmlns:a16="http://schemas.microsoft.com/office/drawing/2014/main" xmlns="" id="{D7A6F79A-341D-D521-C6E6-C390CE75A3EC}"/>
              </a:ext>
            </a:extLst>
          </p:cNvPr>
          <p:cNvSpPr>
            <a:spLocks noChangeArrowheads="1"/>
          </p:cNvSpPr>
          <p:nvPr/>
        </p:nvSpPr>
        <p:spPr bwMode="auto">
          <a:xfrm>
            <a:off x="2994025" y="4530725"/>
            <a:ext cx="6103938" cy="6413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en-GB" altLang="fr-FR" sz="1800">
                <a:ea typeface="ＭＳ Ｐゴシック" panose="020B0600070205080204" pitchFamily="34" charset="-128"/>
              </a:rPr>
              <a:t>Utilise les méthodes HTTP: </a:t>
            </a:r>
            <a:br>
              <a:rPr lang="en-GB" altLang="fr-FR" sz="1800">
                <a:ea typeface="ＭＳ Ｐゴシック" panose="020B0600070205080204" pitchFamily="34" charset="-128"/>
              </a:rPr>
            </a:br>
            <a:r>
              <a:rPr lang="en-GB" altLang="fr-FR" sz="1800">
                <a:ea typeface="ＭＳ Ｐゴシック" panose="020B0600070205080204" pitchFamily="34" charset="-128"/>
              </a:rPr>
              <a:t>	GET, PUT, POST, DELETE</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5">
            <a:extLst>
              <a:ext uri="{FF2B5EF4-FFF2-40B4-BE49-F238E27FC236}">
                <a16:creationId xmlns:a16="http://schemas.microsoft.com/office/drawing/2014/main" xmlns="" id="{428DB76F-E180-E57F-C8F2-B3ED2A76AB43}"/>
              </a:ext>
            </a:extLst>
          </p:cNvPr>
          <p:cNvSpPr>
            <a:spLocks noChangeArrowheads="1"/>
          </p:cNvSpPr>
          <p:nvPr/>
        </p:nvSpPr>
        <p:spPr bwMode="auto">
          <a:xfrm>
            <a:off x="2019300" y="1176338"/>
            <a:ext cx="8140700" cy="4411662"/>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t>Open Data Protocol</a:t>
            </a:r>
          </a:p>
        </p:txBody>
      </p:sp>
      <p:sp>
        <p:nvSpPr>
          <p:cNvPr id="10243" name="Rectangle 2">
            <a:extLst>
              <a:ext uri="{FF2B5EF4-FFF2-40B4-BE49-F238E27FC236}">
                <a16:creationId xmlns:a16="http://schemas.microsoft.com/office/drawing/2014/main" xmlns="" id="{4C811464-CB2A-8FF8-3F4E-3090AFB092CB}"/>
              </a:ext>
            </a:extLst>
          </p:cNvPr>
          <p:cNvSpPr>
            <a:spLocks noGrp="1" noChangeArrowheads="1"/>
          </p:cNvSpPr>
          <p:nvPr>
            <p:ph type="title"/>
          </p:nvPr>
        </p:nvSpPr>
        <p:spPr>
          <a:xfrm>
            <a:off x="1376366" y="484890"/>
            <a:ext cx="10393178" cy="639294"/>
          </a:xfrm>
        </p:spPr>
        <p:txBody>
          <a:bodyPr/>
          <a:lstStyle/>
          <a:p>
            <a:pPr eaLnBrk="1" hangingPunct="1"/>
            <a:r>
              <a:rPr lang="fr-FR" altLang="fr-FR" dirty="0" err="1"/>
              <a:t>OData</a:t>
            </a:r>
            <a:endParaRPr lang="fr-FR" altLang="fr-FR" dirty="0"/>
          </a:p>
        </p:txBody>
      </p:sp>
      <p:sp>
        <p:nvSpPr>
          <p:cNvPr id="10244" name="AutoShape 6">
            <a:extLst>
              <a:ext uri="{FF2B5EF4-FFF2-40B4-BE49-F238E27FC236}">
                <a16:creationId xmlns:a16="http://schemas.microsoft.com/office/drawing/2014/main" xmlns="" id="{C300B6D4-5270-8588-E6B8-CCCBFF83783A}"/>
              </a:ext>
            </a:extLst>
          </p:cNvPr>
          <p:cNvSpPr>
            <a:spLocks noChangeArrowheads="1"/>
          </p:cNvSpPr>
          <p:nvPr/>
        </p:nvSpPr>
        <p:spPr bwMode="auto">
          <a:xfrm>
            <a:off x="2247900" y="3294063"/>
            <a:ext cx="7670800" cy="12176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marL="285750" indent="-285750"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pPr>
            <a:r>
              <a:rPr lang="fr-FR" altLang="fr-FR" sz="1800">
                <a:latin typeface="Arial" panose="020B0604020202020204" pitchFamily="34" charset="0"/>
              </a:rPr>
              <a:t>2007 – Projet lancé par Microsoft</a:t>
            </a:r>
          </a:p>
          <a:p>
            <a:pPr eaLnBrk="1" hangingPunct="1">
              <a:spcBef>
                <a:spcPct val="40000"/>
              </a:spcBef>
              <a:buClrTx/>
              <a:buSzTx/>
            </a:pPr>
            <a:r>
              <a:rPr lang="fr-FR" altLang="fr-FR" sz="1800">
                <a:latin typeface="Arial" panose="020B0604020202020204" pitchFamily="34" charset="0"/>
              </a:rPr>
              <a:t>2014 – Standardisé par l’OASIS*</a:t>
            </a:r>
          </a:p>
          <a:p>
            <a:pPr eaLnBrk="1" hangingPunct="1">
              <a:spcBef>
                <a:spcPct val="40000"/>
              </a:spcBef>
              <a:buClrTx/>
              <a:buSzTx/>
            </a:pPr>
            <a:r>
              <a:rPr lang="fr-FR" altLang="fr-FR" sz="1800">
                <a:latin typeface="Arial" panose="020B0604020202020204" pitchFamily="34" charset="0"/>
              </a:rPr>
              <a:t>2016 – Normalisation ISO</a:t>
            </a:r>
          </a:p>
        </p:txBody>
      </p:sp>
      <p:sp>
        <p:nvSpPr>
          <p:cNvPr id="10245" name="AutoShape 6">
            <a:extLst>
              <a:ext uri="{FF2B5EF4-FFF2-40B4-BE49-F238E27FC236}">
                <a16:creationId xmlns:a16="http://schemas.microsoft.com/office/drawing/2014/main" xmlns="" id="{CAAAB9EA-4F80-E8EA-5E22-47EB48F825FD}"/>
              </a:ext>
            </a:extLst>
          </p:cNvPr>
          <p:cNvSpPr>
            <a:spLocks noChangeArrowheads="1"/>
          </p:cNvSpPr>
          <p:nvPr/>
        </p:nvSpPr>
        <p:spPr bwMode="auto">
          <a:xfrm>
            <a:off x="2260600" y="2678113"/>
            <a:ext cx="7670800" cy="51276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0246" name="Rectangle 18">
            <a:extLst>
              <a:ext uri="{FF2B5EF4-FFF2-40B4-BE49-F238E27FC236}">
                <a16:creationId xmlns:a16="http://schemas.microsoft.com/office/drawing/2014/main" xmlns="" id="{0484DB71-C65C-0A5C-7608-36A344F048FE}"/>
              </a:ext>
            </a:extLst>
          </p:cNvPr>
          <p:cNvSpPr>
            <a:spLocks noChangeArrowheads="1"/>
          </p:cNvSpPr>
          <p:nvPr/>
        </p:nvSpPr>
        <p:spPr bwMode="auto">
          <a:xfrm>
            <a:off x="2379664" y="2741614"/>
            <a:ext cx="7191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800"/>
              <a:t>Non limité aux bases de données relationnelles</a:t>
            </a:r>
            <a:endParaRPr lang="en-GB" altLang="fr-FR" sz="1800"/>
          </a:p>
        </p:txBody>
      </p:sp>
      <p:sp>
        <p:nvSpPr>
          <p:cNvPr id="10247" name="AutoShape 6">
            <a:extLst>
              <a:ext uri="{FF2B5EF4-FFF2-40B4-BE49-F238E27FC236}">
                <a16:creationId xmlns:a16="http://schemas.microsoft.com/office/drawing/2014/main" xmlns="" id="{98BE31E0-C691-0B00-C86A-4AD8CEA94B4D}"/>
              </a:ext>
            </a:extLst>
          </p:cNvPr>
          <p:cNvSpPr>
            <a:spLocks noChangeArrowheads="1"/>
          </p:cNvSpPr>
          <p:nvPr/>
        </p:nvSpPr>
        <p:spPr bwMode="auto">
          <a:xfrm>
            <a:off x="2260600" y="1738313"/>
            <a:ext cx="7670800" cy="8445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lgn="ctr" eaLnBrk="1" hangingPunct="1">
              <a:spcBef>
                <a:spcPct val="40000"/>
              </a:spcBef>
              <a:buClrTx/>
              <a:buSzTx/>
              <a:buFontTx/>
              <a:buNone/>
            </a:pPr>
            <a:endParaRPr lang="fr-FR" altLang="fr-FR" sz="1800">
              <a:latin typeface="Arial" panose="020B0604020202020204" pitchFamily="34" charset="0"/>
            </a:endParaRPr>
          </a:p>
        </p:txBody>
      </p:sp>
      <p:sp>
        <p:nvSpPr>
          <p:cNvPr id="10248" name="Rectangle 17">
            <a:extLst>
              <a:ext uri="{FF2B5EF4-FFF2-40B4-BE49-F238E27FC236}">
                <a16:creationId xmlns:a16="http://schemas.microsoft.com/office/drawing/2014/main" xmlns="" id="{D9FBFA2C-9F3E-6915-15A8-836189C5D321}"/>
              </a:ext>
            </a:extLst>
          </p:cNvPr>
          <p:cNvSpPr>
            <a:spLocks noChangeArrowheads="1"/>
          </p:cNvSpPr>
          <p:nvPr/>
        </p:nvSpPr>
        <p:spPr bwMode="auto">
          <a:xfrm>
            <a:off x="2379664" y="1838326"/>
            <a:ext cx="71913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800"/>
              <a:t>Protocole permettant la création et la consommation de services RESTful</a:t>
            </a:r>
          </a:p>
        </p:txBody>
      </p:sp>
      <p:sp>
        <p:nvSpPr>
          <p:cNvPr id="10249" name="ZoneTexte 1">
            <a:extLst>
              <a:ext uri="{FF2B5EF4-FFF2-40B4-BE49-F238E27FC236}">
                <a16:creationId xmlns:a16="http://schemas.microsoft.com/office/drawing/2014/main" xmlns="" id="{83F5C1C4-4D2E-2D7E-DE52-FDD6943F9E82}"/>
              </a:ext>
            </a:extLst>
          </p:cNvPr>
          <p:cNvSpPr txBox="1">
            <a:spLocks noChangeArrowheads="1"/>
          </p:cNvSpPr>
          <p:nvPr/>
        </p:nvSpPr>
        <p:spPr bwMode="auto">
          <a:xfrm>
            <a:off x="2019300" y="6176964"/>
            <a:ext cx="76787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fr-FR" altLang="fr-FR" sz="1400"/>
              <a:t>* Organization for the Advancement of Structured Information Standards</a:t>
            </a:r>
          </a:p>
        </p:txBody>
      </p:sp>
      <p:sp>
        <p:nvSpPr>
          <p:cNvPr id="10250" name="AutoShape 6">
            <a:extLst>
              <a:ext uri="{FF2B5EF4-FFF2-40B4-BE49-F238E27FC236}">
                <a16:creationId xmlns:a16="http://schemas.microsoft.com/office/drawing/2014/main" xmlns="" id="{EFDB5F6D-CB1C-659B-B3B3-08ECC129A584}"/>
              </a:ext>
            </a:extLst>
          </p:cNvPr>
          <p:cNvSpPr>
            <a:spLocks noChangeArrowheads="1"/>
          </p:cNvSpPr>
          <p:nvPr/>
        </p:nvSpPr>
        <p:spPr bwMode="auto">
          <a:xfrm>
            <a:off x="2260600" y="4664075"/>
            <a:ext cx="7670800" cy="755650"/>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sz="1800">
                <a:latin typeface="Arial" panose="020B0604020202020204" pitchFamily="34" charset="0"/>
              </a:rPr>
              <a:t> Exemples: Microsoft Azure, SAP NetWeaver Gateway, Microsoft SharePoint, Office 365, IBM WebSphere eXtreme Scale,…</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xmlns="" id="{BC0EBF59-7FAD-77C9-4497-BD3834829B80}"/>
              </a:ext>
            </a:extLst>
          </p:cNvPr>
          <p:cNvSpPr>
            <a:spLocks noGrp="1" noChangeArrowheads="1"/>
          </p:cNvSpPr>
          <p:nvPr>
            <p:ph type="title"/>
          </p:nvPr>
        </p:nvSpPr>
        <p:spPr/>
        <p:txBody>
          <a:bodyPr/>
          <a:lstStyle/>
          <a:p>
            <a:pPr eaLnBrk="1" hangingPunct="1"/>
            <a:r>
              <a:rPr lang="fr-FR" altLang="fr-FR"/>
              <a:t>Bilan</a:t>
            </a:r>
          </a:p>
        </p:txBody>
      </p:sp>
      <p:sp>
        <p:nvSpPr>
          <p:cNvPr id="11267" name="AutoShape 5">
            <a:extLst>
              <a:ext uri="{FF2B5EF4-FFF2-40B4-BE49-F238E27FC236}">
                <a16:creationId xmlns:a16="http://schemas.microsoft.com/office/drawing/2014/main" xmlns="" id="{2D071DC2-E908-0056-3203-4C3738096F58}"/>
              </a:ext>
            </a:extLst>
          </p:cNvPr>
          <p:cNvSpPr>
            <a:spLocks noChangeArrowheads="1"/>
          </p:cNvSpPr>
          <p:nvPr/>
        </p:nvSpPr>
        <p:spPr bwMode="auto">
          <a:xfrm>
            <a:off x="2760663" y="1357314"/>
            <a:ext cx="6570662" cy="4770437"/>
          </a:xfrm>
          <a:prstGeom prst="roundRect">
            <a:avLst>
              <a:gd name="adj" fmla="val 4167"/>
            </a:avLst>
          </a:prstGeom>
          <a:solidFill>
            <a:srgbClr val="BBCDE3"/>
          </a:solidFill>
          <a:ln w="9525">
            <a:solidFill>
              <a:srgbClr val="4D4D4D"/>
            </a:solidFill>
            <a:round/>
            <a:headEnd/>
            <a:tailEnd/>
          </a:ln>
          <a:effectLst>
            <a:outerShdw dist="35921" dir="2700000" algn="ctr" rotWithShape="0">
              <a:srgbClr val="AFAFAF"/>
            </a:outerShdw>
          </a:effectLst>
        </p:spPr>
        <p:txBody>
          <a:bodyPr wrap="none"/>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endParaRPr lang="fr-FR" altLang="fr-FR" sz="2400"/>
          </a:p>
        </p:txBody>
      </p:sp>
      <p:sp>
        <p:nvSpPr>
          <p:cNvPr id="11268" name="AutoShape 6">
            <a:extLst>
              <a:ext uri="{FF2B5EF4-FFF2-40B4-BE49-F238E27FC236}">
                <a16:creationId xmlns:a16="http://schemas.microsoft.com/office/drawing/2014/main" xmlns="" id="{28810922-58BD-6F1E-E595-DDEAE6DEB673}"/>
              </a:ext>
            </a:extLst>
          </p:cNvPr>
          <p:cNvSpPr>
            <a:spLocks noChangeArrowheads="1"/>
          </p:cNvSpPr>
          <p:nvPr/>
        </p:nvSpPr>
        <p:spPr bwMode="auto">
          <a:xfrm>
            <a:off x="2994025" y="1671638"/>
            <a:ext cx="6103938" cy="7985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en-GB" altLang="fr-FR">
                <a:latin typeface="Arial" panose="020B0604020202020204" pitchFamily="34" charset="0"/>
                <a:ea typeface="ＭＳ Ｐゴシック" panose="020B0600070205080204" pitchFamily="34" charset="-128"/>
              </a:rPr>
              <a:t>Architecture orientée service basée sur des standards du Web</a:t>
            </a:r>
          </a:p>
        </p:txBody>
      </p:sp>
      <p:sp>
        <p:nvSpPr>
          <p:cNvPr id="11269" name="AutoShape 6">
            <a:extLst>
              <a:ext uri="{FF2B5EF4-FFF2-40B4-BE49-F238E27FC236}">
                <a16:creationId xmlns:a16="http://schemas.microsoft.com/office/drawing/2014/main" xmlns="" id="{567F03C1-27AF-1391-9E50-3662E4A455BB}"/>
              </a:ext>
            </a:extLst>
          </p:cNvPr>
          <p:cNvSpPr>
            <a:spLocks noChangeArrowheads="1"/>
          </p:cNvSpPr>
          <p:nvPr/>
        </p:nvSpPr>
        <p:spPr bwMode="auto">
          <a:xfrm>
            <a:off x="2994025" y="2789238"/>
            <a:ext cx="6103938" cy="798512"/>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fr-FR" altLang="fr-FR">
                <a:latin typeface="Arial" panose="020B0604020202020204" pitchFamily="34" charset="0"/>
                <a:ea typeface="ＭＳ Ｐゴシック" panose="020B0600070205080204" pitchFamily="34" charset="-128"/>
              </a:rPr>
              <a:t>Hautement interopérable et supporté par quasi toute technologie </a:t>
            </a:r>
          </a:p>
        </p:txBody>
      </p:sp>
      <p:sp>
        <p:nvSpPr>
          <p:cNvPr id="11270" name="AutoShape 6">
            <a:extLst>
              <a:ext uri="{FF2B5EF4-FFF2-40B4-BE49-F238E27FC236}">
                <a16:creationId xmlns:a16="http://schemas.microsoft.com/office/drawing/2014/main" xmlns="" id="{574A9317-ADD0-099B-6637-C83125F8A7E8}"/>
              </a:ext>
            </a:extLst>
          </p:cNvPr>
          <p:cNvSpPr>
            <a:spLocks noChangeArrowheads="1"/>
          </p:cNvSpPr>
          <p:nvPr/>
        </p:nvSpPr>
        <p:spPr bwMode="auto">
          <a:xfrm>
            <a:off x="2994025" y="3895726"/>
            <a:ext cx="6103938" cy="79851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en-GB" altLang="fr-FR">
                <a:latin typeface="Arial" panose="020B0604020202020204" pitchFamily="34" charset="0"/>
                <a:ea typeface="ＭＳ Ｐゴシック" panose="020B0600070205080204" pitchFamily="34" charset="-128"/>
              </a:rPr>
              <a:t>Opérations CRUD sur les données par de simples adresses URI</a:t>
            </a:r>
          </a:p>
        </p:txBody>
      </p:sp>
      <p:sp>
        <p:nvSpPr>
          <p:cNvPr id="11271" name="AutoShape 6">
            <a:extLst>
              <a:ext uri="{FF2B5EF4-FFF2-40B4-BE49-F238E27FC236}">
                <a16:creationId xmlns:a16="http://schemas.microsoft.com/office/drawing/2014/main" xmlns="" id="{4054CCD0-1381-AE24-7F66-B75C1E81F14A}"/>
              </a:ext>
            </a:extLst>
          </p:cNvPr>
          <p:cNvSpPr>
            <a:spLocks noChangeArrowheads="1"/>
          </p:cNvSpPr>
          <p:nvPr/>
        </p:nvSpPr>
        <p:spPr bwMode="auto">
          <a:xfrm>
            <a:off x="2994025" y="5029201"/>
            <a:ext cx="6103938" cy="79851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spcBef>
                <a:spcPct val="40000"/>
              </a:spcBef>
              <a:buClrTx/>
              <a:buSzTx/>
              <a:buFontTx/>
              <a:buNone/>
            </a:pPr>
            <a:r>
              <a:rPr lang="en-GB" altLang="fr-FR">
                <a:latin typeface="Arial" panose="020B0604020202020204" pitchFamily="34" charset="0"/>
                <a:ea typeface="ＭＳ Ｐゴシック" panose="020B0600070205080204" pitchFamily="34" charset="-128"/>
              </a:rPr>
              <a:t>Formats de données standardisés et simples à intégrer à une application</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xmlns="" id="{49C2D1E4-CA77-366C-9D91-AEC0C8D38366}"/>
              </a:ext>
            </a:extLst>
          </p:cNvPr>
          <p:cNvSpPr>
            <a:spLocks noGrp="1" noChangeArrowheads="1"/>
          </p:cNvSpPr>
          <p:nvPr>
            <p:ph type="body" sz="quarter" idx="12"/>
          </p:nvPr>
        </p:nvSpPr>
        <p:spPr/>
        <p:txBody>
          <a:bodyPr/>
          <a:lstStyle/>
          <a:p>
            <a:pPr eaLnBrk="1" hangingPunct="1"/>
            <a:r>
              <a:rPr lang="fr-FR" altLang="fr-FR"/>
              <a:t>Exposer un modèle Entity Framework</a:t>
            </a:r>
          </a:p>
          <a:p>
            <a:pPr eaLnBrk="1" hangingPunct="1"/>
            <a:r>
              <a:rPr lang="fr-FR" altLang="fr-FR"/>
              <a:t>Interrogation par URI</a:t>
            </a:r>
          </a:p>
          <a:p>
            <a:pPr eaLnBrk="1" hangingPunct="1"/>
            <a:r>
              <a:rPr lang="fr-FR" altLang="fr-FR"/>
              <a:t>Bibliothèque Cliente</a:t>
            </a:r>
          </a:p>
          <a:p>
            <a:pPr eaLnBrk="1" hangingPunct="1"/>
            <a:r>
              <a:rPr lang="fr-FR" altLang="fr-FR"/>
              <a:t>Données non relationnelles</a:t>
            </a:r>
          </a:p>
        </p:txBody>
      </p:sp>
      <p:sp>
        <p:nvSpPr>
          <p:cNvPr id="12290" name="Rectangle 2">
            <a:extLst>
              <a:ext uri="{FF2B5EF4-FFF2-40B4-BE49-F238E27FC236}">
                <a16:creationId xmlns:a16="http://schemas.microsoft.com/office/drawing/2014/main" xmlns="" id="{B1DF40B9-7FF0-BB13-2FCD-4D304C86D4D1}"/>
              </a:ext>
            </a:extLst>
          </p:cNvPr>
          <p:cNvSpPr>
            <a:spLocks noGrp="1" noChangeArrowheads="1"/>
          </p:cNvSpPr>
          <p:nvPr>
            <p:ph type="title"/>
          </p:nvPr>
        </p:nvSpPr>
        <p:spPr/>
        <p:txBody>
          <a:bodyPr/>
          <a:lstStyle/>
          <a:p>
            <a:pPr eaLnBrk="1" hangingPunct="1"/>
            <a:r>
              <a:rPr lang="fr-FR" altLang="fr-FR"/>
              <a:t>Leçon 2: Les services de données WCF</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6">
            <a:extLst>
              <a:ext uri="{FF2B5EF4-FFF2-40B4-BE49-F238E27FC236}">
                <a16:creationId xmlns:a16="http://schemas.microsoft.com/office/drawing/2014/main" xmlns="" id="{00649FB5-AD8F-B2E1-843E-2A76AF3926FE}"/>
              </a:ext>
            </a:extLst>
          </p:cNvPr>
          <p:cNvSpPr>
            <a:spLocks noGrp="1"/>
          </p:cNvSpPr>
          <p:nvPr>
            <p:ph type="title"/>
          </p:nvPr>
        </p:nvSpPr>
        <p:spPr>
          <a:xfrm>
            <a:off x="1467806" y="414807"/>
            <a:ext cx="10393178" cy="639294"/>
          </a:xfrm>
        </p:spPr>
        <p:txBody>
          <a:bodyPr/>
          <a:lstStyle/>
          <a:p>
            <a:pPr eaLnBrk="1" hangingPunct="1"/>
            <a:r>
              <a:rPr lang="fr-FR" altLang="fr-FR" dirty="0"/>
              <a:t>Exposer un modèle </a:t>
            </a:r>
            <a:r>
              <a:rPr lang="fr-FR" altLang="fr-FR" dirty="0" err="1"/>
              <a:t>Entity</a:t>
            </a:r>
            <a:r>
              <a:rPr lang="fr-FR" altLang="fr-FR" dirty="0"/>
              <a:t> Framework</a:t>
            </a:r>
          </a:p>
        </p:txBody>
      </p:sp>
      <p:sp>
        <p:nvSpPr>
          <p:cNvPr id="13315" name="AutoShape 138">
            <a:extLst>
              <a:ext uri="{FF2B5EF4-FFF2-40B4-BE49-F238E27FC236}">
                <a16:creationId xmlns:a16="http://schemas.microsoft.com/office/drawing/2014/main" xmlns="" id="{ED4CCE21-D6BF-C2F7-F00C-35763684F3BD}"/>
              </a:ext>
            </a:extLst>
          </p:cNvPr>
          <p:cNvSpPr>
            <a:spLocks noChangeArrowheads="1"/>
          </p:cNvSpPr>
          <p:nvPr/>
        </p:nvSpPr>
        <p:spPr bwMode="auto">
          <a:xfrm>
            <a:off x="2565400" y="949326"/>
            <a:ext cx="6877050" cy="1489075"/>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800"/>
              <a:t>Dans un projet Web</a:t>
            </a:r>
          </a:p>
        </p:txBody>
      </p:sp>
      <p:sp>
        <p:nvSpPr>
          <p:cNvPr id="13316" name="AutoShape 139">
            <a:extLst>
              <a:ext uri="{FF2B5EF4-FFF2-40B4-BE49-F238E27FC236}">
                <a16:creationId xmlns:a16="http://schemas.microsoft.com/office/drawing/2014/main" xmlns="" id="{16F2EDA2-4AD7-878E-47F2-647A6B8EC692}"/>
              </a:ext>
            </a:extLst>
          </p:cNvPr>
          <p:cNvSpPr>
            <a:spLocks noChangeArrowheads="1"/>
          </p:cNvSpPr>
          <p:nvPr/>
        </p:nvSpPr>
        <p:spPr bwMode="auto">
          <a:xfrm>
            <a:off x="2711450" y="1357313"/>
            <a:ext cx="6565900" cy="4381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600"/>
              <a:t>Ajouter un modèle Entity Framework</a:t>
            </a:r>
            <a:endParaRPr lang="en-GB" altLang="fr-FR" sz="1600"/>
          </a:p>
        </p:txBody>
      </p:sp>
      <p:sp>
        <p:nvSpPr>
          <p:cNvPr id="13317" name="AutoShape 139">
            <a:extLst>
              <a:ext uri="{FF2B5EF4-FFF2-40B4-BE49-F238E27FC236}">
                <a16:creationId xmlns:a16="http://schemas.microsoft.com/office/drawing/2014/main" xmlns="" id="{31F82C2D-AD29-2937-88E5-FF2049907B99}"/>
              </a:ext>
            </a:extLst>
          </p:cNvPr>
          <p:cNvSpPr>
            <a:spLocks noChangeArrowheads="1"/>
          </p:cNvSpPr>
          <p:nvPr/>
        </p:nvSpPr>
        <p:spPr bwMode="auto">
          <a:xfrm>
            <a:off x="2706688" y="1884364"/>
            <a:ext cx="6565900" cy="43973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600"/>
              <a:t>Ajouter un élément WCF Data Service</a:t>
            </a:r>
            <a:endParaRPr lang="en-GB" altLang="fr-FR" sz="1600"/>
          </a:p>
        </p:txBody>
      </p:sp>
      <p:sp>
        <p:nvSpPr>
          <p:cNvPr id="13318" name="AutoShape 3">
            <a:extLst>
              <a:ext uri="{FF2B5EF4-FFF2-40B4-BE49-F238E27FC236}">
                <a16:creationId xmlns:a16="http://schemas.microsoft.com/office/drawing/2014/main" xmlns="" id="{352740F3-6701-25A4-5BE1-9978DE691E90}"/>
              </a:ext>
            </a:extLst>
          </p:cNvPr>
          <p:cNvSpPr>
            <a:spLocks noChangeArrowheads="1"/>
          </p:cNvSpPr>
          <p:nvPr/>
        </p:nvSpPr>
        <p:spPr bwMode="auto">
          <a:xfrm>
            <a:off x="1997076" y="2630489"/>
            <a:ext cx="8207375" cy="23336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public class ProductDataService: DataService&lt;AdventureWorksEntities&gt;</a:t>
            </a:r>
          </a:p>
          <a:p>
            <a:pPr eaLnBrk="1" hangingPunct="1">
              <a:lnSpc>
                <a:spcPct val="100000"/>
              </a:lnSpc>
              <a:spcBef>
                <a:spcPct val="0"/>
              </a:spcBef>
              <a:buClrTx/>
              <a:buSzTx/>
              <a:buFontTx/>
              <a:buNone/>
            </a:pPr>
            <a:r>
              <a:rPr lang="en-US" altLang="fr-FR" sz="1400">
                <a:latin typeface="Lucida Sans Typewriter" panose="020B0509030504030204" pitchFamily="49" charset="0"/>
              </a:rPr>
              <a:t>{</a:t>
            </a:r>
          </a:p>
          <a:p>
            <a:pPr eaLnBrk="1" hangingPunct="1">
              <a:lnSpc>
                <a:spcPct val="100000"/>
              </a:lnSpc>
              <a:spcBef>
                <a:spcPct val="0"/>
              </a:spcBef>
              <a:buClrTx/>
              <a:buSzTx/>
              <a:buFontTx/>
              <a:buNone/>
            </a:pPr>
            <a:r>
              <a:rPr lang="en-US" altLang="fr-FR" sz="1400">
                <a:latin typeface="Lucida Sans Typewriter" panose="020B0509030504030204" pitchFamily="49" charset="0"/>
              </a:rPr>
              <a:t>    public static void InitializeService(DataServiceConfiguration config)</a:t>
            </a:r>
          </a:p>
          <a:p>
            <a:pPr eaLnBrk="1" hangingPunct="1">
              <a:lnSpc>
                <a:spcPct val="100000"/>
              </a:lnSpc>
              <a:spcBef>
                <a:spcPct val="0"/>
              </a:spcBef>
              <a:buClrTx/>
              <a:buSzTx/>
              <a:buFontTx/>
              <a:buNone/>
            </a:pPr>
            <a:r>
              <a:rPr lang="en-US" altLang="fr-FR" sz="1400">
                <a:latin typeface="Lucida Sans Typewriter" panose="020B0509030504030204" pitchFamily="49" charset="0"/>
              </a:rPr>
              <a:t>    {</a:t>
            </a:r>
          </a:p>
          <a:p>
            <a:pPr eaLnBrk="1" hangingPunct="1">
              <a:lnSpc>
                <a:spcPct val="100000"/>
              </a:lnSpc>
              <a:spcBef>
                <a:spcPct val="0"/>
              </a:spcBef>
              <a:buClrTx/>
              <a:buSzTx/>
              <a:buFontTx/>
              <a:buNone/>
            </a:pPr>
            <a:r>
              <a:rPr lang="en-US" altLang="fr-FR" sz="1400">
                <a:latin typeface="Lucida Sans Typewriter" panose="020B0509030504030204" pitchFamily="49" charset="0"/>
              </a:rPr>
              <a:t>        // TODO: set rules to indicate which entity sets and …</a:t>
            </a:r>
          </a:p>
          <a:p>
            <a:pPr eaLnBrk="1" hangingPunct="1">
              <a:lnSpc>
                <a:spcPct val="100000"/>
              </a:lnSpc>
              <a:spcBef>
                <a:spcPct val="0"/>
              </a:spcBef>
              <a:buClrTx/>
              <a:buSzTx/>
              <a:buFontTx/>
              <a:buNone/>
            </a:pPr>
            <a:r>
              <a:rPr lang="en-US" altLang="fr-FR" sz="1400">
                <a:latin typeface="Lucida Sans Typewriter" panose="020B0509030504030204" pitchFamily="49" charset="0"/>
              </a:rPr>
              <a:t>        config.SetEntitySetAccessRule("*", EntitySetRights.All);      </a:t>
            </a:r>
          </a:p>
          <a:p>
            <a:pPr eaLnBrk="1" hangingPunct="1">
              <a:lnSpc>
                <a:spcPct val="100000"/>
              </a:lnSpc>
              <a:spcBef>
                <a:spcPct val="0"/>
              </a:spcBef>
              <a:buClrTx/>
              <a:buSzTx/>
              <a:buFontTx/>
              <a:buNone/>
            </a:pPr>
            <a:r>
              <a:rPr lang="en-US" altLang="fr-FR" sz="1400">
                <a:latin typeface="Lucida Sans Typewriter" panose="020B0509030504030204" pitchFamily="49" charset="0"/>
              </a:rPr>
              <a:t>        config.DataServiceBehavior.MaxProtocolVersion = DataServiceProtocolVersion.V3;</a:t>
            </a:r>
          </a:p>
          <a:p>
            <a:pPr eaLnBrk="1" hangingPunct="1">
              <a:lnSpc>
                <a:spcPct val="100000"/>
              </a:lnSpc>
              <a:spcBef>
                <a:spcPct val="0"/>
              </a:spcBef>
              <a:buClrTx/>
              <a:buSzTx/>
              <a:buFontTx/>
              <a:buNone/>
            </a:pPr>
            <a:r>
              <a:rPr lang="en-US" altLang="fr-FR" sz="1400">
                <a:latin typeface="Lucida Sans Typewriter" panose="020B0509030504030204" pitchFamily="49" charset="0"/>
              </a:rPr>
              <a:t>    }</a:t>
            </a:r>
          </a:p>
          <a:p>
            <a:pPr eaLnBrk="1" hangingPunct="1">
              <a:lnSpc>
                <a:spcPct val="100000"/>
              </a:lnSpc>
              <a:spcBef>
                <a:spcPct val="0"/>
              </a:spcBef>
              <a:buClrTx/>
              <a:buSzTx/>
              <a:buFontTx/>
              <a:buNone/>
            </a:pPr>
            <a:r>
              <a:rPr lang="en-US" altLang="fr-FR" sz="1400">
                <a:latin typeface="Lucida Sans Typewriter" panose="020B0509030504030204" pitchFamily="49" charset="0"/>
              </a:rPr>
              <a:t>}</a:t>
            </a:r>
          </a:p>
        </p:txBody>
      </p:sp>
      <p:sp>
        <p:nvSpPr>
          <p:cNvPr id="13319" name="AutoShape 138">
            <a:extLst>
              <a:ext uri="{FF2B5EF4-FFF2-40B4-BE49-F238E27FC236}">
                <a16:creationId xmlns:a16="http://schemas.microsoft.com/office/drawing/2014/main" xmlns="" id="{00203EBD-4929-E088-F365-22E1F6B37A38}"/>
              </a:ext>
            </a:extLst>
          </p:cNvPr>
          <p:cNvSpPr>
            <a:spLocks noChangeArrowheads="1"/>
          </p:cNvSpPr>
          <p:nvPr/>
        </p:nvSpPr>
        <p:spPr bwMode="auto">
          <a:xfrm>
            <a:off x="2662238" y="5148264"/>
            <a:ext cx="6877050" cy="1489075"/>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800"/>
              <a:t>Entity Framework 6.x</a:t>
            </a:r>
          </a:p>
        </p:txBody>
      </p:sp>
      <p:sp>
        <p:nvSpPr>
          <p:cNvPr id="13320" name="AutoShape 139">
            <a:extLst>
              <a:ext uri="{FF2B5EF4-FFF2-40B4-BE49-F238E27FC236}">
                <a16:creationId xmlns:a16="http://schemas.microsoft.com/office/drawing/2014/main" xmlns="" id="{2AD504BA-7FC2-43D5-A9D4-755D7442F8CA}"/>
              </a:ext>
            </a:extLst>
          </p:cNvPr>
          <p:cNvSpPr>
            <a:spLocks noChangeArrowheads="1"/>
          </p:cNvSpPr>
          <p:nvPr/>
        </p:nvSpPr>
        <p:spPr bwMode="auto">
          <a:xfrm>
            <a:off x="2335214" y="5570539"/>
            <a:ext cx="7558087" cy="40798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fr-FR" altLang="fr-FR" sz="1400">
                <a:latin typeface="Lucida Sans Typewriter" panose="020B0509030504030204" pitchFamily="49" charset="0"/>
              </a:rPr>
              <a:t>PM&gt; Install-Package Microsoft.OData.EntityFrameworkProvider -Pre</a:t>
            </a:r>
            <a:endParaRPr lang="en-GB" altLang="fr-FR" sz="1400">
              <a:latin typeface="Lucida Sans Typewriter" panose="020B0509030504030204" pitchFamily="49" charset="0"/>
            </a:endParaRPr>
          </a:p>
        </p:txBody>
      </p:sp>
      <p:sp>
        <p:nvSpPr>
          <p:cNvPr id="13321" name="AutoShape 139">
            <a:extLst>
              <a:ext uri="{FF2B5EF4-FFF2-40B4-BE49-F238E27FC236}">
                <a16:creationId xmlns:a16="http://schemas.microsoft.com/office/drawing/2014/main" xmlns="" id="{6E637BD8-C5F9-ABF0-AC82-EFC000A61F06}"/>
              </a:ext>
            </a:extLst>
          </p:cNvPr>
          <p:cNvSpPr>
            <a:spLocks noChangeArrowheads="1"/>
          </p:cNvSpPr>
          <p:nvPr/>
        </p:nvSpPr>
        <p:spPr bwMode="auto">
          <a:xfrm>
            <a:off x="2335214" y="6081714"/>
            <a:ext cx="7558087" cy="43973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600"/>
              <a:t>Remplacer DataService&lt;T&gt; par EntityFrameworkDataService&lt;T&gt;</a:t>
            </a:r>
            <a:endParaRPr lang="en-GB" altLang="fr-FR" sz="160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xmlns="" id="{6E155581-DD57-C047-15B1-5998869C5E4F}"/>
              </a:ext>
            </a:extLst>
          </p:cNvPr>
          <p:cNvSpPr>
            <a:spLocks noGrp="1" noChangeArrowheads="1"/>
          </p:cNvSpPr>
          <p:nvPr>
            <p:ph type="title"/>
          </p:nvPr>
        </p:nvSpPr>
        <p:spPr/>
        <p:txBody>
          <a:bodyPr/>
          <a:lstStyle/>
          <a:p>
            <a:pPr eaLnBrk="1" hangingPunct="1"/>
            <a:r>
              <a:rPr lang="fr-FR" altLang="fr-FR"/>
              <a:t>Interrogation par URI</a:t>
            </a:r>
          </a:p>
        </p:txBody>
      </p:sp>
      <p:sp>
        <p:nvSpPr>
          <p:cNvPr id="14339" name="AutoShape 4">
            <a:extLst>
              <a:ext uri="{FF2B5EF4-FFF2-40B4-BE49-F238E27FC236}">
                <a16:creationId xmlns:a16="http://schemas.microsoft.com/office/drawing/2014/main" xmlns="" id="{7E9B2DBE-10F1-B4BC-30DE-554CA02B0BB9}"/>
              </a:ext>
            </a:extLst>
          </p:cNvPr>
          <p:cNvSpPr>
            <a:spLocks noChangeArrowheads="1"/>
          </p:cNvSpPr>
          <p:nvPr/>
        </p:nvSpPr>
        <p:spPr bwMode="auto">
          <a:xfrm>
            <a:off x="1711325" y="1239668"/>
            <a:ext cx="8769350" cy="5187950"/>
          </a:xfrm>
          <a:prstGeom prst="roundRect">
            <a:avLst>
              <a:gd name="adj" fmla="val 3343"/>
            </a:avLst>
          </a:prstGeom>
          <a:solidFill>
            <a:srgbClr val="BBCDE3"/>
          </a:solidFill>
          <a:ln w="9525" algn="ctr">
            <a:solidFill>
              <a:srgbClr val="333333"/>
            </a:solidFill>
            <a:round/>
            <a:headEnd/>
            <a:tailEnd/>
          </a:ln>
        </p:spPr>
        <p:txBody>
          <a:bodyPr/>
          <a:lstStyle>
            <a:lvl1pPr marL="174625" indent="-1746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buFontTx/>
              <a:buNone/>
            </a:pPr>
            <a:endParaRPr lang="en-GB" altLang="fr-FR"/>
          </a:p>
        </p:txBody>
      </p:sp>
      <p:sp>
        <p:nvSpPr>
          <p:cNvPr id="14340" name="Rectangle 3">
            <a:extLst>
              <a:ext uri="{FF2B5EF4-FFF2-40B4-BE49-F238E27FC236}">
                <a16:creationId xmlns:a16="http://schemas.microsoft.com/office/drawing/2014/main" xmlns="" id="{3B55F706-5CF6-09E0-0C37-80C16D4907D7}"/>
              </a:ext>
            </a:extLst>
          </p:cNvPr>
          <p:cNvSpPr>
            <a:spLocks noChangeArrowheads="1"/>
          </p:cNvSpPr>
          <p:nvPr/>
        </p:nvSpPr>
        <p:spPr bwMode="auto">
          <a:xfrm>
            <a:off x="2012950" y="1328569"/>
            <a:ext cx="7751762"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174625" indent="-1746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buFontTx/>
              <a:buNone/>
            </a:pPr>
            <a:r>
              <a:rPr lang="en-US" altLang="fr-FR"/>
              <a:t>Présentation du service:</a:t>
            </a:r>
          </a:p>
          <a:p>
            <a:pPr eaLnBrk="1" hangingPunct="1">
              <a:buFontTx/>
              <a:buNone/>
            </a:pPr>
            <a:endParaRPr lang="en-US" altLang="fr-FR"/>
          </a:p>
          <a:p>
            <a:pPr eaLnBrk="1" hangingPunct="1">
              <a:buFontTx/>
              <a:buNone/>
            </a:pPr>
            <a:r>
              <a:rPr lang="en-US" altLang="fr-FR"/>
              <a:t>Choix de l’entité:</a:t>
            </a:r>
          </a:p>
          <a:p>
            <a:pPr eaLnBrk="1" hangingPunct="1">
              <a:buFontTx/>
              <a:buNone/>
            </a:pPr>
            <a:endParaRPr lang="en-US" altLang="fr-FR"/>
          </a:p>
          <a:p>
            <a:pPr eaLnBrk="1" hangingPunct="1">
              <a:buFontTx/>
              <a:buNone/>
            </a:pPr>
            <a:r>
              <a:rPr lang="en-US" altLang="fr-FR"/>
              <a:t>Filtre sur la clé:</a:t>
            </a:r>
          </a:p>
          <a:p>
            <a:pPr eaLnBrk="1" hangingPunct="1">
              <a:buFontTx/>
              <a:buNone/>
            </a:pPr>
            <a:endParaRPr lang="en-US" altLang="fr-FR"/>
          </a:p>
          <a:p>
            <a:pPr eaLnBrk="1" hangingPunct="1">
              <a:buFontTx/>
              <a:buNone/>
            </a:pPr>
            <a:r>
              <a:rPr lang="en-US" altLang="fr-FR"/>
              <a:t>Choix de l’attribut:</a:t>
            </a:r>
          </a:p>
          <a:p>
            <a:pPr eaLnBrk="1" hangingPunct="1">
              <a:buFontTx/>
              <a:buNone/>
            </a:pPr>
            <a:endParaRPr lang="en-US" altLang="fr-FR"/>
          </a:p>
          <a:p>
            <a:pPr eaLnBrk="1" hangingPunct="1">
              <a:buFontTx/>
              <a:buNone/>
            </a:pPr>
            <a:r>
              <a:rPr lang="en-US" altLang="fr-FR"/>
              <a:t>Propriété de navigation:</a:t>
            </a:r>
          </a:p>
        </p:txBody>
      </p:sp>
      <p:sp>
        <p:nvSpPr>
          <p:cNvPr id="14341" name="AutoShape 3">
            <a:extLst>
              <a:ext uri="{FF2B5EF4-FFF2-40B4-BE49-F238E27FC236}">
                <a16:creationId xmlns:a16="http://schemas.microsoft.com/office/drawing/2014/main" xmlns="" id="{33DF43CC-C283-7320-19DC-383EDF9B6B01}"/>
              </a:ext>
            </a:extLst>
          </p:cNvPr>
          <p:cNvSpPr>
            <a:spLocks noChangeArrowheads="1"/>
          </p:cNvSpPr>
          <p:nvPr/>
        </p:nvSpPr>
        <p:spPr bwMode="auto">
          <a:xfrm>
            <a:off x="2019301" y="1714331"/>
            <a:ext cx="8245475" cy="3206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http://MyHost/AdventureWorksSite/ProductDataService.svc</a:t>
            </a:r>
          </a:p>
        </p:txBody>
      </p:sp>
      <p:sp>
        <p:nvSpPr>
          <p:cNvPr id="14342" name="AutoShape 3">
            <a:extLst>
              <a:ext uri="{FF2B5EF4-FFF2-40B4-BE49-F238E27FC236}">
                <a16:creationId xmlns:a16="http://schemas.microsoft.com/office/drawing/2014/main" xmlns="" id="{01E3A519-6435-6A0E-7806-A8958BD4AAC8}"/>
              </a:ext>
            </a:extLst>
          </p:cNvPr>
          <p:cNvSpPr>
            <a:spLocks noChangeArrowheads="1"/>
          </p:cNvSpPr>
          <p:nvPr/>
        </p:nvSpPr>
        <p:spPr bwMode="auto">
          <a:xfrm>
            <a:off x="2019301" y="2628731"/>
            <a:ext cx="8245475" cy="3206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http://MyHost/AdventureWorksSite/ProductDataService.svc/Products</a:t>
            </a:r>
          </a:p>
        </p:txBody>
      </p:sp>
      <p:sp>
        <p:nvSpPr>
          <p:cNvPr id="14343" name="AutoShape 3">
            <a:extLst>
              <a:ext uri="{FF2B5EF4-FFF2-40B4-BE49-F238E27FC236}">
                <a16:creationId xmlns:a16="http://schemas.microsoft.com/office/drawing/2014/main" xmlns="" id="{FFFBF0DD-E1BB-4BDC-D475-AD7EA5190427}"/>
              </a:ext>
            </a:extLst>
          </p:cNvPr>
          <p:cNvSpPr>
            <a:spLocks noChangeArrowheads="1"/>
          </p:cNvSpPr>
          <p:nvPr/>
        </p:nvSpPr>
        <p:spPr bwMode="auto">
          <a:xfrm>
            <a:off x="2019301" y="3603456"/>
            <a:ext cx="8245475" cy="3206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http://MyHost/AdventureWorksSite/ProductDataService.svc/Products(321)</a:t>
            </a:r>
          </a:p>
        </p:txBody>
      </p:sp>
      <p:sp>
        <p:nvSpPr>
          <p:cNvPr id="14344" name="AutoShape 3">
            <a:extLst>
              <a:ext uri="{FF2B5EF4-FFF2-40B4-BE49-F238E27FC236}">
                <a16:creationId xmlns:a16="http://schemas.microsoft.com/office/drawing/2014/main" xmlns="" id="{1895C731-2CC7-775B-B826-DFC460CE6B97}"/>
              </a:ext>
            </a:extLst>
          </p:cNvPr>
          <p:cNvSpPr>
            <a:spLocks noChangeArrowheads="1"/>
          </p:cNvSpPr>
          <p:nvPr/>
        </p:nvSpPr>
        <p:spPr bwMode="auto">
          <a:xfrm>
            <a:off x="2019301" y="4586118"/>
            <a:ext cx="8245475" cy="32385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http://MyHost/AdventureWorksSite/ProductDataService.svc/Products(321)/Name</a:t>
            </a:r>
          </a:p>
        </p:txBody>
      </p:sp>
      <p:sp>
        <p:nvSpPr>
          <p:cNvPr id="14345" name="AutoShape 3">
            <a:extLst>
              <a:ext uri="{FF2B5EF4-FFF2-40B4-BE49-F238E27FC236}">
                <a16:creationId xmlns:a16="http://schemas.microsoft.com/office/drawing/2014/main" xmlns="" id="{F9F3CB17-2397-5A63-28A9-A2EC9E35E45B}"/>
              </a:ext>
            </a:extLst>
          </p:cNvPr>
          <p:cNvSpPr>
            <a:spLocks noChangeArrowheads="1"/>
          </p:cNvSpPr>
          <p:nvPr/>
        </p:nvSpPr>
        <p:spPr bwMode="auto">
          <a:xfrm>
            <a:off x="2019301" y="5529094"/>
            <a:ext cx="8245475" cy="5429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http://MyHost/AdventureWorksSite/ProductDataService.svc/Products(321)/</a:t>
            </a:r>
          </a:p>
          <a:p>
            <a:pPr eaLnBrk="1" hangingPunct="1">
              <a:lnSpc>
                <a:spcPct val="100000"/>
              </a:lnSpc>
              <a:spcBef>
                <a:spcPct val="0"/>
              </a:spcBef>
              <a:buClrTx/>
              <a:buSzTx/>
              <a:buFontTx/>
              <a:buNone/>
            </a:pPr>
            <a:r>
              <a:rPr lang="en-US" altLang="fr-FR" sz="1400">
                <a:latin typeface="Lucida Sans Typewriter" panose="020B0509030504030204" pitchFamily="49" charset="0"/>
              </a:rPr>
              <a:t>ProductReviews</a:t>
            </a:r>
          </a:p>
        </p:txBody>
      </p:sp>
      <p:sp>
        <p:nvSpPr>
          <p:cNvPr id="14346" name="AutoShape 139">
            <a:extLst>
              <a:ext uri="{FF2B5EF4-FFF2-40B4-BE49-F238E27FC236}">
                <a16:creationId xmlns:a16="http://schemas.microsoft.com/office/drawing/2014/main" xmlns="" id="{E5C824EE-7C97-1E44-8DB4-2F34D001D786}"/>
              </a:ext>
            </a:extLst>
          </p:cNvPr>
          <p:cNvSpPr>
            <a:spLocks noChangeArrowheads="1"/>
          </p:cNvSpPr>
          <p:nvPr/>
        </p:nvSpPr>
        <p:spPr bwMode="auto">
          <a:xfrm>
            <a:off x="4491038" y="6262519"/>
            <a:ext cx="5656263" cy="43973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5F5F5F">
                <a:alpha val="50000"/>
              </a:srgbClr>
            </a:outerShdw>
          </a:effectLst>
        </p:spPr>
        <p:txBody>
          <a:bodyPr tIns="91440" bIns="91440" anchor="ctr">
            <a:spAutoFit/>
          </a:bodyP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600"/>
              <a:t>Note: les requêtes OData sont sensibles à la casse!</a:t>
            </a:r>
            <a:endParaRPr lang="en-GB" altLang="fr-FR" sz="160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xmlns="" id="{11B90458-8F35-3861-2E24-61DE7FA855D3}"/>
              </a:ext>
            </a:extLst>
          </p:cNvPr>
          <p:cNvSpPr>
            <a:spLocks noGrp="1" noChangeArrowheads="1"/>
          </p:cNvSpPr>
          <p:nvPr>
            <p:ph type="title"/>
          </p:nvPr>
        </p:nvSpPr>
        <p:spPr/>
        <p:txBody>
          <a:bodyPr/>
          <a:lstStyle/>
          <a:p>
            <a:pPr eaLnBrk="1" hangingPunct="1"/>
            <a:r>
              <a:rPr lang="fr-FR" altLang="fr-FR"/>
              <a:t>Interrogation par URI </a:t>
            </a:r>
            <a:r>
              <a:rPr lang="fr-FR" altLang="fr-FR" i="1"/>
              <a:t>(suite)</a:t>
            </a:r>
            <a:endParaRPr lang="fr-FR" altLang="fr-FR"/>
          </a:p>
        </p:txBody>
      </p:sp>
      <p:sp>
        <p:nvSpPr>
          <p:cNvPr id="15363" name="AutoShape 4">
            <a:extLst>
              <a:ext uri="{FF2B5EF4-FFF2-40B4-BE49-F238E27FC236}">
                <a16:creationId xmlns:a16="http://schemas.microsoft.com/office/drawing/2014/main" xmlns="" id="{5C51F3CE-C83E-03F7-3AE0-1E08ACEFD377}"/>
              </a:ext>
            </a:extLst>
          </p:cNvPr>
          <p:cNvSpPr>
            <a:spLocks noChangeArrowheads="1"/>
          </p:cNvSpPr>
          <p:nvPr/>
        </p:nvSpPr>
        <p:spPr bwMode="auto">
          <a:xfrm>
            <a:off x="1725613" y="1411288"/>
            <a:ext cx="8769350" cy="4171950"/>
          </a:xfrm>
          <a:prstGeom prst="roundRect">
            <a:avLst>
              <a:gd name="adj" fmla="val 3343"/>
            </a:avLst>
          </a:prstGeom>
          <a:solidFill>
            <a:srgbClr val="BBCDE3"/>
          </a:solidFill>
          <a:ln w="9525" algn="ctr">
            <a:solidFill>
              <a:srgbClr val="333333"/>
            </a:solidFill>
            <a:round/>
            <a:headEnd/>
            <a:tailEnd/>
          </a:ln>
        </p:spPr>
        <p:txBody>
          <a:bodyPr/>
          <a:lstStyle>
            <a:lvl1pPr marL="174625" indent="-1746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buFontTx/>
              <a:buNone/>
            </a:pPr>
            <a:endParaRPr lang="en-GB" altLang="fr-FR"/>
          </a:p>
        </p:txBody>
      </p:sp>
      <p:sp>
        <p:nvSpPr>
          <p:cNvPr id="15364" name="Rectangle 3">
            <a:extLst>
              <a:ext uri="{FF2B5EF4-FFF2-40B4-BE49-F238E27FC236}">
                <a16:creationId xmlns:a16="http://schemas.microsoft.com/office/drawing/2014/main" xmlns="" id="{888B3E33-BF31-7BC1-40E3-548A87A352B6}"/>
              </a:ext>
            </a:extLst>
          </p:cNvPr>
          <p:cNvSpPr>
            <a:spLocks noChangeArrowheads="1"/>
          </p:cNvSpPr>
          <p:nvPr/>
        </p:nvSpPr>
        <p:spPr bwMode="auto">
          <a:xfrm>
            <a:off x="2027238" y="1500189"/>
            <a:ext cx="7751762" cy="446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174625" indent="-1746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buFontTx/>
              <a:buNone/>
            </a:pPr>
            <a:r>
              <a:rPr lang="en-US" altLang="fr-FR"/>
              <a:t>Projection:</a:t>
            </a:r>
          </a:p>
          <a:p>
            <a:pPr eaLnBrk="1" hangingPunct="1">
              <a:buFontTx/>
              <a:buNone/>
            </a:pPr>
            <a:endParaRPr lang="en-US" altLang="fr-FR"/>
          </a:p>
          <a:p>
            <a:pPr eaLnBrk="1" hangingPunct="1">
              <a:buFontTx/>
              <a:buNone/>
            </a:pPr>
            <a:r>
              <a:rPr lang="en-US" altLang="fr-FR"/>
              <a:t>Tri:</a:t>
            </a:r>
          </a:p>
          <a:p>
            <a:pPr eaLnBrk="1" hangingPunct="1">
              <a:buFontTx/>
              <a:buNone/>
            </a:pPr>
            <a:endParaRPr lang="en-US" altLang="fr-FR"/>
          </a:p>
          <a:p>
            <a:pPr eaLnBrk="1" hangingPunct="1">
              <a:buFontTx/>
              <a:buNone/>
            </a:pPr>
            <a:r>
              <a:rPr lang="en-US" altLang="fr-FR"/>
              <a:t>Filtrage:</a:t>
            </a:r>
          </a:p>
          <a:p>
            <a:pPr eaLnBrk="1" hangingPunct="1">
              <a:buFontTx/>
              <a:buNone/>
            </a:pPr>
            <a:endParaRPr lang="en-US" altLang="fr-FR"/>
          </a:p>
          <a:p>
            <a:pPr eaLnBrk="1" hangingPunct="1">
              <a:buFontTx/>
              <a:buNone/>
            </a:pPr>
            <a:r>
              <a:rPr lang="en-US" altLang="fr-FR"/>
              <a:t>Pagination:</a:t>
            </a:r>
          </a:p>
        </p:txBody>
      </p:sp>
      <p:sp>
        <p:nvSpPr>
          <p:cNvPr id="15365" name="AutoShape 3">
            <a:extLst>
              <a:ext uri="{FF2B5EF4-FFF2-40B4-BE49-F238E27FC236}">
                <a16:creationId xmlns:a16="http://schemas.microsoft.com/office/drawing/2014/main" xmlns="" id="{E0302260-7BAA-9ED3-889B-24F0BF972D0F}"/>
              </a:ext>
            </a:extLst>
          </p:cNvPr>
          <p:cNvSpPr>
            <a:spLocks noChangeArrowheads="1"/>
          </p:cNvSpPr>
          <p:nvPr/>
        </p:nvSpPr>
        <p:spPr bwMode="auto">
          <a:xfrm>
            <a:off x="2033589" y="1817689"/>
            <a:ext cx="8245475" cy="5429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http://MyHost/AdventureWorksSite/ProductDataService.svc</a:t>
            </a:r>
          </a:p>
          <a:p>
            <a:pPr eaLnBrk="1" hangingPunct="1">
              <a:lnSpc>
                <a:spcPct val="100000"/>
              </a:lnSpc>
              <a:spcBef>
                <a:spcPct val="0"/>
              </a:spcBef>
              <a:buClrTx/>
              <a:buSzTx/>
              <a:buFontTx/>
              <a:buNone/>
            </a:pPr>
            <a:r>
              <a:rPr lang="en-GB" altLang="fr-FR" sz="1400">
                <a:latin typeface="Lucida Sans Typewriter" panose="020B0509030504030204" pitchFamily="49" charset="0"/>
              </a:rPr>
              <a:t>/Products?$select=ProductID,Name,ProductNumber</a:t>
            </a:r>
            <a:endParaRPr lang="en-US" altLang="fr-FR" sz="1400">
              <a:latin typeface="Lucida Sans Typewriter" panose="020B0509030504030204" pitchFamily="49" charset="0"/>
            </a:endParaRPr>
          </a:p>
        </p:txBody>
      </p:sp>
      <p:sp>
        <p:nvSpPr>
          <p:cNvPr id="15366" name="AutoShape 3">
            <a:extLst>
              <a:ext uri="{FF2B5EF4-FFF2-40B4-BE49-F238E27FC236}">
                <a16:creationId xmlns:a16="http://schemas.microsoft.com/office/drawing/2014/main" xmlns="" id="{62B50449-E275-D2C8-1606-1420494B5D97}"/>
              </a:ext>
            </a:extLst>
          </p:cNvPr>
          <p:cNvSpPr>
            <a:spLocks noChangeArrowheads="1"/>
          </p:cNvSpPr>
          <p:nvPr/>
        </p:nvSpPr>
        <p:spPr bwMode="auto">
          <a:xfrm>
            <a:off x="2033589" y="2779713"/>
            <a:ext cx="8245475" cy="54451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http://MyHost/AdventureWorksSite/ProductDataService.svc/Products</a:t>
            </a:r>
            <a:r>
              <a:rPr lang="en-GB" altLang="fr-FR" sz="1400">
                <a:latin typeface="Lucida Sans Typewriter" panose="020B0509030504030204" pitchFamily="49" charset="0"/>
              </a:rPr>
              <a:t> /Products?$select=ProductID,Name,ProductNumber&amp;$orderby=Name desc</a:t>
            </a:r>
            <a:endParaRPr lang="en-US" altLang="fr-FR" sz="1400">
              <a:latin typeface="Lucida Sans Typewriter" panose="020B0509030504030204" pitchFamily="49" charset="0"/>
            </a:endParaRPr>
          </a:p>
        </p:txBody>
      </p:sp>
      <p:sp>
        <p:nvSpPr>
          <p:cNvPr id="15367" name="AutoShape 3">
            <a:extLst>
              <a:ext uri="{FF2B5EF4-FFF2-40B4-BE49-F238E27FC236}">
                <a16:creationId xmlns:a16="http://schemas.microsoft.com/office/drawing/2014/main" xmlns="" id="{13812F2B-449B-0A18-7AEE-0166A4139AE5}"/>
              </a:ext>
            </a:extLst>
          </p:cNvPr>
          <p:cNvSpPr>
            <a:spLocks noChangeArrowheads="1"/>
          </p:cNvSpPr>
          <p:nvPr/>
        </p:nvSpPr>
        <p:spPr bwMode="auto">
          <a:xfrm>
            <a:off x="2033589" y="3767139"/>
            <a:ext cx="8245475" cy="5429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http://MyHost/AdventureWorksSite/ProductDataService.svc</a:t>
            </a:r>
          </a:p>
          <a:p>
            <a:pPr eaLnBrk="1" hangingPunct="1">
              <a:lnSpc>
                <a:spcPct val="100000"/>
              </a:lnSpc>
              <a:spcBef>
                <a:spcPct val="0"/>
              </a:spcBef>
              <a:buClrTx/>
              <a:buSzTx/>
              <a:buFontTx/>
              <a:buNone/>
            </a:pPr>
            <a:r>
              <a:rPr lang="en-US" altLang="fr-FR" sz="1400">
                <a:latin typeface="Lucida Sans Typewriter" panose="020B0509030504030204" pitchFamily="49" charset="0"/>
              </a:rPr>
              <a:t>/Products?$filter=Color eq 'Red'</a:t>
            </a:r>
          </a:p>
        </p:txBody>
      </p:sp>
      <p:sp>
        <p:nvSpPr>
          <p:cNvPr id="15368" name="AutoShape 3">
            <a:extLst>
              <a:ext uri="{FF2B5EF4-FFF2-40B4-BE49-F238E27FC236}">
                <a16:creationId xmlns:a16="http://schemas.microsoft.com/office/drawing/2014/main" xmlns="" id="{7151266F-F2D7-FCA2-FD09-7BE203F5DE3D}"/>
              </a:ext>
            </a:extLst>
          </p:cNvPr>
          <p:cNvSpPr>
            <a:spLocks noChangeArrowheads="1"/>
          </p:cNvSpPr>
          <p:nvPr/>
        </p:nvSpPr>
        <p:spPr bwMode="auto">
          <a:xfrm>
            <a:off x="2033589" y="4779964"/>
            <a:ext cx="8245475" cy="5429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http://MyHost/AdventureWorksSite/ProductDataService.svc</a:t>
            </a:r>
          </a:p>
          <a:p>
            <a:pPr eaLnBrk="1" hangingPunct="1">
              <a:lnSpc>
                <a:spcPct val="100000"/>
              </a:lnSpc>
              <a:spcBef>
                <a:spcPct val="0"/>
              </a:spcBef>
              <a:buClrTx/>
              <a:buSzTx/>
              <a:buFontTx/>
              <a:buNone/>
            </a:pPr>
            <a:r>
              <a:rPr lang="en-US" altLang="fr-FR" sz="1400">
                <a:latin typeface="Lucida Sans Typewriter" panose="020B0509030504030204" pitchFamily="49" charset="0"/>
              </a:rPr>
              <a:t>/Products?$skip=5&amp;$top=5</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xmlns="" id="{E7F45186-C333-7CF8-8B48-FCFCDDF12618}"/>
              </a:ext>
            </a:extLst>
          </p:cNvPr>
          <p:cNvSpPr>
            <a:spLocks noGrp="1" noChangeArrowheads="1"/>
          </p:cNvSpPr>
          <p:nvPr>
            <p:ph type="title"/>
          </p:nvPr>
        </p:nvSpPr>
        <p:spPr/>
        <p:txBody>
          <a:bodyPr/>
          <a:lstStyle/>
          <a:p>
            <a:pPr eaLnBrk="1" hangingPunct="1"/>
            <a:r>
              <a:rPr lang="fr-FR" altLang="fr-FR"/>
              <a:t>Interrogation par URI </a:t>
            </a:r>
            <a:r>
              <a:rPr lang="fr-FR" altLang="fr-FR" i="1"/>
              <a:t>(suite)</a:t>
            </a:r>
            <a:endParaRPr lang="fr-FR" altLang="fr-FR"/>
          </a:p>
        </p:txBody>
      </p:sp>
      <p:sp>
        <p:nvSpPr>
          <p:cNvPr id="16387" name="AutoShape 4">
            <a:extLst>
              <a:ext uri="{FF2B5EF4-FFF2-40B4-BE49-F238E27FC236}">
                <a16:creationId xmlns:a16="http://schemas.microsoft.com/office/drawing/2014/main" xmlns="" id="{A921DF67-884E-2DF9-231D-347029A21938}"/>
              </a:ext>
            </a:extLst>
          </p:cNvPr>
          <p:cNvSpPr>
            <a:spLocks noChangeArrowheads="1"/>
          </p:cNvSpPr>
          <p:nvPr/>
        </p:nvSpPr>
        <p:spPr bwMode="auto">
          <a:xfrm>
            <a:off x="1725613" y="1284289"/>
            <a:ext cx="8769350" cy="4225925"/>
          </a:xfrm>
          <a:prstGeom prst="roundRect">
            <a:avLst>
              <a:gd name="adj" fmla="val 3343"/>
            </a:avLst>
          </a:prstGeom>
          <a:solidFill>
            <a:srgbClr val="BBCDE3"/>
          </a:solidFill>
          <a:ln w="9525" algn="ctr">
            <a:solidFill>
              <a:srgbClr val="333333"/>
            </a:solidFill>
            <a:round/>
            <a:headEnd/>
            <a:tailEnd/>
          </a:ln>
        </p:spPr>
        <p:txBody>
          <a:bodyPr/>
          <a:lstStyle>
            <a:lvl1pPr marL="174625" indent="-1746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buFontTx/>
              <a:buNone/>
            </a:pPr>
            <a:endParaRPr lang="en-GB" altLang="fr-FR"/>
          </a:p>
        </p:txBody>
      </p:sp>
      <p:sp>
        <p:nvSpPr>
          <p:cNvPr id="16388" name="Rectangle 3">
            <a:extLst>
              <a:ext uri="{FF2B5EF4-FFF2-40B4-BE49-F238E27FC236}">
                <a16:creationId xmlns:a16="http://schemas.microsoft.com/office/drawing/2014/main" xmlns="" id="{81F6866D-2798-1B5A-9A07-A8E3FEEBAA74}"/>
              </a:ext>
            </a:extLst>
          </p:cNvPr>
          <p:cNvSpPr>
            <a:spLocks noChangeArrowheads="1"/>
          </p:cNvSpPr>
          <p:nvPr/>
        </p:nvSpPr>
        <p:spPr bwMode="auto">
          <a:xfrm>
            <a:off x="2027238" y="1368425"/>
            <a:ext cx="7751762" cy="446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174625" indent="-174625"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buFontTx/>
              <a:buNone/>
            </a:pPr>
            <a:r>
              <a:rPr lang="en-US" altLang="fr-FR"/>
              <a:t>Possibilité de définir des opérations:</a:t>
            </a:r>
          </a:p>
        </p:txBody>
      </p:sp>
      <p:sp>
        <p:nvSpPr>
          <p:cNvPr id="16389" name="AutoShape 3">
            <a:extLst>
              <a:ext uri="{FF2B5EF4-FFF2-40B4-BE49-F238E27FC236}">
                <a16:creationId xmlns:a16="http://schemas.microsoft.com/office/drawing/2014/main" xmlns="" id="{AADB0F52-44F2-ABBC-13AC-ECDE0B900518}"/>
              </a:ext>
            </a:extLst>
          </p:cNvPr>
          <p:cNvSpPr>
            <a:spLocks noChangeArrowheads="1"/>
          </p:cNvSpPr>
          <p:nvPr/>
        </p:nvSpPr>
        <p:spPr bwMode="auto">
          <a:xfrm>
            <a:off x="1970089" y="1658938"/>
            <a:ext cx="8281987" cy="277971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public static void InitializeService(DataServiceConfiguration config)</a:t>
            </a:r>
          </a:p>
          <a:p>
            <a:pPr eaLnBrk="1" hangingPunct="1">
              <a:lnSpc>
                <a:spcPct val="100000"/>
              </a:lnSpc>
              <a:spcBef>
                <a:spcPct val="0"/>
              </a:spcBef>
              <a:buClrTx/>
              <a:buSzTx/>
              <a:buFontTx/>
              <a:buNone/>
            </a:pPr>
            <a:r>
              <a:rPr lang="en-US" altLang="fr-FR" sz="1400">
                <a:latin typeface="Lucida Sans Typewriter" panose="020B0509030504030204" pitchFamily="49" charset="0"/>
              </a:rPr>
              <a:t>{</a:t>
            </a:r>
          </a:p>
          <a:p>
            <a:pPr eaLnBrk="1" hangingPunct="1">
              <a:lnSpc>
                <a:spcPct val="100000"/>
              </a:lnSpc>
              <a:spcBef>
                <a:spcPct val="0"/>
              </a:spcBef>
              <a:buClrTx/>
              <a:buSzTx/>
              <a:buFontTx/>
              <a:buNone/>
            </a:pPr>
            <a:r>
              <a:rPr lang="en-US" altLang="fr-FR" sz="1400">
                <a:latin typeface="Lucida Sans Typewriter" panose="020B0509030504030204" pitchFamily="49" charset="0"/>
              </a:rPr>
              <a:t>    config.SetServiceOperationAccessRule("ProductsByColor", </a:t>
            </a:r>
          </a:p>
          <a:p>
            <a:pPr eaLnBrk="1" hangingPunct="1">
              <a:lnSpc>
                <a:spcPct val="100000"/>
              </a:lnSpc>
              <a:spcBef>
                <a:spcPct val="0"/>
              </a:spcBef>
              <a:buClrTx/>
              <a:buSzTx/>
              <a:buFontTx/>
              <a:buNone/>
            </a:pPr>
            <a:r>
              <a:rPr lang="en-US" altLang="fr-FR" sz="1400">
                <a:latin typeface="Lucida Sans Typewriter" panose="020B0509030504030204" pitchFamily="49" charset="0"/>
              </a:rPr>
              <a:t>        ServiceOperationRights.ReadMultiple);        </a:t>
            </a:r>
          </a:p>
          <a:p>
            <a:pPr eaLnBrk="1" hangingPunct="1">
              <a:lnSpc>
                <a:spcPct val="100000"/>
              </a:lnSpc>
              <a:spcBef>
                <a:spcPct val="0"/>
              </a:spcBef>
              <a:buClrTx/>
              <a:buSzTx/>
              <a:buFontTx/>
              <a:buNone/>
            </a:pPr>
            <a:r>
              <a:rPr lang="en-US" altLang="fr-FR" sz="1400">
                <a:latin typeface="Lucida Sans Typewriter" panose="020B0509030504030204" pitchFamily="49" charset="0"/>
              </a:rPr>
              <a:t>}</a:t>
            </a:r>
          </a:p>
          <a:p>
            <a:pPr eaLnBrk="1" hangingPunct="1">
              <a:lnSpc>
                <a:spcPct val="100000"/>
              </a:lnSpc>
              <a:spcBef>
                <a:spcPct val="0"/>
              </a:spcBef>
              <a:buClrTx/>
              <a:buSzTx/>
              <a:buFontTx/>
              <a:buNone/>
            </a:pPr>
            <a:endParaRPr lang="en-US" altLang="fr-FR" sz="1400">
              <a:latin typeface="Lucida Sans Typewriter" panose="020B0509030504030204" pitchFamily="49" charset="0"/>
            </a:endParaRPr>
          </a:p>
          <a:p>
            <a:pPr eaLnBrk="1" hangingPunct="1">
              <a:lnSpc>
                <a:spcPct val="100000"/>
              </a:lnSpc>
              <a:spcBef>
                <a:spcPct val="0"/>
              </a:spcBef>
              <a:buClrTx/>
              <a:buSzTx/>
              <a:buFontTx/>
              <a:buNone/>
            </a:pPr>
            <a:r>
              <a:rPr lang="en-US" altLang="fr-FR" sz="1400">
                <a:latin typeface="Lucida Sans Typewriter" panose="020B0509030504030204" pitchFamily="49" charset="0"/>
              </a:rPr>
              <a:t>[WebGet]</a:t>
            </a:r>
          </a:p>
          <a:p>
            <a:pPr eaLnBrk="1" hangingPunct="1">
              <a:lnSpc>
                <a:spcPct val="100000"/>
              </a:lnSpc>
              <a:spcBef>
                <a:spcPct val="0"/>
              </a:spcBef>
              <a:buClrTx/>
              <a:buSzTx/>
              <a:buFontTx/>
              <a:buNone/>
            </a:pPr>
            <a:r>
              <a:rPr lang="en-US" altLang="fr-FR" sz="1400">
                <a:latin typeface="Lucida Sans Typewriter" panose="020B0509030504030204" pitchFamily="49" charset="0"/>
              </a:rPr>
              <a:t>public IQueryable&lt;Product&gt; ProductsByColor(string color)</a:t>
            </a:r>
          </a:p>
          <a:p>
            <a:pPr eaLnBrk="1" hangingPunct="1">
              <a:lnSpc>
                <a:spcPct val="100000"/>
              </a:lnSpc>
              <a:spcBef>
                <a:spcPct val="0"/>
              </a:spcBef>
              <a:buClrTx/>
              <a:buSzTx/>
              <a:buFontTx/>
              <a:buNone/>
            </a:pPr>
            <a:r>
              <a:rPr lang="en-US" altLang="fr-FR" sz="1400">
                <a:latin typeface="Lucida Sans Typewriter" panose="020B0509030504030204" pitchFamily="49" charset="0"/>
              </a:rPr>
              <a:t>{</a:t>
            </a:r>
          </a:p>
          <a:p>
            <a:pPr eaLnBrk="1" hangingPunct="1">
              <a:lnSpc>
                <a:spcPct val="100000"/>
              </a:lnSpc>
              <a:spcBef>
                <a:spcPct val="0"/>
              </a:spcBef>
              <a:buClrTx/>
              <a:buSzTx/>
              <a:buFontTx/>
              <a:buNone/>
            </a:pPr>
            <a:r>
              <a:rPr lang="en-US" altLang="fr-FR" sz="1400">
                <a:latin typeface="Lucida Sans Typewriter" panose="020B0509030504030204" pitchFamily="49" charset="0"/>
              </a:rPr>
              <a:t>    return from p in this.CurrentDataSource.Products</a:t>
            </a:r>
          </a:p>
          <a:p>
            <a:pPr eaLnBrk="1" hangingPunct="1">
              <a:lnSpc>
                <a:spcPct val="100000"/>
              </a:lnSpc>
              <a:spcBef>
                <a:spcPct val="0"/>
              </a:spcBef>
              <a:buClrTx/>
              <a:buSzTx/>
              <a:buFontTx/>
              <a:buNone/>
            </a:pPr>
            <a:r>
              <a:rPr lang="en-US" altLang="fr-FR" sz="1400">
                <a:latin typeface="Lucida Sans Typewriter" panose="020B0509030504030204" pitchFamily="49" charset="0"/>
              </a:rPr>
              <a:t>	where p.Color==color select p;</a:t>
            </a:r>
          </a:p>
          <a:p>
            <a:pPr eaLnBrk="1" hangingPunct="1">
              <a:lnSpc>
                <a:spcPct val="100000"/>
              </a:lnSpc>
              <a:spcBef>
                <a:spcPct val="0"/>
              </a:spcBef>
              <a:buClrTx/>
              <a:buSzTx/>
              <a:buFontTx/>
              <a:buNone/>
            </a:pPr>
            <a:r>
              <a:rPr lang="en-US" altLang="fr-FR" sz="1400">
                <a:latin typeface="Lucida Sans Typewriter" panose="020B0509030504030204" pitchFamily="49" charset="0"/>
              </a:rPr>
              <a:t>}</a:t>
            </a:r>
          </a:p>
        </p:txBody>
      </p:sp>
      <p:sp>
        <p:nvSpPr>
          <p:cNvPr id="16390" name="AutoShape 3">
            <a:extLst>
              <a:ext uri="{FF2B5EF4-FFF2-40B4-BE49-F238E27FC236}">
                <a16:creationId xmlns:a16="http://schemas.microsoft.com/office/drawing/2014/main" xmlns="" id="{8B007C11-4AF5-DF24-6141-E79502FD36B4}"/>
              </a:ext>
            </a:extLst>
          </p:cNvPr>
          <p:cNvSpPr>
            <a:spLocks noChangeArrowheads="1"/>
          </p:cNvSpPr>
          <p:nvPr/>
        </p:nvSpPr>
        <p:spPr bwMode="auto">
          <a:xfrm>
            <a:off x="1970089" y="4595813"/>
            <a:ext cx="8281987" cy="54451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http://MyHost/AdventureWorksSite/ProductDataService.svc/ProductsByColor?</a:t>
            </a:r>
          </a:p>
          <a:p>
            <a:pPr eaLnBrk="1" hangingPunct="1">
              <a:lnSpc>
                <a:spcPct val="100000"/>
              </a:lnSpc>
              <a:spcBef>
                <a:spcPct val="0"/>
              </a:spcBef>
              <a:buClrTx/>
              <a:buSzTx/>
              <a:buFontTx/>
              <a:buNone/>
            </a:pPr>
            <a:r>
              <a:rPr lang="en-US" altLang="fr-FR" sz="1400">
                <a:latin typeface="Lucida Sans Typewriter" panose="020B0509030504030204" pitchFamily="49" charset="0"/>
              </a:rPr>
              <a:t>color='Red'</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xmlns="" id="{287DDAD7-AE2E-2DF6-4F63-E4E88AB6D445}"/>
              </a:ext>
            </a:extLst>
          </p:cNvPr>
          <p:cNvSpPr>
            <a:spLocks noGrp="1" noChangeArrowheads="1"/>
          </p:cNvSpPr>
          <p:nvPr>
            <p:ph type="title"/>
          </p:nvPr>
        </p:nvSpPr>
        <p:spPr>
          <a:xfrm>
            <a:off x="1476950" y="460539"/>
            <a:ext cx="10393178" cy="639294"/>
          </a:xfrm>
        </p:spPr>
        <p:txBody>
          <a:bodyPr/>
          <a:lstStyle/>
          <a:p>
            <a:pPr eaLnBrk="1" hangingPunct="1"/>
            <a:r>
              <a:rPr lang="fr-FR" altLang="fr-FR" dirty="0"/>
              <a:t>Bibliothèque Cliente</a:t>
            </a:r>
          </a:p>
        </p:txBody>
      </p:sp>
      <p:sp>
        <p:nvSpPr>
          <p:cNvPr id="17411" name="AutoShape 4">
            <a:extLst>
              <a:ext uri="{FF2B5EF4-FFF2-40B4-BE49-F238E27FC236}">
                <a16:creationId xmlns:a16="http://schemas.microsoft.com/office/drawing/2014/main" xmlns="" id="{1304CE19-BDC5-2920-CBFF-AA4F7DF29BB4}"/>
              </a:ext>
            </a:extLst>
          </p:cNvPr>
          <p:cNvSpPr>
            <a:spLocks noChangeArrowheads="1"/>
          </p:cNvSpPr>
          <p:nvPr/>
        </p:nvSpPr>
        <p:spPr bwMode="auto">
          <a:xfrm>
            <a:off x="1711325" y="1058736"/>
            <a:ext cx="8769350" cy="1790700"/>
          </a:xfrm>
          <a:prstGeom prst="roundRect">
            <a:avLst>
              <a:gd name="adj" fmla="val 7931"/>
            </a:avLst>
          </a:prstGeom>
          <a:solidFill>
            <a:srgbClr val="BBCDE3"/>
          </a:solidFill>
          <a:ln w="9525" algn="ctr">
            <a:solidFill>
              <a:srgbClr val="333333"/>
            </a:solidFill>
            <a:round/>
            <a:headEnd/>
            <a:tailEnd/>
          </a:ln>
        </p:spPr>
        <p:txBody>
          <a:bodyPr/>
          <a:lstStyle>
            <a:lvl1pPr marL="109538"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buFontTx/>
              <a:buNone/>
            </a:pPr>
            <a:r>
              <a:rPr lang="en-US" altLang="fr-FR"/>
              <a:t>La bibliothèque cliente:</a:t>
            </a:r>
          </a:p>
          <a:p>
            <a:pPr lvl="1">
              <a:buSzPct val="90000"/>
              <a:buFontTx/>
              <a:buChar char="•"/>
            </a:pPr>
            <a:r>
              <a:rPr lang="en-US" altLang="fr-FR"/>
              <a:t>Hérite de la classe DataServiceContext</a:t>
            </a:r>
          </a:p>
          <a:p>
            <a:pPr lvl="1">
              <a:buSzPct val="90000"/>
              <a:buFontTx/>
              <a:buChar char="•"/>
            </a:pPr>
            <a:r>
              <a:rPr lang="en-US" altLang="fr-FR"/>
              <a:t>Joue un rôle similaire à la classe DbContext dans Entity Framework</a:t>
            </a:r>
          </a:p>
        </p:txBody>
      </p:sp>
      <p:sp>
        <p:nvSpPr>
          <p:cNvPr id="23" name="AutoShape 4">
            <a:extLst>
              <a:ext uri="{FF2B5EF4-FFF2-40B4-BE49-F238E27FC236}">
                <a16:creationId xmlns:a16="http://schemas.microsoft.com/office/drawing/2014/main" xmlns="" id="{BB94B05D-5335-55F6-2016-08321AA42D8F}"/>
              </a:ext>
            </a:extLst>
          </p:cNvPr>
          <p:cNvSpPr>
            <a:spLocks noChangeArrowheads="1"/>
          </p:cNvSpPr>
          <p:nvPr/>
        </p:nvSpPr>
        <p:spPr bwMode="auto">
          <a:xfrm>
            <a:off x="1711325" y="2982787"/>
            <a:ext cx="8769350" cy="1724025"/>
          </a:xfrm>
          <a:prstGeom prst="roundRect">
            <a:avLst>
              <a:gd name="adj" fmla="val 5898"/>
            </a:avLst>
          </a:prstGeom>
          <a:solidFill>
            <a:srgbClr val="BBCDE3"/>
          </a:solidFill>
          <a:ln w="9525" algn="ctr">
            <a:solidFill>
              <a:srgbClr val="333333"/>
            </a:solidFill>
            <a:round/>
            <a:headEnd/>
            <a:tailEnd/>
          </a:ln>
        </p:spPr>
        <p:txBody>
          <a:bodyPr/>
          <a:lstStyle>
            <a:lvl1pPr marL="109538" indent="160338" eaLnBrk="0" hangingPunct="0">
              <a:defRPr b="1">
                <a:solidFill>
                  <a:schemeClr val="tx1"/>
                </a:solidFill>
                <a:latin typeface="Verdana" pitchFamily="34" charset="0"/>
                <a:cs typeface="Arial" charset="0"/>
              </a:defRPr>
            </a:lvl1pPr>
            <a:lvl2pPr marL="742950" indent="-285750" eaLnBrk="0" hangingPunct="0">
              <a:defRPr b="1">
                <a:solidFill>
                  <a:schemeClr val="tx1"/>
                </a:solidFill>
                <a:latin typeface="Verdana" pitchFamily="34" charset="0"/>
                <a:cs typeface="Arial" charset="0"/>
              </a:defRPr>
            </a:lvl2pPr>
            <a:lvl3pPr marL="1143000" indent="-228600" eaLnBrk="0" hangingPunct="0">
              <a:defRPr b="1">
                <a:solidFill>
                  <a:schemeClr val="tx1"/>
                </a:solidFill>
                <a:latin typeface="Verdana" pitchFamily="34" charset="0"/>
                <a:cs typeface="Arial" charset="0"/>
              </a:defRPr>
            </a:lvl3pPr>
            <a:lvl4pPr marL="1600200" indent="-228600" eaLnBrk="0" hangingPunct="0">
              <a:defRPr b="1">
                <a:solidFill>
                  <a:schemeClr val="tx1"/>
                </a:solidFill>
                <a:latin typeface="Verdana" pitchFamily="34" charset="0"/>
                <a:cs typeface="Arial" charset="0"/>
              </a:defRPr>
            </a:lvl4pPr>
            <a:lvl5pPr marL="2057400" indent="-228600" eaLnBrk="0" hangingPunct="0">
              <a:defRPr b="1">
                <a:solidFill>
                  <a:schemeClr val="tx1"/>
                </a:solidFill>
                <a:latin typeface="Verdana" pitchFamily="34" charset="0"/>
                <a:cs typeface="Arial" charset="0"/>
              </a:defRPr>
            </a:lvl5pPr>
            <a:lvl6pPr marL="2514600" indent="-228600" eaLnBrk="0" fontAlgn="base" hangingPunct="0">
              <a:spcBef>
                <a:spcPct val="0"/>
              </a:spcBef>
              <a:spcAft>
                <a:spcPct val="0"/>
              </a:spcAft>
              <a:defRPr b="1">
                <a:solidFill>
                  <a:schemeClr val="tx1"/>
                </a:solidFill>
                <a:latin typeface="Verdana" pitchFamily="34" charset="0"/>
                <a:cs typeface="Arial" charset="0"/>
              </a:defRPr>
            </a:lvl6pPr>
            <a:lvl7pPr marL="2971800" indent="-228600" eaLnBrk="0" fontAlgn="base" hangingPunct="0">
              <a:spcBef>
                <a:spcPct val="0"/>
              </a:spcBef>
              <a:spcAft>
                <a:spcPct val="0"/>
              </a:spcAft>
              <a:defRPr b="1">
                <a:solidFill>
                  <a:schemeClr val="tx1"/>
                </a:solidFill>
                <a:latin typeface="Verdana" pitchFamily="34" charset="0"/>
                <a:cs typeface="Arial" charset="0"/>
              </a:defRPr>
            </a:lvl7pPr>
            <a:lvl8pPr marL="3429000" indent="-228600" eaLnBrk="0" fontAlgn="base" hangingPunct="0">
              <a:spcBef>
                <a:spcPct val="0"/>
              </a:spcBef>
              <a:spcAft>
                <a:spcPct val="0"/>
              </a:spcAft>
              <a:defRPr b="1">
                <a:solidFill>
                  <a:schemeClr val="tx1"/>
                </a:solidFill>
                <a:latin typeface="Verdana" pitchFamily="34" charset="0"/>
                <a:cs typeface="Arial" charset="0"/>
              </a:defRPr>
            </a:lvl8pPr>
            <a:lvl9pPr marL="3886200" indent="-228600" eaLnBrk="0" fontAlgn="base" hangingPunct="0">
              <a:spcBef>
                <a:spcPct val="0"/>
              </a:spcBef>
              <a:spcAft>
                <a:spcPct val="0"/>
              </a:spcAft>
              <a:defRPr b="1">
                <a:solidFill>
                  <a:schemeClr val="tx1"/>
                </a:solidFill>
                <a:latin typeface="Verdana" pitchFamily="34" charset="0"/>
                <a:cs typeface="Arial" charset="0"/>
              </a:defRPr>
            </a:lvl9pPr>
          </a:lstStyle>
          <a:p>
            <a:pPr indent="0">
              <a:lnSpc>
                <a:spcPct val="90000"/>
              </a:lnSpc>
              <a:spcBef>
                <a:spcPct val="70000"/>
              </a:spcBef>
              <a:buClr>
                <a:schemeClr val="hlink"/>
              </a:buClr>
              <a:buSzPct val="90000"/>
              <a:defRPr/>
            </a:pPr>
            <a:r>
              <a:rPr lang="en-US" altLang="fr-FR" sz="2000" b="0" dirty="0" err="1"/>
              <a:t>Génération</a:t>
            </a:r>
            <a:r>
              <a:rPr lang="en-US" altLang="fr-FR" sz="2000" b="0" dirty="0"/>
              <a:t>:</a:t>
            </a:r>
          </a:p>
          <a:p>
            <a:pPr>
              <a:lnSpc>
                <a:spcPct val="90000"/>
              </a:lnSpc>
              <a:spcBef>
                <a:spcPct val="70000"/>
              </a:spcBef>
              <a:buClr>
                <a:schemeClr val="hlink"/>
              </a:buClr>
              <a:buSzPct val="90000"/>
              <a:buFontTx/>
              <a:buChar char="•"/>
              <a:defRPr/>
            </a:pPr>
            <a:r>
              <a:rPr lang="en-US" altLang="fr-FR" sz="2000" b="0" dirty="0" err="1"/>
              <a:t>Ajout</a:t>
            </a:r>
            <a:r>
              <a:rPr lang="en-US" altLang="fr-FR" sz="2000" b="0" dirty="0"/>
              <a:t> </a:t>
            </a:r>
            <a:r>
              <a:rPr lang="en-US" altLang="fr-FR" sz="2000" b="0" dirty="0" err="1"/>
              <a:t>d’une</a:t>
            </a:r>
            <a:r>
              <a:rPr lang="en-US" altLang="fr-FR" sz="2000" b="0" dirty="0"/>
              <a:t> </a:t>
            </a:r>
            <a:r>
              <a:rPr lang="en-US" altLang="fr-FR" sz="2000" b="0" dirty="0" err="1"/>
              <a:t>référence</a:t>
            </a:r>
            <a:r>
              <a:rPr lang="en-US" altLang="fr-FR" sz="2000" b="0" dirty="0"/>
              <a:t> de service </a:t>
            </a:r>
            <a:r>
              <a:rPr lang="en-US" altLang="fr-FR" sz="2000" b="0" dirty="0" err="1"/>
              <a:t>dans</a:t>
            </a:r>
            <a:r>
              <a:rPr lang="en-US" altLang="fr-FR" sz="2000" b="0" dirty="0"/>
              <a:t> </a:t>
            </a:r>
            <a:r>
              <a:rPr lang="en-US" altLang="fr-FR" sz="2000" dirty="0"/>
              <a:t>Visual Studio</a:t>
            </a:r>
          </a:p>
          <a:p>
            <a:pPr>
              <a:lnSpc>
                <a:spcPct val="90000"/>
              </a:lnSpc>
              <a:spcBef>
                <a:spcPct val="70000"/>
              </a:spcBef>
              <a:buClr>
                <a:schemeClr val="hlink"/>
              </a:buClr>
              <a:buSzPct val="90000"/>
              <a:buFontTx/>
              <a:buChar char="•"/>
              <a:defRPr/>
            </a:pPr>
            <a:r>
              <a:rPr lang="en-US" altLang="fr-FR" sz="2000" b="0" dirty="0" err="1"/>
              <a:t>Utilisation</a:t>
            </a:r>
            <a:r>
              <a:rPr lang="en-US" altLang="fr-FR" sz="2000" b="0" dirty="0"/>
              <a:t> de </a:t>
            </a:r>
            <a:r>
              <a:rPr lang="en-US" altLang="fr-FR" sz="2000" b="0" dirty="0" err="1"/>
              <a:t>l’utilitaire</a:t>
            </a:r>
            <a:r>
              <a:rPr lang="en-US" altLang="fr-FR" sz="2000" b="0" dirty="0"/>
              <a:t> </a:t>
            </a:r>
            <a:r>
              <a:rPr lang="en-US" altLang="fr-FR" sz="2000" b="0" dirty="0" err="1"/>
              <a:t>ligne</a:t>
            </a:r>
            <a:r>
              <a:rPr lang="en-US" altLang="fr-FR" sz="2000" b="0" dirty="0"/>
              <a:t> de </a:t>
            </a:r>
            <a:r>
              <a:rPr lang="en-US" altLang="fr-FR" sz="2000" b="0" dirty="0" err="1"/>
              <a:t>commande</a:t>
            </a:r>
            <a:r>
              <a:rPr lang="en-US" altLang="fr-FR" sz="2000" b="0" dirty="0"/>
              <a:t> </a:t>
            </a:r>
            <a:r>
              <a:rPr lang="en-US" altLang="fr-FR" sz="2000" dirty="0"/>
              <a:t>dataSvcUtil.exe</a:t>
            </a:r>
            <a:endParaRPr lang="en-US" altLang="fr-FR" dirty="0"/>
          </a:p>
        </p:txBody>
      </p:sp>
      <p:sp>
        <p:nvSpPr>
          <p:cNvPr id="17413" name="AutoShape 4">
            <a:extLst>
              <a:ext uri="{FF2B5EF4-FFF2-40B4-BE49-F238E27FC236}">
                <a16:creationId xmlns:a16="http://schemas.microsoft.com/office/drawing/2014/main" xmlns="" id="{73C32250-BD40-FA20-C59C-67987C8937E1}"/>
              </a:ext>
            </a:extLst>
          </p:cNvPr>
          <p:cNvSpPr>
            <a:spLocks noChangeArrowheads="1"/>
          </p:cNvSpPr>
          <p:nvPr/>
        </p:nvSpPr>
        <p:spPr bwMode="auto">
          <a:xfrm>
            <a:off x="1711325" y="4859212"/>
            <a:ext cx="8769350" cy="1722437"/>
          </a:xfrm>
          <a:prstGeom prst="roundRect">
            <a:avLst>
              <a:gd name="adj" fmla="val 5898"/>
            </a:avLst>
          </a:prstGeom>
          <a:solidFill>
            <a:srgbClr val="BBCDE3"/>
          </a:solidFill>
          <a:ln w="9525" algn="ctr">
            <a:solidFill>
              <a:srgbClr val="333333"/>
            </a:solidFill>
            <a:round/>
            <a:headEnd/>
            <a:tailEnd/>
          </a:ln>
        </p:spPr>
        <p:txBody>
          <a:bodyPr/>
          <a:lstStyle>
            <a:lvl1pPr marL="109538"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buFontTx/>
              <a:buNone/>
            </a:pPr>
            <a:r>
              <a:rPr lang="en-US" altLang="fr-FR"/>
              <a:t>Utilisation:</a:t>
            </a:r>
          </a:p>
        </p:txBody>
      </p:sp>
      <p:sp>
        <p:nvSpPr>
          <p:cNvPr id="17414" name="AutoShape 3">
            <a:extLst>
              <a:ext uri="{FF2B5EF4-FFF2-40B4-BE49-F238E27FC236}">
                <a16:creationId xmlns:a16="http://schemas.microsoft.com/office/drawing/2014/main" xmlns="" id="{5DA23E90-6F53-A39E-16EF-13FF4EFB2758}"/>
              </a:ext>
            </a:extLst>
          </p:cNvPr>
          <p:cNvSpPr>
            <a:spLocks noChangeArrowheads="1"/>
          </p:cNvSpPr>
          <p:nvPr/>
        </p:nvSpPr>
        <p:spPr bwMode="auto">
          <a:xfrm>
            <a:off x="2103438" y="5294186"/>
            <a:ext cx="8080375" cy="143986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AdventureWorksEntities context = new AdventureWorksEntities(new Uri</a:t>
            </a:r>
          </a:p>
          <a:p>
            <a:pPr eaLnBrk="1" hangingPunct="1">
              <a:lnSpc>
                <a:spcPct val="100000"/>
              </a:lnSpc>
              <a:spcBef>
                <a:spcPct val="0"/>
              </a:spcBef>
              <a:buClrTx/>
              <a:buSzTx/>
              <a:buFontTx/>
              <a:buNone/>
            </a:pPr>
            <a:r>
              <a:rPr lang="en-US" altLang="fr-FR" sz="1400">
                <a:latin typeface="Lucida Sans Typewriter" panose="020B0509030504030204" pitchFamily="49" charset="0"/>
              </a:rPr>
              <a:t>    ("http://MyHost/AdventureWorksSite/ProductDataService.svc"));</a:t>
            </a:r>
          </a:p>
          <a:p>
            <a:pPr eaLnBrk="1" hangingPunct="1">
              <a:lnSpc>
                <a:spcPct val="100000"/>
              </a:lnSpc>
              <a:spcBef>
                <a:spcPct val="0"/>
              </a:spcBef>
              <a:buClrTx/>
              <a:buSzTx/>
              <a:buFontTx/>
              <a:buNone/>
            </a:pPr>
            <a:r>
              <a:rPr lang="en-US" altLang="fr-FR" sz="1400">
                <a:latin typeface="Lucida Sans Typewriter" panose="020B0509030504030204" pitchFamily="49" charset="0"/>
              </a:rPr>
              <a:t>foreach (Product product in context.Products)</a:t>
            </a:r>
          </a:p>
          <a:p>
            <a:pPr eaLnBrk="1" hangingPunct="1">
              <a:lnSpc>
                <a:spcPct val="100000"/>
              </a:lnSpc>
              <a:spcBef>
                <a:spcPct val="0"/>
              </a:spcBef>
              <a:buClrTx/>
              <a:buSzTx/>
              <a:buFontTx/>
              <a:buNone/>
            </a:pPr>
            <a:r>
              <a:rPr lang="en-US" altLang="fr-FR" sz="1400">
                <a:latin typeface="Lucida Sans Typewriter" panose="020B0509030504030204" pitchFamily="49" charset="0"/>
              </a:rPr>
              <a:t>{</a:t>
            </a:r>
          </a:p>
          <a:p>
            <a:pPr eaLnBrk="1" hangingPunct="1">
              <a:lnSpc>
                <a:spcPct val="100000"/>
              </a:lnSpc>
              <a:spcBef>
                <a:spcPct val="0"/>
              </a:spcBef>
              <a:buClrTx/>
              <a:buSzTx/>
              <a:buFontTx/>
              <a:buNone/>
            </a:pPr>
            <a:r>
              <a:rPr lang="en-US" altLang="fr-FR" sz="1400">
                <a:latin typeface="Lucida Sans Typewriter" panose="020B0509030504030204" pitchFamily="49" charset="0"/>
              </a:rPr>
              <a:t>    Console.WriteLine(product.Name);</a:t>
            </a:r>
          </a:p>
          <a:p>
            <a:pPr eaLnBrk="1" hangingPunct="1">
              <a:lnSpc>
                <a:spcPct val="100000"/>
              </a:lnSpc>
              <a:spcBef>
                <a:spcPct val="0"/>
              </a:spcBef>
              <a:buClrTx/>
              <a:buSzTx/>
              <a:buFontTx/>
              <a:buNone/>
            </a:pPr>
            <a:r>
              <a:rPr lang="en-US" altLang="fr-FR" sz="1400">
                <a:latin typeface="Lucida Sans Typewriter" panose="020B0509030504030204" pitchFamily="49" charset="0"/>
              </a:rPr>
              <a:t>}</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re 1">
            <a:extLst>
              <a:ext uri="{FF2B5EF4-FFF2-40B4-BE49-F238E27FC236}">
                <a16:creationId xmlns:a16="http://schemas.microsoft.com/office/drawing/2014/main" xmlns="" id="{D3CEFCE1-48D1-4856-D3F9-970B2AE96220}"/>
              </a:ext>
            </a:extLst>
          </p:cNvPr>
          <p:cNvSpPr>
            <a:spLocks noGrp="1"/>
          </p:cNvSpPr>
          <p:nvPr>
            <p:ph type="title"/>
          </p:nvPr>
        </p:nvSpPr>
        <p:spPr>
          <a:xfrm>
            <a:off x="1486094" y="511128"/>
            <a:ext cx="10393178" cy="639294"/>
          </a:xfrm>
        </p:spPr>
        <p:txBody>
          <a:bodyPr/>
          <a:lstStyle/>
          <a:p>
            <a:r>
              <a:rPr lang="fr-FR" altLang="fr-FR"/>
              <a:t>Données non relationnelles</a:t>
            </a:r>
          </a:p>
        </p:txBody>
      </p:sp>
      <p:sp>
        <p:nvSpPr>
          <p:cNvPr id="18435" name="AutoShape 4">
            <a:extLst>
              <a:ext uri="{FF2B5EF4-FFF2-40B4-BE49-F238E27FC236}">
                <a16:creationId xmlns:a16="http://schemas.microsoft.com/office/drawing/2014/main" xmlns="" id="{57412B3E-E64F-A790-DF63-0C70EC5702BD}"/>
              </a:ext>
            </a:extLst>
          </p:cNvPr>
          <p:cNvSpPr>
            <a:spLocks noChangeArrowheads="1"/>
          </p:cNvSpPr>
          <p:nvPr/>
        </p:nvSpPr>
        <p:spPr bwMode="auto">
          <a:xfrm>
            <a:off x="1762918" y="1117550"/>
            <a:ext cx="8666163" cy="5095432"/>
          </a:xfrm>
          <a:prstGeom prst="roundRect">
            <a:avLst>
              <a:gd name="adj" fmla="val 7931"/>
            </a:avLst>
          </a:prstGeom>
          <a:solidFill>
            <a:srgbClr val="BBCDE3"/>
          </a:solidFill>
          <a:ln w="9525" algn="ctr">
            <a:solidFill>
              <a:srgbClr val="333333"/>
            </a:solidFill>
            <a:round/>
            <a:headEnd/>
            <a:tailEnd/>
          </a:ln>
        </p:spPr>
        <p:txBody>
          <a:bodyPr/>
          <a:lstStyle>
            <a:lvl1pPr marL="109538"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a:buFontTx/>
              <a:buNone/>
            </a:pPr>
            <a:endParaRPr lang="en-US" altLang="fr-FR" sz="1800"/>
          </a:p>
        </p:txBody>
      </p:sp>
      <p:graphicFrame>
        <p:nvGraphicFramePr>
          <p:cNvPr id="3" name="Tableau 2">
            <a:extLst>
              <a:ext uri="{FF2B5EF4-FFF2-40B4-BE49-F238E27FC236}">
                <a16:creationId xmlns:a16="http://schemas.microsoft.com/office/drawing/2014/main" xmlns="" id="{4D67EE73-024A-B785-2310-368F87E02A1A}"/>
              </a:ext>
            </a:extLst>
          </p:cNvPr>
          <p:cNvGraphicFramePr>
            <a:graphicFrameLocks noGrp="1"/>
          </p:cNvGraphicFramePr>
          <p:nvPr>
            <p:extLst>
              <p:ext uri="{D42A27DB-BD31-4B8C-83A1-F6EECF244321}">
                <p14:modId xmlns:p14="http://schemas.microsoft.com/office/powerpoint/2010/main" val="1396199689"/>
              </p:ext>
            </p:extLst>
          </p:nvPr>
        </p:nvGraphicFramePr>
        <p:xfrm>
          <a:off x="2136503" y="1132982"/>
          <a:ext cx="7909992" cy="2427580"/>
        </p:xfrm>
        <a:graphic>
          <a:graphicData uri="http://schemas.openxmlformats.org/drawingml/2006/table">
            <a:tbl>
              <a:tblPr/>
              <a:tblGrid>
                <a:gridCol w="1234364">
                  <a:extLst>
                    <a:ext uri="{9D8B030D-6E8A-4147-A177-3AD203B41FA5}">
                      <a16:colId xmlns:a16="http://schemas.microsoft.com/office/drawing/2014/main" xmlns="" val="20000"/>
                    </a:ext>
                  </a:extLst>
                </a:gridCol>
                <a:gridCol w="6675628">
                  <a:extLst>
                    <a:ext uri="{9D8B030D-6E8A-4147-A177-3AD203B41FA5}">
                      <a16:colId xmlns:a16="http://schemas.microsoft.com/office/drawing/2014/main" xmlns="" val="20001"/>
                    </a:ext>
                  </a:extLst>
                </a:gridCol>
              </a:tblGrid>
              <a:tr h="310926">
                <a:tc>
                  <a:txBody>
                    <a:bodyPr/>
                    <a:lstStyle/>
                    <a:p>
                      <a:pPr marL="0" marR="0" algn="ctr" fontAlgn="t">
                        <a:spcBef>
                          <a:spcPts val="0"/>
                        </a:spcBef>
                        <a:spcAft>
                          <a:spcPts val="0"/>
                        </a:spcAft>
                      </a:pPr>
                      <a:r>
                        <a:rPr lang="en-US" sz="1400" b="1" dirty="0" err="1">
                          <a:effectLst/>
                          <a:latin typeface="Verdana"/>
                        </a:rPr>
                        <a:t>DbContext</a:t>
                      </a:r>
                      <a:endParaRPr lang="en-US" sz="1400" dirty="0">
                        <a:effectLst/>
                        <a:latin typeface="Verdana"/>
                      </a:endParaRPr>
                    </a:p>
                  </a:txBody>
                  <a:tcPr marL="50805" marR="50805" marT="50734" marB="50734"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accent6">
                        <a:lumMod val="20000"/>
                        <a:lumOff val="80000"/>
                      </a:schemeClr>
                    </a:solidFill>
                  </a:tcPr>
                </a:tc>
                <a:tc>
                  <a:txBody>
                    <a:bodyPr/>
                    <a:lstStyle/>
                    <a:p>
                      <a:pPr marL="0" marR="0" algn="l" fontAlgn="t">
                        <a:spcBef>
                          <a:spcPts val="0"/>
                        </a:spcBef>
                        <a:spcAft>
                          <a:spcPts val="0"/>
                        </a:spcAft>
                      </a:pPr>
                      <a:r>
                        <a:rPr lang="en-US" sz="1400" dirty="0" err="1">
                          <a:effectLst/>
                          <a:latin typeface="Verdana"/>
                        </a:rPr>
                        <a:t>N’importe</a:t>
                      </a:r>
                      <a:r>
                        <a:rPr lang="en-US" sz="1400" dirty="0">
                          <a:effectLst/>
                          <a:latin typeface="Verdana"/>
                        </a:rPr>
                        <a:t> </a:t>
                      </a:r>
                      <a:r>
                        <a:rPr lang="en-US" sz="1400" dirty="0" err="1">
                          <a:effectLst/>
                          <a:latin typeface="Verdana"/>
                        </a:rPr>
                        <a:t>quelle</a:t>
                      </a:r>
                      <a:r>
                        <a:rPr lang="en-US" sz="1400" dirty="0">
                          <a:effectLst/>
                          <a:latin typeface="Verdana"/>
                        </a:rPr>
                        <a:t> </a:t>
                      </a:r>
                      <a:r>
                        <a:rPr lang="en-US" sz="1400" dirty="0" err="1">
                          <a:effectLst/>
                          <a:latin typeface="Verdana"/>
                        </a:rPr>
                        <a:t>classe</a:t>
                      </a:r>
                      <a:r>
                        <a:rPr lang="en-US" sz="1400" dirty="0">
                          <a:effectLst/>
                          <a:latin typeface="Verdana"/>
                        </a:rPr>
                        <a:t> </a:t>
                      </a:r>
                      <a:r>
                        <a:rPr lang="en-US" sz="1400" b="1" dirty="0">
                          <a:effectLst/>
                          <a:latin typeface="Verdana"/>
                        </a:rPr>
                        <a:t>POCO</a:t>
                      </a:r>
                    </a:p>
                  </a:txBody>
                  <a:tcPr marL="50805" marR="50805" marT="50734" marB="50734"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0"/>
                  </a:ext>
                </a:extLst>
              </a:tr>
              <a:tr h="310926">
                <a:tc>
                  <a:txBody>
                    <a:bodyPr/>
                    <a:lstStyle/>
                    <a:p>
                      <a:pPr marL="0" marR="0" algn="ctr" fontAlgn="t">
                        <a:spcBef>
                          <a:spcPts val="0"/>
                        </a:spcBef>
                        <a:spcAft>
                          <a:spcPts val="0"/>
                        </a:spcAft>
                      </a:pPr>
                      <a:r>
                        <a:rPr lang="en-US" sz="1400" b="1" dirty="0" err="1">
                          <a:effectLst/>
                          <a:latin typeface="Verdana"/>
                        </a:rPr>
                        <a:t>DbSet</a:t>
                      </a:r>
                      <a:endParaRPr lang="en-US" sz="1400" dirty="0">
                        <a:effectLst/>
                        <a:latin typeface="Verdana"/>
                      </a:endParaRPr>
                    </a:p>
                  </a:txBody>
                  <a:tcPr marL="50805" marR="50805" marT="50734" marB="50734"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accent6">
                        <a:lumMod val="20000"/>
                        <a:lumOff val="80000"/>
                      </a:schemeClr>
                    </a:solidFill>
                  </a:tcPr>
                </a:tc>
                <a:tc>
                  <a:txBody>
                    <a:bodyPr/>
                    <a:lstStyle/>
                    <a:p>
                      <a:pPr marL="0" marR="0" algn="l" fontAlgn="t">
                        <a:spcBef>
                          <a:spcPts val="0"/>
                        </a:spcBef>
                        <a:spcAft>
                          <a:spcPts val="0"/>
                        </a:spcAft>
                      </a:pPr>
                      <a:r>
                        <a:rPr lang="en-US" sz="1400" dirty="0" err="1">
                          <a:effectLst/>
                          <a:latin typeface="Verdana"/>
                        </a:rPr>
                        <a:t>Propriétés</a:t>
                      </a:r>
                      <a:r>
                        <a:rPr lang="en-US" sz="1400" dirty="0">
                          <a:effectLst/>
                          <a:latin typeface="Verdana"/>
                        </a:rPr>
                        <a:t> de type</a:t>
                      </a:r>
                      <a:r>
                        <a:rPr lang="en-US" sz="1400" baseline="0" dirty="0">
                          <a:effectLst/>
                          <a:latin typeface="Verdana"/>
                        </a:rPr>
                        <a:t> </a:t>
                      </a:r>
                      <a:r>
                        <a:rPr lang="en-US" sz="1400" b="1" baseline="0" dirty="0" err="1">
                          <a:effectLst/>
                          <a:latin typeface="Verdana"/>
                        </a:rPr>
                        <a:t>IQueryable</a:t>
                      </a:r>
                      <a:r>
                        <a:rPr lang="en-US" sz="1400" b="1" baseline="0" dirty="0">
                          <a:effectLst/>
                          <a:latin typeface="Verdana"/>
                        </a:rPr>
                        <a:t>&lt;T&gt;</a:t>
                      </a:r>
                      <a:endParaRPr lang="en-US" sz="1400" b="1" dirty="0">
                        <a:effectLst/>
                        <a:latin typeface="Verdana"/>
                      </a:endParaRPr>
                    </a:p>
                  </a:txBody>
                  <a:tcPr marL="50805" marR="50805" marT="50734" marB="50734"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1"/>
                  </a:ext>
                </a:extLst>
              </a:tr>
              <a:tr h="310926">
                <a:tc>
                  <a:txBody>
                    <a:bodyPr/>
                    <a:lstStyle/>
                    <a:p>
                      <a:pPr marL="0" marR="0" algn="ctr" fontAlgn="t">
                        <a:spcBef>
                          <a:spcPts val="0"/>
                        </a:spcBef>
                        <a:spcAft>
                          <a:spcPts val="0"/>
                        </a:spcAft>
                      </a:pPr>
                      <a:r>
                        <a:rPr lang="en-US" sz="1400" b="1">
                          <a:effectLst/>
                          <a:latin typeface="Verdana"/>
                        </a:rPr>
                        <a:t>Type</a:t>
                      </a:r>
                      <a:endParaRPr lang="en-US" sz="1400">
                        <a:effectLst/>
                        <a:latin typeface="Verdana"/>
                      </a:endParaRPr>
                    </a:p>
                  </a:txBody>
                  <a:tcPr marL="50805" marR="50805" marT="50734" marB="50734"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accent6">
                        <a:lumMod val="20000"/>
                        <a:lumOff val="80000"/>
                      </a:schemeClr>
                    </a:solidFill>
                  </a:tcPr>
                </a:tc>
                <a:tc>
                  <a:txBody>
                    <a:bodyPr/>
                    <a:lstStyle/>
                    <a:p>
                      <a:pPr marL="0" marR="0" algn="l" fontAlgn="t">
                        <a:spcBef>
                          <a:spcPts val="0"/>
                        </a:spcBef>
                        <a:spcAft>
                          <a:spcPts val="0"/>
                        </a:spcAft>
                      </a:pPr>
                      <a:r>
                        <a:rPr lang="en-US" sz="1400" dirty="0" err="1">
                          <a:effectLst/>
                          <a:latin typeface="Verdana"/>
                        </a:rPr>
                        <a:t>Classe</a:t>
                      </a:r>
                      <a:r>
                        <a:rPr lang="en-US" sz="1400" dirty="0">
                          <a:effectLst/>
                          <a:latin typeface="Verdana"/>
                        </a:rPr>
                        <a:t> </a:t>
                      </a:r>
                      <a:r>
                        <a:rPr lang="en-US" sz="1400" b="1" dirty="0">
                          <a:effectLst/>
                          <a:latin typeface="Verdana"/>
                        </a:rPr>
                        <a:t>POCO</a:t>
                      </a:r>
                    </a:p>
                  </a:txBody>
                  <a:tcPr marL="50805" marR="50805" marT="50734" marB="50734"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2"/>
                  </a:ext>
                </a:extLst>
              </a:tr>
              <a:tr h="310926">
                <a:tc>
                  <a:txBody>
                    <a:bodyPr/>
                    <a:lstStyle/>
                    <a:p>
                      <a:pPr marL="0" marR="0" algn="ctr" fontAlgn="t">
                        <a:spcBef>
                          <a:spcPts val="0"/>
                        </a:spcBef>
                        <a:spcAft>
                          <a:spcPts val="0"/>
                        </a:spcAft>
                      </a:pPr>
                      <a:r>
                        <a:rPr lang="en-US" sz="1400" b="1" dirty="0" err="1">
                          <a:effectLst/>
                          <a:latin typeface="Verdana"/>
                        </a:rPr>
                        <a:t>Clé</a:t>
                      </a:r>
                      <a:endParaRPr lang="en-US" sz="1400" dirty="0">
                        <a:effectLst/>
                        <a:latin typeface="Verdana"/>
                      </a:endParaRPr>
                    </a:p>
                  </a:txBody>
                  <a:tcPr marL="50805" marR="50805" marT="50734" marB="50734"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accent6">
                        <a:lumMod val="20000"/>
                        <a:lumOff val="80000"/>
                      </a:schemeClr>
                    </a:solidFill>
                  </a:tcPr>
                </a:tc>
                <a:tc>
                  <a:txBody>
                    <a:bodyPr/>
                    <a:lstStyle/>
                    <a:p>
                      <a:pPr marL="0" marR="0" algn="l" fontAlgn="t">
                        <a:spcBef>
                          <a:spcPts val="0"/>
                        </a:spcBef>
                        <a:spcAft>
                          <a:spcPts val="0"/>
                        </a:spcAft>
                      </a:pPr>
                      <a:r>
                        <a:rPr lang="en-US" sz="1400" dirty="0" err="1">
                          <a:effectLst/>
                          <a:latin typeface="Verdana"/>
                        </a:rPr>
                        <a:t>Utilisation</a:t>
                      </a:r>
                      <a:r>
                        <a:rPr lang="en-US" sz="1400" dirty="0">
                          <a:effectLst/>
                          <a:latin typeface="Verdana"/>
                        </a:rPr>
                        <a:t> de </a:t>
                      </a:r>
                      <a:r>
                        <a:rPr lang="en-US" sz="1400" dirty="0" err="1">
                          <a:effectLst/>
                          <a:latin typeface="Verdana"/>
                        </a:rPr>
                        <a:t>l’attribut</a:t>
                      </a:r>
                      <a:r>
                        <a:rPr lang="en-US" sz="1400" dirty="0">
                          <a:effectLst/>
                          <a:latin typeface="Verdana"/>
                        </a:rPr>
                        <a:t> </a:t>
                      </a:r>
                      <a:r>
                        <a:rPr lang="en-US" sz="1400" b="1" dirty="0" err="1">
                          <a:effectLst/>
                          <a:latin typeface="Verdana"/>
                        </a:rPr>
                        <a:t>DataServiceKey</a:t>
                      </a:r>
                      <a:r>
                        <a:rPr lang="en-US" sz="1400" dirty="0">
                          <a:effectLst/>
                          <a:latin typeface="Verdana"/>
                        </a:rPr>
                        <a:t> pour identifier</a:t>
                      </a:r>
                      <a:r>
                        <a:rPr lang="en-US" sz="1400" baseline="0" dirty="0">
                          <a:effectLst/>
                          <a:latin typeface="Verdana"/>
                        </a:rPr>
                        <a:t> la </a:t>
                      </a:r>
                      <a:r>
                        <a:rPr lang="en-US" sz="1400" baseline="0" dirty="0" err="1">
                          <a:effectLst/>
                          <a:latin typeface="Verdana"/>
                        </a:rPr>
                        <a:t>clé</a:t>
                      </a:r>
                      <a:r>
                        <a:rPr lang="en-US" sz="1400" baseline="0" dirty="0">
                          <a:effectLst/>
                          <a:latin typeface="Verdana"/>
                        </a:rPr>
                        <a:t> de </a:t>
                      </a:r>
                      <a:r>
                        <a:rPr lang="en-US" sz="1400" baseline="0" dirty="0" err="1">
                          <a:effectLst/>
                          <a:latin typeface="Verdana"/>
                        </a:rPr>
                        <a:t>l’entitée</a:t>
                      </a:r>
                      <a:endParaRPr lang="en-US" sz="1400" dirty="0">
                        <a:effectLst/>
                        <a:latin typeface="Verdana"/>
                      </a:endParaRPr>
                    </a:p>
                  </a:txBody>
                  <a:tcPr marL="50805" marR="50805" marT="50734" marB="50734"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3"/>
                  </a:ext>
                </a:extLst>
              </a:tr>
              <a:tr h="1153789">
                <a:tc>
                  <a:txBody>
                    <a:bodyPr/>
                    <a:lstStyle/>
                    <a:p>
                      <a:pPr marL="0" marR="0" algn="ctr" fontAlgn="t">
                        <a:spcBef>
                          <a:spcPts val="0"/>
                        </a:spcBef>
                        <a:spcAft>
                          <a:spcPts val="0"/>
                        </a:spcAft>
                      </a:pPr>
                      <a:r>
                        <a:rPr lang="en-US" sz="1400" b="1" dirty="0" err="1">
                          <a:effectLst/>
                          <a:latin typeface="Verdana"/>
                        </a:rPr>
                        <a:t>Propriétés</a:t>
                      </a:r>
                      <a:endParaRPr lang="en-US" sz="1400" dirty="0">
                        <a:effectLst/>
                        <a:latin typeface="Verdana"/>
                      </a:endParaRPr>
                    </a:p>
                  </a:txBody>
                  <a:tcPr marL="50805" marR="50805" marT="50734" marB="50734"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accent6">
                        <a:lumMod val="20000"/>
                        <a:lumOff val="80000"/>
                      </a:schemeClr>
                    </a:solidFill>
                  </a:tcPr>
                </a:tc>
                <a:tc>
                  <a:txBody>
                    <a:bodyPr/>
                    <a:lstStyle/>
                    <a:p>
                      <a:pPr marL="285750" marR="0" indent="-285750" algn="l" fontAlgn="t">
                        <a:spcBef>
                          <a:spcPts val="0"/>
                        </a:spcBef>
                        <a:spcAft>
                          <a:spcPts val="0"/>
                        </a:spcAft>
                        <a:buFont typeface="Arial" panose="020B0604020202020204" pitchFamily="34" charset="0"/>
                        <a:buChar char="•"/>
                      </a:pPr>
                      <a:r>
                        <a:rPr lang="en-US" sz="1400" dirty="0">
                          <a:effectLst/>
                          <a:latin typeface="Verdana"/>
                        </a:rPr>
                        <a:t>Les types </a:t>
                      </a:r>
                      <a:r>
                        <a:rPr lang="en-US" sz="1400" dirty="0" err="1">
                          <a:effectLst/>
                          <a:latin typeface="Verdana"/>
                        </a:rPr>
                        <a:t>primitifs</a:t>
                      </a:r>
                      <a:r>
                        <a:rPr lang="en-US" sz="1400" baseline="0" dirty="0">
                          <a:effectLst/>
                          <a:latin typeface="Verdana"/>
                        </a:rPr>
                        <a:t> </a:t>
                      </a:r>
                      <a:r>
                        <a:rPr lang="en-US" sz="1400" baseline="0" dirty="0" err="1">
                          <a:effectLst/>
                          <a:latin typeface="Verdana"/>
                        </a:rPr>
                        <a:t>sont</a:t>
                      </a:r>
                      <a:r>
                        <a:rPr lang="en-US" sz="1400" baseline="0" dirty="0">
                          <a:effectLst/>
                          <a:latin typeface="Verdana"/>
                        </a:rPr>
                        <a:t> </a:t>
                      </a:r>
                      <a:r>
                        <a:rPr lang="en-US" sz="1400" baseline="0" dirty="0" err="1">
                          <a:effectLst/>
                          <a:latin typeface="Verdana"/>
                        </a:rPr>
                        <a:t>traités</a:t>
                      </a:r>
                      <a:r>
                        <a:rPr lang="en-US" sz="1400" baseline="0" dirty="0">
                          <a:effectLst/>
                          <a:latin typeface="Verdana"/>
                        </a:rPr>
                        <a:t> </a:t>
                      </a:r>
                      <a:r>
                        <a:rPr lang="en-US" sz="1400" baseline="0" dirty="0" err="1">
                          <a:effectLst/>
                          <a:latin typeface="Verdana"/>
                        </a:rPr>
                        <a:t>comme</a:t>
                      </a:r>
                      <a:r>
                        <a:rPr lang="en-US" sz="1400" baseline="0" dirty="0">
                          <a:effectLst/>
                          <a:latin typeface="Verdana"/>
                        </a:rPr>
                        <a:t> </a:t>
                      </a:r>
                      <a:r>
                        <a:rPr lang="en-US" sz="1400" baseline="0" dirty="0" err="1">
                          <a:effectLst/>
                          <a:latin typeface="Verdana"/>
                        </a:rPr>
                        <a:t>propriétés</a:t>
                      </a:r>
                      <a:r>
                        <a:rPr lang="en-US" sz="1400" baseline="0" dirty="0">
                          <a:effectLst/>
                          <a:latin typeface="Verdana"/>
                        </a:rPr>
                        <a:t> </a:t>
                      </a:r>
                      <a:r>
                        <a:rPr lang="en-US" sz="1400" baseline="0" dirty="0" err="1">
                          <a:effectLst/>
                          <a:latin typeface="Verdana"/>
                        </a:rPr>
                        <a:t>d’entité</a:t>
                      </a:r>
                      <a:endParaRPr lang="en-US" sz="1400" baseline="0" dirty="0">
                        <a:effectLst/>
                        <a:latin typeface="Verdana"/>
                      </a:endParaRPr>
                    </a:p>
                    <a:p>
                      <a:pPr marL="285750" marR="0" indent="-285750" algn="l" fontAlgn="t">
                        <a:spcBef>
                          <a:spcPts val="0"/>
                        </a:spcBef>
                        <a:spcAft>
                          <a:spcPts val="0"/>
                        </a:spcAft>
                        <a:buFont typeface="Arial" panose="020B0604020202020204" pitchFamily="34" charset="0"/>
                        <a:buChar char="•"/>
                      </a:pPr>
                      <a:r>
                        <a:rPr lang="en-US" sz="1400" baseline="0" dirty="0">
                          <a:effectLst/>
                          <a:latin typeface="Verdana"/>
                        </a:rPr>
                        <a:t>Les types </a:t>
                      </a:r>
                      <a:r>
                        <a:rPr lang="en-US" sz="1400" baseline="0" dirty="0" err="1">
                          <a:effectLst/>
                          <a:latin typeface="Verdana"/>
                        </a:rPr>
                        <a:t>entités</a:t>
                      </a:r>
                      <a:r>
                        <a:rPr lang="en-US" sz="1400" baseline="0" dirty="0">
                          <a:effectLst/>
                          <a:latin typeface="Verdana"/>
                        </a:rPr>
                        <a:t> </a:t>
                      </a:r>
                      <a:r>
                        <a:rPr lang="en-US" sz="1400" baseline="0" dirty="0" err="1">
                          <a:effectLst/>
                          <a:latin typeface="Verdana"/>
                        </a:rPr>
                        <a:t>sont</a:t>
                      </a:r>
                      <a:r>
                        <a:rPr lang="en-US" sz="1400" baseline="0" dirty="0">
                          <a:effectLst/>
                          <a:latin typeface="Verdana"/>
                        </a:rPr>
                        <a:t> </a:t>
                      </a:r>
                      <a:r>
                        <a:rPr lang="en-US" sz="1400" baseline="0" dirty="0" err="1">
                          <a:effectLst/>
                          <a:latin typeface="Verdana"/>
                        </a:rPr>
                        <a:t>traités</a:t>
                      </a:r>
                      <a:r>
                        <a:rPr lang="en-US" sz="1400" baseline="0" dirty="0">
                          <a:effectLst/>
                          <a:latin typeface="Verdana"/>
                        </a:rPr>
                        <a:t> </a:t>
                      </a:r>
                      <a:r>
                        <a:rPr lang="en-US" sz="1400" baseline="0" dirty="0" err="1">
                          <a:effectLst/>
                          <a:latin typeface="Verdana"/>
                        </a:rPr>
                        <a:t>comme</a:t>
                      </a:r>
                      <a:r>
                        <a:rPr lang="en-US" sz="1400" baseline="0" dirty="0">
                          <a:effectLst/>
                          <a:latin typeface="Verdana"/>
                        </a:rPr>
                        <a:t> </a:t>
                      </a:r>
                      <a:r>
                        <a:rPr lang="en-US" sz="1400" baseline="0" dirty="0" err="1">
                          <a:effectLst/>
                          <a:latin typeface="Verdana"/>
                        </a:rPr>
                        <a:t>l’extrémité</a:t>
                      </a:r>
                      <a:r>
                        <a:rPr lang="en-US" sz="1400" baseline="0" dirty="0">
                          <a:effectLst/>
                          <a:latin typeface="Verdana"/>
                        </a:rPr>
                        <a:t> 1 </a:t>
                      </a:r>
                      <a:r>
                        <a:rPr lang="en-US" sz="1400" baseline="0" dirty="0" err="1">
                          <a:effectLst/>
                          <a:latin typeface="Verdana"/>
                        </a:rPr>
                        <a:t>d’une</a:t>
                      </a:r>
                      <a:r>
                        <a:rPr lang="en-US" sz="1400" baseline="0" dirty="0">
                          <a:effectLst/>
                          <a:latin typeface="Verdana"/>
                        </a:rPr>
                        <a:t> relation 1-N </a:t>
                      </a:r>
                      <a:r>
                        <a:rPr lang="en-US" sz="1400" baseline="0" dirty="0" err="1">
                          <a:effectLst/>
                          <a:latin typeface="Verdana"/>
                        </a:rPr>
                        <a:t>ou</a:t>
                      </a:r>
                      <a:r>
                        <a:rPr lang="en-US" sz="1400" baseline="0" dirty="0">
                          <a:effectLst/>
                          <a:latin typeface="Verdana"/>
                        </a:rPr>
                        <a:t> 1-1</a:t>
                      </a:r>
                    </a:p>
                    <a:p>
                      <a:pPr marL="285750" marR="0" indent="-285750" algn="l" fontAlgn="t">
                        <a:spcBef>
                          <a:spcPts val="0"/>
                        </a:spcBef>
                        <a:spcAft>
                          <a:spcPts val="0"/>
                        </a:spcAft>
                        <a:buFont typeface="Arial" panose="020B0604020202020204" pitchFamily="34" charset="0"/>
                        <a:buChar char="•"/>
                      </a:pPr>
                      <a:r>
                        <a:rPr lang="en-US" sz="1400" baseline="0" dirty="0">
                          <a:effectLst/>
                          <a:latin typeface="Verdana"/>
                        </a:rPr>
                        <a:t>Les types </a:t>
                      </a:r>
                      <a:r>
                        <a:rPr lang="en-US" sz="1400" baseline="0" dirty="0" err="1">
                          <a:effectLst/>
                          <a:latin typeface="Verdana"/>
                        </a:rPr>
                        <a:t>IEnumerable</a:t>
                      </a:r>
                      <a:r>
                        <a:rPr lang="en-US" sz="1400" baseline="0" dirty="0">
                          <a:effectLst/>
                          <a:latin typeface="Verdana"/>
                        </a:rPr>
                        <a:t> </a:t>
                      </a:r>
                      <a:r>
                        <a:rPr lang="en-US" sz="1400" baseline="0" dirty="0" err="1">
                          <a:effectLst/>
                          <a:latin typeface="Verdana"/>
                        </a:rPr>
                        <a:t>sont</a:t>
                      </a:r>
                      <a:r>
                        <a:rPr lang="en-US" sz="1400" baseline="0" dirty="0">
                          <a:effectLst/>
                          <a:latin typeface="Verdana"/>
                        </a:rPr>
                        <a:t> </a:t>
                      </a:r>
                      <a:r>
                        <a:rPr lang="en-US" sz="1400" baseline="0" dirty="0" err="1">
                          <a:effectLst/>
                          <a:latin typeface="Verdana"/>
                        </a:rPr>
                        <a:t>traités</a:t>
                      </a:r>
                      <a:r>
                        <a:rPr lang="en-US" sz="1400" baseline="0" dirty="0">
                          <a:effectLst/>
                          <a:latin typeface="Verdana"/>
                        </a:rPr>
                        <a:t> </a:t>
                      </a:r>
                      <a:r>
                        <a:rPr lang="en-US" sz="1400" baseline="0" dirty="0" err="1">
                          <a:effectLst/>
                          <a:latin typeface="Verdana"/>
                        </a:rPr>
                        <a:t>comme</a:t>
                      </a:r>
                      <a:r>
                        <a:rPr lang="en-US" sz="1400" baseline="0" dirty="0">
                          <a:effectLst/>
                          <a:latin typeface="Verdana"/>
                        </a:rPr>
                        <a:t> </a:t>
                      </a:r>
                      <a:r>
                        <a:rPr lang="en-US" sz="1400" baseline="0" dirty="0" err="1">
                          <a:effectLst/>
                          <a:latin typeface="Verdana"/>
                        </a:rPr>
                        <a:t>l’extrémité</a:t>
                      </a:r>
                      <a:r>
                        <a:rPr lang="en-US" sz="1400" baseline="0" dirty="0">
                          <a:effectLst/>
                          <a:latin typeface="Verdana"/>
                        </a:rPr>
                        <a:t> N </a:t>
                      </a:r>
                      <a:r>
                        <a:rPr lang="en-US" sz="1400" baseline="0" dirty="0" err="1">
                          <a:effectLst/>
                          <a:latin typeface="Verdana"/>
                        </a:rPr>
                        <a:t>d’une</a:t>
                      </a:r>
                      <a:r>
                        <a:rPr lang="en-US" sz="1400" baseline="0" dirty="0">
                          <a:effectLst/>
                          <a:latin typeface="Verdana"/>
                        </a:rPr>
                        <a:t> relation 1-N </a:t>
                      </a:r>
                      <a:r>
                        <a:rPr lang="en-US" sz="1400" baseline="0" dirty="0" err="1">
                          <a:effectLst/>
                          <a:latin typeface="Verdana"/>
                        </a:rPr>
                        <a:t>ou</a:t>
                      </a:r>
                      <a:r>
                        <a:rPr lang="en-US" sz="1400" baseline="0" dirty="0">
                          <a:effectLst/>
                          <a:latin typeface="Verdana"/>
                        </a:rPr>
                        <a:t> N-N</a:t>
                      </a:r>
                      <a:endParaRPr lang="en-US" sz="1400" dirty="0">
                        <a:effectLst/>
                        <a:latin typeface="Verdana"/>
                      </a:endParaRPr>
                    </a:p>
                  </a:txBody>
                  <a:tcPr marL="50805" marR="50805" marT="50734" marB="50734"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0004"/>
                  </a:ext>
                </a:extLst>
              </a:tr>
            </a:tbl>
          </a:graphicData>
        </a:graphic>
      </p:graphicFrame>
      <p:sp>
        <p:nvSpPr>
          <p:cNvPr id="18456" name="AutoShape 3">
            <a:extLst>
              <a:ext uri="{FF2B5EF4-FFF2-40B4-BE49-F238E27FC236}">
                <a16:creationId xmlns:a16="http://schemas.microsoft.com/office/drawing/2014/main" xmlns="" id="{8DB5B3F4-DBC8-5DC0-4939-68984B4610A2}"/>
              </a:ext>
            </a:extLst>
          </p:cNvPr>
          <p:cNvSpPr>
            <a:spLocks noChangeArrowheads="1"/>
          </p:cNvSpPr>
          <p:nvPr/>
        </p:nvSpPr>
        <p:spPr bwMode="auto">
          <a:xfrm>
            <a:off x="2051845" y="3570424"/>
            <a:ext cx="7909993" cy="3228796"/>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dirty="0">
                <a:latin typeface="Lucida Sans Typewriter" panose="020B0509030504030204" pitchFamily="49" charset="0"/>
              </a:rPr>
              <a:t>public class </a:t>
            </a:r>
            <a:r>
              <a:rPr lang="en-US" altLang="fr-FR" sz="1400" dirty="0" err="1">
                <a:latin typeface="Lucida Sans Typewriter" panose="020B0509030504030204" pitchFamily="49" charset="0"/>
              </a:rPr>
              <a:t>AdventureWorksContext</a:t>
            </a:r>
            <a:r>
              <a:rPr lang="en-US" altLang="fr-FR" sz="1400" dirty="0">
                <a:latin typeface="Lucida Sans Typewriter" panose="020B0509030504030204" pitchFamily="49" charset="0"/>
              </a:rPr>
              <a:t>{</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static </a:t>
            </a:r>
            <a:r>
              <a:rPr lang="en-US" altLang="fr-FR" sz="1400" dirty="0" err="1">
                <a:latin typeface="Lucida Sans Typewriter" panose="020B0509030504030204" pitchFamily="49" charset="0"/>
              </a:rPr>
              <a:t>AdventureWorksContext</a:t>
            </a:r>
            <a:r>
              <a:rPr lang="en-US" altLang="fr-FR" sz="1400" dirty="0">
                <a:latin typeface="Lucida Sans Typewriter" panose="020B0509030504030204" pitchFamily="49" charset="0"/>
              </a:rPr>
              <a:t>(){</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contacts = new List&lt;Contact&gt; () {…};</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a:t>
            </a:r>
            <a:r>
              <a:rPr lang="en-US" altLang="fr-FR" sz="1400" dirty="0" err="1">
                <a:latin typeface="Lucida Sans Typewriter" panose="020B0509030504030204" pitchFamily="49" charset="0"/>
              </a:rPr>
              <a:t>rewardsClaimed</a:t>
            </a:r>
            <a:r>
              <a:rPr lang="en-US" altLang="fr-FR" sz="1400" dirty="0">
                <a:latin typeface="Lucida Sans Typewriter" panose="020B0509030504030204" pitchFamily="49" charset="0"/>
              </a:rPr>
              <a:t> = new List&lt;</a:t>
            </a:r>
            <a:r>
              <a:rPr lang="en-US" altLang="fr-FR" sz="1400" dirty="0" err="1">
                <a:latin typeface="Lucida Sans Typewriter" panose="020B0509030504030204" pitchFamily="49" charset="0"/>
              </a:rPr>
              <a:t>RewardClaimed</a:t>
            </a:r>
            <a:r>
              <a:rPr lang="en-US" altLang="fr-FR" sz="1400" dirty="0">
                <a:latin typeface="Lucida Sans Typewriter" panose="020B0509030504030204" pitchFamily="49" charset="0"/>
              </a:rPr>
              <a:t>&gt; () {…};</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static List&lt;Contact&gt; contacts;</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static List&lt;</a:t>
            </a:r>
            <a:r>
              <a:rPr lang="en-US" altLang="fr-FR" sz="1400" dirty="0" err="1">
                <a:latin typeface="Lucida Sans Typewriter" panose="020B0509030504030204" pitchFamily="49" charset="0"/>
              </a:rPr>
              <a:t>RewardClaimed</a:t>
            </a:r>
            <a:r>
              <a:rPr lang="en-US" altLang="fr-FR" sz="1400" dirty="0">
                <a:latin typeface="Lucida Sans Typewriter" panose="020B0509030504030204" pitchFamily="49" charset="0"/>
              </a:rPr>
              <a:t>&gt; </a:t>
            </a:r>
            <a:r>
              <a:rPr lang="en-US" altLang="fr-FR" sz="1400" dirty="0" err="1">
                <a:latin typeface="Lucida Sans Typewriter" panose="020B0509030504030204" pitchFamily="49" charset="0"/>
              </a:rPr>
              <a:t>rewardsClaimed</a:t>
            </a:r>
            <a:r>
              <a:rPr lang="en-US" altLang="fr-FR" sz="1400" dirty="0">
                <a:latin typeface="Lucida Sans Typewriter" panose="020B0509030504030204" pitchFamily="49" charset="0"/>
              </a:rPr>
              <a:t>; </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public </a:t>
            </a:r>
            <a:r>
              <a:rPr lang="en-US" altLang="fr-FR" sz="1400" dirty="0" err="1">
                <a:latin typeface="Lucida Sans Typewriter" panose="020B0509030504030204" pitchFamily="49" charset="0"/>
              </a:rPr>
              <a:t>IQueryable</a:t>
            </a:r>
            <a:r>
              <a:rPr lang="en-US" altLang="fr-FR" sz="1400" dirty="0">
                <a:latin typeface="Lucida Sans Typewriter" panose="020B0509030504030204" pitchFamily="49" charset="0"/>
              </a:rPr>
              <a:t>&lt;Contact&gt; Contacts </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=&gt; return </a:t>
            </a:r>
            <a:r>
              <a:rPr lang="en-US" altLang="fr-FR" sz="1400" dirty="0" err="1">
                <a:latin typeface="Lucida Sans Typewriter" panose="020B0509030504030204" pitchFamily="49" charset="0"/>
              </a:rPr>
              <a:t>contacts.AsQueryable</a:t>
            </a:r>
            <a:r>
              <a:rPr lang="en-US" altLang="fr-FR" sz="1400" dirty="0">
                <a:latin typeface="Lucida Sans Typewriter" panose="020B0509030504030204" pitchFamily="49" charset="0"/>
              </a:rPr>
              <a:t>(); </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public </a:t>
            </a:r>
            <a:r>
              <a:rPr lang="en-US" altLang="fr-FR" sz="1400" dirty="0" err="1">
                <a:latin typeface="Lucida Sans Typewriter" panose="020B0509030504030204" pitchFamily="49" charset="0"/>
              </a:rPr>
              <a:t>IQueryable</a:t>
            </a:r>
            <a:r>
              <a:rPr lang="en-US" altLang="fr-FR" sz="1400" dirty="0">
                <a:latin typeface="Lucida Sans Typewriter" panose="020B0509030504030204" pitchFamily="49" charset="0"/>
              </a:rPr>
              <a:t>&lt;</a:t>
            </a:r>
            <a:r>
              <a:rPr lang="en-US" altLang="fr-FR" sz="1400" dirty="0" err="1">
                <a:latin typeface="Lucida Sans Typewriter" panose="020B0509030504030204" pitchFamily="49" charset="0"/>
              </a:rPr>
              <a:t>RewardClaimed</a:t>
            </a:r>
            <a:r>
              <a:rPr lang="en-US" altLang="fr-FR" sz="1400" dirty="0">
                <a:latin typeface="Lucida Sans Typewriter" panose="020B0509030504030204" pitchFamily="49" charset="0"/>
              </a:rPr>
              <a:t>&gt; </a:t>
            </a:r>
            <a:r>
              <a:rPr lang="en-US" altLang="fr-FR" sz="1400" dirty="0" err="1">
                <a:latin typeface="Lucida Sans Typewriter" panose="020B0509030504030204" pitchFamily="49" charset="0"/>
              </a:rPr>
              <a:t>RewardsClaimed</a:t>
            </a:r>
            <a:r>
              <a:rPr lang="en-US" altLang="fr-FR" sz="1400" dirty="0">
                <a:latin typeface="Lucida Sans Typewriter" panose="020B0509030504030204" pitchFamily="49" charset="0"/>
              </a:rPr>
              <a:t> </a:t>
            </a:r>
          </a:p>
          <a:p>
            <a:pPr eaLnBrk="1" hangingPunct="1">
              <a:lnSpc>
                <a:spcPct val="100000"/>
              </a:lnSpc>
              <a:spcBef>
                <a:spcPct val="0"/>
              </a:spcBef>
              <a:buClrTx/>
              <a:buSzTx/>
              <a:buFontTx/>
              <a:buNone/>
            </a:pPr>
            <a:r>
              <a:rPr lang="en-US" altLang="fr-FR" sz="1400" dirty="0">
                <a:latin typeface="Lucida Sans Typewriter" panose="020B0509030504030204" pitchFamily="49" charset="0"/>
              </a:rPr>
              <a:t>		=&gt; return </a:t>
            </a:r>
            <a:r>
              <a:rPr lang="en-US" altLang="fr-FR" sz="1400" dirty="0" err="1">
                <a:latin typeface="Lucida Sans Typewriter" panose="020B0509030504030204" pitchFamily="49" charset="0"/>
              </a:rPr>
              <a:t>rewardsClaimed.AsQueryable</a:t>
            </a:r>
            <a:r>
              <a:rPr lang="en-US" altLang="fr-FR" sz="1400" dirty="0">
                <a:latin typeface="Lucida Sans Typewriter" panose="020B0509030504030204" pitchFamily="49" charset="0"/>
              </a:rPr>
              <a:t>();</a:t>
            </a:r>
          </a:p>
          <a:p>
            <a:pPr eaLnBrk="1" hangingPunct="1">
              <a:lnSpc>
                <a:spcPct val="100000"/>
              </a:lnSpc>
              <a:spcBef>
                <a:spcPct val="0"/>
              </a:spcBef>
              <a:buClrTx/>
              <a:buSzTx/>
              <a:buFontTx/>
              <a:buNone/>
            </a:pPr>
            <a:r>
              <a:rPr lang="en-US" altLang="fr-FR" sz="1400" dirty="0">
                <a:latin typeface="Lucida Sans Typewriter" panose="020B0509030504030204" pitchFamily="49" charset="0"/>
              </a:rPr>
              <a:t>}</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xmlns="" id="{98A4C013-5575-6894-5396-8960C3EC07CB}"/>
              </a:ext>
            </a:extLst>
          </p:cNvPr>
          <p:cNvSpPr>
            <a:spLocks noGrp="1" noChangeArrowheads="1"/>
          </p:cNvSpPr>
          <p:nvPr>
            <p:ph type="body" sz="quarter" idx="12"/>
          </p:nvPr>
        </p:nvSpPr>
        <p:spPr/>
        <p:txBody>
          <a:bodyPr/>
          <a:lstStyle/>
          <a:p>
            <a:pPr eaLnBrk="1" hangingPunct="1"/>
            <a:r>
              <a:rPr lang="fr-FR" altLang="fr-FR"/>
              <a:t>ASP.NET Web API</a:t>
            </a:r>
          </a:p>
          <a:p>
            <a:pPr eaLnBrk="1" hangingPunct="1"/>
            <a:r>
              <a:rPr lang="fr-FR" altLang="fr-FR"/>
              <a:t>Création du service Web API</a:t>
            </a:r>
          </a:p>
          <a:p>
            <a:pPr eaLnBrk="1" hangingPunct="1"/>
            <a:r>
              <a:rPr lang="fr-FR" altLang="fr-FR"/>
              <a:t>Utilisation en application .NET (ApiController)</a:t>
            </a:r>
          </a:p>
          <a:p>
            <a:pPr eaLnBrk="1" hangingPunct="1"/>
            <a:r>
              <a:rPr lang="fr-FR" altLang="fr-FR"/>
              <a:t>Utilisation en application .NET (ODataController)</a:t>
            </a:r>
          </a:p>
          <a:p>
            <a:pPr eaLnBrk="1" hangingPunct="1"/>
            <a:r>
              <a:rPr lang="fr-FR" altLang="fr-FR"/>
              <a:t>Utilisation côté client</a:t>
            </a:r>
          </a:p>
        </p:txBody>
      </p:sp>
      <p:sp>
        <p:nvSpPr>
          <p:cNvPr id="19458" name="Rectangle 2">
            <a:extLst>
              <a:ext uri="{FF2B5EF4-FFF2-40B4-BE49-F238E27FC236}">
                <a16:creationId xmlns:a16="http://schemas.microsoft.com/office/drawing/2014/main" xmlns="" id="{D1F0F493-8783-7A33-A45F-D0ECD7B7BE3A}"/>
              </a:ext>
            </a:extLst>
          </p:cNvPr>
          <p:cNvSpPr>
            <a:spLocks noGrp="1" noChangeArrowheads="1"/>
          </p:cNvSpPr>
          <p:nvPr>
            <p:ph type="title"/>
          </p:nvPr>
        </p:nvSpPr>
        <p:spPr/>
        <p:txBody>
          <a:bodyPr/>
          <a:lstStyle/>
          <a:p>
            <a:pPr eaLnBrk="1" hangingPunct="1"/>
            <a:r>
              <a:rPr lang="fr-FR" altLang="fr-FR"/>
              <a:t>Leçon 3: Les services Web API</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6">
            <a:extLst>
              <a:ext uri="{FF2B5EF4-FFF2-40B4-BE49-F238E27FC236}">
                <a16:creationId xmlns:a16="http://schemas.microsoft.com/office/drawing/2014/main" xmlns="" id="{7A4E8ECA-45F1-7981-BF91-27917154767E}"/>
              </a:ext>
            </a:extLst>
          </p:cNvPr>
          <p:cNvSpPr>
            <a:spLocks noGrp="1"/>
          </p:cNvSpPr>
          <p:nvPr>
            <p:ph type="title"/>
          </p:nvPr>
        </p:nvSpPr>
        <p:spPr/>
        <p:txBody>
          <a:bodyPr/>
          <a:lstStyle/>
          <a:p>
            <a:pPr eaLnBrk="1" hangingPunct="1"/>
            <a:r>
              <a:rPr lang="fr-FR" altLang="fr-FR"/>
              <a:t>ASP.NET Web API</a:t>
            </a:r>
          </a:p>
        </p:txBody>
      </p:sp>
      <p:sp>
        <p:nvSpPr>
          <p:cNvPr id="20483" name="AutoShape 140">
            <a:extLst>
              <a:ext uri="{FF2B5EF4-FFF2-40B4-BE49-F238E27FC236}">
                <a16:creationId xmlns:a16="http://schemas.microsoft.com/office/drawing/2014/main" xmlns="" id="{5EC6E859-3EC1-CE1B-3079-2B3A090E7681}"/>
              </a:ext>
            </a:extLst>
          </p:cNvPr>
          <p:cNvSpPr>
            <a:spLocks noChangeArrowheads="1"/>
          </p:cNvSpPr>
          <p:nvPr/>
        </p:nvSpPr>
        <p:spPr bwMode="auto">
          <a:xfrm>
            <a:off x="2301939" y="1360189"/>
            <a:ext cx="7727950" cy="4897437"/>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2200"/>
          </a:p>
        </p:txBody>
      </p:sp>
      <p:sp>
        <p:nvSpPr>
          <p:cNvPr id="19" name="Rounded Rectangle 12">
            <a:extLst>
              <a:ext uri="{FF2B5EF4-FFF2-40B4-BE49-F238E27FC236}">
                <a16:creationId xmlns:a16="http://schemas.microsoft.com/office/drawing/2014/main" xmlns="" id="{A962D78C-F705-F265-074C-6EB1A6D026AF}"/>
              </a:ext>
            </a:extLst>
          </p:cNvPr>
          <p:cNvSpPr>
            <a:spLocks noChangeArrowheads="1"/>
          </p:cNvSpPr>
          <p:nvPr/>
        </p:nvSpPr>
        <p:spPr bwMode="auto">
          <a:xfrm>
            <a:off x="2555939" y="1593551"/>
            <a:ext cx="7307262" cy="14255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ormAutofit lnSpcReduction="10000"/>
          </a:bodyPr>
          <a:lstStyle>
            <a:lvl1pPr indent="4763"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lnSpc>
                <a:spcPct val="100000"/>
              </a:lnSpc>
              <a:spcBef>
                <a:spcPct val="0"/>
              </a:spcBef>
              <a:buClrTx/>
              <a:buSzPct val="80000"/>
              <a:buFontTx/>
              <a:buNone/>
              <a:defRPr/>
            </a:pPr>
            <a:r>
              <a:rPr lang="fr-FR" altLang="fr-FR" sz="1800" dirty="0">
                <a:cs typeface="Arial" charset="0"/>
              </a:rPr>
              <a:t>Conçu indépendamment de IIS, peut être utilisé en dehors de ce serveur Web via OWIN Self Host </a:t>
            </a:r>
          </a:p>
          <a:p>
            <a:pPr eaLnBrk="1" hangingPunct="1">
              <a:lnSpc>
                <a:spcPct val="100000"/>
              </a:lnSpc>
              <a:spcBef>
                <a:spcPct val="0"/>
              </a:spcBef>
              <a:buClrTx/>
              <a:buSzPct val="80000"/>
              <a:buFontTx/>
              <a:buNone/>
              <a:defRPr/>
            </a:pPr>
            <a:endParaRPr lang="en-US" altLang="fr-FR" sz="1800" dirty="0">
              <a:cs typeface="Arial" charset="0"/>
            </a:endParaRPr>
          </a:p>
          <a:p>
            <a:pPr eaLnBrk="1" hangingPunct="1">
              <a:lnSpc>
                <a:spcPct val="100000"/>
              </a:lnSpc>
              <a:spcBef>
                <a:spcPct val="0"/>
              </a:spcBef>
              <a:buClrTx/>
              <a:buSzPct val="80000"/>
              <a:buFontTx/>
              <a:buNone/>
              <a:defRPr/>
            </a:pPr>
            <a:r>
              <a:rPr lang="en-US" altLang="fr-FR" sz="1800" i="1" dirty="0">
                <a:cs typeface="Arial" charset="0"/>
              </a:rPr>
              <a:t>Open Web Interface for .NET </a:t>
            </a:r>
            <a:r>
              <a:rPr lang="en-US" altLang="fr-FR" sz="1800" dirty="0">
                <a:cs typeface="Arial" charset="0"/>
              </a:rPr>
              <a:t>: standard </a:t>
            </a:r>
            <a:r>
              <a:rPr lang="en-US" altLang="fr-FR" sz="1800" dirty="0" err="1">
                <a:cs typeface="Arial" charset="0"/>
              </a:rPr>
              <a:t>définissant</a:t>
            </a:r>
            <a:r>
              <a:rPr lang="en-US" altLang="fr-FR" sz="1800" dirty="0">
                <a:cs typeface="Arial" charset="0"/>
              </a:rPr>
              <a:t> </a:t>
            </a:r>
            <a:r>
              <a:rPr lang="en-US" altLang="fr-FR" sz="1800" dirty="0" err="1">
                <a:cs typeface="Arial" charset="0"/>
              </a:rPr>
              <a:t>une</a:t>
            </a:r>
            <a:r>
              <a:rPr lang="en-US" altLang="fr-FR" sz="1800" dirty="0">
                <a:cs typeface="Arial" charset="0"/>
              </a:rPr>
              <a:t> </a:t>
            </a:r>
            <a:r>
              <a:rPr lang="en-US" altLang="fr-FR" sz="1800" dirty="0" err="1">
                <a:cs typeface="Arial" charset="0"/>
              </a:rPr>
              <a:t>couche</a:t>
            </a:r>
            <a:r>
              <a:rPr lang="en-US" altLang="fr-FR" sz="1800" dirty="0">
                <a:cs typeface="Arial" charset="0"/>
              </a:rPr>
              <a:t> </a:t>
            </a:r>
            <a:r>
              <a:rPr lang="en-US" altLang="fr-FR" sz="1800" dirty="0" err="1">
                <a:cs typeface="Arial" charset="0"/>
              </a:rPr>
              <a:t>d’abstraction</a:t>
            </a:r>
            <a:r>
              <a:rPr lang="en-US" altLang="fr-FR" sz="1800" dirty="0">
                <a:cs typeface="Arial" charset="0"/>
              </a:rPr>
              <a:t> entre applications et </a:t>
            </a:r>
            <a:r>
              <a:rPr lang="en-US" altLang="fr-FR" sz="1800" dirty="0" err="1">
                <a:cs typeface="Arial" charset="0"/>
              </a:rPr>
              <a:t>serveur</a:t>
            </a:r>
            <a:endParaRPr lang="en-GB" altLang="fr-FR" sz="1800" dirty="0">
              <a:cs typeface="Arial" charset="0"/>
            </a:endParaRPr>
          </a:p>
          <a:p>
            <a:pPr eaLnBrk="1" hangingPunct="1">
              <a:lnSpc>
                <a:spcPct val="100000"/>
              </a:lnSpc>
              <a:spcBef>
                <a:spcPct val="0"/>
              </a:spcBef>
              <a:buClrTx/>
              <a:buSzPct val="80000"/>
              <a:buFontTx/>
              <a:buNone/>
              <a:defRPr/>
            </a:pPr>
            <a:endParaRPr lang="fr-FR" altLang="fr-FR" sz="1800" dirty="0">
              <a:cs typeface="Arial" charset="0"/>
            </a:endParaRPr>
          </a:p>
        </p:txBody>
      </p:sp>
      <p:sp>
        <p:nvSpPr>
          <p:cNvPr id="21" name="Rounded Rectangle 12">
            <a:extLst>
              <a:ext uri="{FF2B5EF4-FFF2-40B4-BE49-F238E27FC236}">
                <a16:creationId xmlns:a16="http://schemas.microsoft.com/office/drawing/2014/main" xmlns="" id="{B3B7E4B3-1A25-EF85-0ECD-403BE1C569D3}"/>
              </a:ext>
            </a:extLst>
          </p:cNvPr>
          <p:cNvSpPr>
            <a:spLocks noChangeArrowheads="1"/>
          </p:cNvSpPr>
          <p:nvPr/>
        </p:nvSpPr>
        <p:spPr bwMode="auto">
          <a:xfrm>
            <a:off x="2555939" y="3222325"/>
            <a:ext cx="7307262" cy="749300"/>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normAutofit fontScale="92500"/>
          </a:bodyPr>
          <a:lstStyle>
            <a:lvl1pPr indent="4763" eaLnBrk="0" hangingPunct="0">
              <a:lnSpc>
                <a:spcPct val="90000"/>
              </a:lnSpc>
              <a:spcBef>
                <a:spcPct val="70000"/>
              </a:spcBef>
              <a:buClr>
                <a:schemeClr val="hlink"/>
              </a:buClr>
              <a:buSzPct val="90000"/>
              <a:buChar char="•"/>
              <a:defRPr sz="2000">
                <a:solidFill>
                  <a:schemeClr val="tx1"/>
                </a:solidFill>
                <a:latin typeface="Verdana" pitchFamily="34" charset="0"/>
              </a:defRPr>
            </a:lvl1pPr>
            <a:lvl2pPr marL="742950" indent="-285750" eaLnBrk="0" hangingPunct="0">
              <a:lnSpc>
                <a:spcPct val="90000"/>
              </a:lnSpc>
              <a:spcBef>
                <a:spcPct val="70000"/>
              </a:spcBef>
              <a:buClr>
                <a:schemeClr val="hlink"/>
              </a:buClr>
              <a:buSzPct val="80000"/>
              <a:buFont typeface="Wingdings" pitchFamily="2" charset="2"/>
              <a:buChar char="§"/>
              <a:defRPr>
                <a:solidFill>
                  <a:schemeClr val="tx1"/>
                </a:solidFill>
                <a:latin typeface="Verdana"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itchFamily="34" charset="0"/>
              </a:defRPr>
            </a:lvl9pPr>
          </a:lstStyle>
          <a:p>
            <a:pPr eaLnBrk="1" hangingPunct="1">
              <a:lnSpc>
                <a:spcPct val="100000"/>
              </a:lnSpc>
              <a:spcBef>
                <a:spcPct val="0"/>
              </a:spcBef>
              <a:buClrTx/>
              <a:buSzPct val="80000"/>
              <a:buFontTx/>
              <a:buNone/>
              <a:defRPr/>
            </a:pPr>
            <a:r>
              <a:rPr lang="en-GB" altLang="fr-FR" sz="1800" dirty="0">
                <a:cs typeface="Arial" charset="0"/>
              </a:rPr>
              <a:t>Framework </a:t>
            </a:r>
            <a:r>
              <a:rPr lang="en-GB" altLang="fr-FR" sz="1800" dirty="0" err="1">
                <a:cs typeface="Arial" charset="0"/>
              </a:rPr>
              <a:t>intégré</a:t>
            </a:r>
            <a:r>
              <a:rPr lang="en-GB" altLang="fr-FR" sz="1800" dirty="0">
                <a:cs typeface="Arial" charset="0"/>
              </a:rPr>
              <a:t> à ASP.NET MVC </a:t>
            </a:r>
            <a:r>
              <a:rPr lang="en-GB" altLang="fr-FR" sz="1800" dirty="0" err="1">
                <a:cs typeface="Arial" charset="0"/>
              </a:rPr>
              <a:t>depuis</a:t>
            </a:r>
            <a:r>
              <a:rPr lang="en-GB" altLang="fr-FR" sz="1800" dirty="0">
                <a:cs typeface="Arial" charset="0"/>
              </a:rPr>
              <a:t> la version 4 et </a:t>
            </a:r>
            <a:r>
              <a:rPr lang="en-GB" altLang="fr-FR" sz="1800" dirty="0" err="1">
                <a:cs typeface="Arial" charset="0"/>
              </a:rPr>
              <a:t>fusionne</a:t>
            </a:r>
            <a:r>
              <a:rPr lang="en-GB" altLang="fr-FR" sz="1800" dirty="0">
                <a:cs typeface="Arial" charset="0"/>
              </a:rPr>
              <a:t> </a:t>
            </a:r>
            <a:r>
              <a:rPr lang="en-GB" altLang="fr-FR" sz="1800" dirty="0" err="1">
                <a:cs typeface="Arial" charset="0"/>
              </a:rPr>
              <a:t>complétement</a:t>
            </a:r>
            <a:r>
              <a:rPr lang="en-GB" altLang="fr-FR" sz="1800" dirty="0">
                <a:cs typeface="Arial" charset="0"/>
              </a:rPr>
              <a:t> avec le version 6 (ASP.NET MVC Core) </a:t>
            </a:r>
          </a:p>
        </p:txBody>
      </p:sp>
      <p:sp>
        <p:nvSpPr>
          <p:cNvPr id="20486" name="Rounded Rectangle 12">
            <a:extLst>
              <a:ext uri="{FF2B5EF4-FFF2-40B4-BE49-F238E27FC236}">
                <a16:creationId xmlns:a16="http://schemas.microsoft.com/office/drawing/2014/main" xmlns="" id="{D952C99C-9560-3EA1-B97A-E55BAA8DE359}"/>
              </a:ext>
            </a:extLst>
          </p:cNvPr>
          <p:cNvSpPr>
            <a:spLocks noChangeArrowheads="1"/>
          </p:cNvSpPr>
          <p:nvPr/>
        </p:nvSpPr>
        <p:spPr bwMode="auto">
          <a:xfrm>
            <a:off x="2555939" y="4222450"/>
            <a:ext cx="7307262" cy="749300"/>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GB" altLang="fr-FR" sz="1800"/>
              <a:t>RESTful</a:t>
            </a:r>
          </a:p>
        </p:txBody>
      </p:sp>
      <p:sp>
        <p:nvSpPr>
          <p:cNvPr id="20487" name="Rounded Rectangle 12">
            <a:extLst>
              <a:ext uri="{FF2B5EF4-FFF2-40B4-BE49-F238E27FC236}">
                <a16:creationId xmlns:a16="http://schemas.microsoft.com/office/drawing/2014/main" xmlns="" id="{13263DBF-DBEF-3DCD-D31C-4F7EBCB65D8B}"/>
              </a:ext>
            </a:extLst>
          </p:cNvPr>
          <p:cNvSpPr>
            <a:spLocks noChangeArrowheads="1"/>
          </p:cNvSpPr>
          <p:nvPr/>
        </p:nvSpPr>
        <p:spPr bwMode="auto">
          <a:xfrm>
            <a:off x="2555939" y="5225750"/>
            <a:ext cx="7307262" cy="749300"/>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GB" altLang="fr-FR" sz="1800"/>
              <a:t>Support natif du JSON, XML avec possibilité d’extension pour la prise en charge d’autres formats</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6">
            <a:extLst>
              <a:ext uri="{FF2B5EF4-FFF2-40B4-BE49-F238E27FC236}">
                <a16:creationId xmlns:a16="http://schemas.microsoft.com/office/drawing/2014/main" xmlns="" id="{12C81601-F8CA-3F86-FF38-F0FD01AC5E2B}"/>
              </a:ext>
            </a:extLst>
          </p:cNvPr>
          <p:cNvSpPr>
            <a:spLocks noGrp="1"/>
          </p:cNvSpPr>
          <p:nvPr>
            <p:ph type="title"/>
          </p:nvPr>
        </p:nvSpPr>
        <p:spPr/>
        <p:txBody>
          <a:bodyPr/>
          <a:lstStyle/>
          <a:p>
            <a:pPr eaLnBrk="1" hangingPunct="1"/>
            <a:r>
              <a:rPr lang="fr-FR" altLang="fr-FR"/>
              <a:t>Création du service Web API</a:t>
            </a:r>
          </a:p>
        </p:txBody>
      </p:sp>
      <p:sp>
        <p:nvSpPr>
          <p:cNvPr id="21507" name="AutoShape 140">
            <a:extLst>
              <a:ext uri="{FF2B5EF4-FFF2-40B4-BE49-F238E27FC236}">
                <a16:creationId xmlns:a16="http://schemas.microsoft.com/office/drawing/2014/main" xmlns="" id="{D5D12034-A771-E9B5-E29F-93BFB0C57841}"/>
              </a:ext>
            </a:extLst>
          </p:cNvPr>
          <p:cNvSpPr>
            <a:spLocks noChangeArrowheads="1"/>
          </p:cNvSpPr>
          <p:nvPr/>
        </p:nvSpPr>
        <p:spPr bwMode="auto">
          <a:xfrm>
            <a:off x="2232025" y="1239668"/>
            <a:ext cx="7727950" cy="5029200"/>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2200"/>
          </a:p>
        </p:txBody>
      </p:sp>
      <p:sp>
        <p:nvSpPr>
          <p:cNvPr id="21508" name="Rounded Rectangle 12">
            <a:extLst>
              <a:ext uri="{FF2B5EF4-FFF2-40B4-BE49-F238E27FC236}">
                <a16:creationId xmlns:a16="http://schemas.microsoft.com/office/drawing/2014/main" xmlns="" id="{0C12E072-95E3-A047-D9F9-3FA69F5C64D8}"/>
              </a:ext>
            </a:extLst>
          </p:cNvPr>
          <p:cNvSpPr>
            <a:spLocks noChangeArrowheads="1"/>
          </p:cNvSpPr>
          <p:nvPr/>
        </p:nvSpPr>
        <p:spPr bwMode="auto">
          <a:xfrm>
            <a:off x="2063751" y="1473030"/>
            <a:ext cx="8086725" cy="774700"/>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fr-FR" altLang="fr-FR" sz="1800"/>
              <a:t>Création d’un projet d’Application Web ASP.NET:</a:t>
            </a:r>
          </a:p>
          <a:p>
            <a:pPr eaLnBrk="1" hangingPunct="1">
              <a:lnSpc>
                <a:spcPct val="100000"/>
              </a:lnSpc>
              <a:spcBef>
                <a:spcPct val="0"/>
              </a:spcBef>
              <a:buClrTx/>
              <a:buSzPct val="80000"/>
              <a:buFont typeface="Wingdings" panose="05000000000000000000" pitchFamily="2" charset="2"/>
              <a:buChar char="Ø"/>
            </a:pPr>
            <a:r>
              <a:rPr lang="fr-FR" altLang="fr-FR" sz="1800"/>
              <a:t> Modèle Vide avec dossiers et références de base Web API</a:t>
            </a:r>
            <a:endParaRPr lang="en-GB" altLang="fr-FR" sz="1800"/>
          </a:p>
          <a:p>
            <a:pPr eaLnBrk="1" hangingPunct="1">
              <a:lnSpc>
                <a:spcPct val="100000"/>
              </a:lnSpc>
              <a:spcBef>
                <a:spcPct val="0"/>
              </a:spcBef>
              <a:buClrTx/>
              <a:buSzPct val="80000"/>
              <a:buFontTx/>
              <a:buNone/>
            </a:pPr>
            <a:endParaRPr lang="fr-FR" altLang="fr-FR" sz="1800"/>
          </a:p>
        </p:txBody>
      </p:sp>
      <p:sp>
        <p:nvSpPr>
          <p:cNvPr id="21509" name="Rounded Rectangle 12">
            <a:extLst>
              <a:ext uri="{FF2B5EF4-FFF2-40B4-BE49-F238E27FC236}">
                <a16:creationId xmlns:a16="http://schemas.microsoft.com/office/drawing/2014/main" xmlns="" id="{A9F7C338-50EE-DFA3-6C7A-80D04FC8F5AB}"/>
              </a:ext>
            </a:extLst>
          </p:cNvPr>
          <p:cNvSpPr>
            <a:spLocks noChangeArrowheads="1"/>
          </p:cNvSpPr>
          <p:nvPr/>
        </p:nvSpPr>
        <p:spPr bwMode="auto">
          <a:xfrm>
            <a:off x="2063751" y="2506493"/>
            <a:ext cx="8086725" cy="749300"/>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GB" altLang="fr-FR" sz="1800"/>
              <a:t>Ajout du modèle de données Entity Framework au dossier Model</a:t>
            </a:r>
          </a:p>
        </p:txBody>
      </p:sp>
      <p:sp>
        <p:nvSpPr>
          <p:cNvPr id="21510" name="Rounded Rectangle 12">
            <a:extLst>
              <a:ext uri="{FF2B5EF4-FFF2-40B4-BE49-F238E27FC236}">
                <a16:creationId xmlns:a16="http://schemas.microsoft.com/office/drawing/2014/main" xmlns="" id="{C09B9D7D-C59F-28C5-7434-D2A5003E1A54}"/>
              </a:ext>
            </a:extLst>
          </p:cNvPr>
          <p:cNvSpPr>
            <a:spLocks noChangeArrowheads="1"/>
          </p:cNvSpPr>
          <p:nvPr/>
        </p:nvSpPr>
        <p:spPr bwMode="auto">
          <a:xfrm>
            <a:off x="2063751" y="3595519"/>
            <a:ext cx="8086725" cy="245268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GB" altLang="fr-FR" sz="1800"/>
              <a:t>Ajout d’un nouveau contrôleur au dossier Controller:</a:t>
            </a:r>
          </a:p>
          <a:p>
            <a:pPr eaLnBrk="1" hangingPunct="1">
              <a:lnSpc>
                <a:spcPct val="100000"/>
              </a:lnSpc>
              <a:spcBef>
                <a:spcPct val="0"/>
              </a:spcBef>
              <a:buClrTx/>
              <a:buSzPct val="80000"/>
              <a:buFontTx/>
              <a:buNone/>
            </a:pPr>
            <a:endParaRPr lang="en-GB" altLang="fr-FR" sz="1800"/>
          </a:p>
          <a:p>
            <a:pPr eaLnBrk="1" hangingPunct="1">
              <a:lnSpc>
                <a:spcPct val="100000"/>
              </a:lnSpc>
              <a:spcBef>
                <a:spcPct val="0"/>
              </a:spcBef>
              <a:buClrTx/>
              <a:buSzPct val="80000"/>
            </a:pPr>
            <a:r>
              <a:rPr lang="en-GB" altLang="fr-FR" sz="1800"/>
              <a:t> Contrôleur Web API 2 : hérite de la classe ApiController</a:t>
            </a:r>
          </a:p>
          <a:p>
            <a:pPr lvl="1" eaLnBrk="1" hangingPunct="1">
              <a:lnSpc>
                <a:spcPct val="100000"/>
              </a:lnSpc>
              <a:spcBef>
                <a:spcPct val="0"/>
              </a:spcBef>
              <a:buClrTx/>
              <a:buFont typeface="Wingdings" panose="05000000000000000000" pitchFamily="2" charset="2"/>
              <a:buChar char="Ø"/>
            </a:pPr>
            <a:r>
              <a:rPr lang="en-GB" altLang="fr-FR"/>
              <a:t> Similaire aux contrôleurs ASP.NET MVC</a:t>
            </a:r>
          </a:p>
          <a:p>
            <a:pPr eaLnBrk="1" hangingPunct="1">
              <a:lnSpc>
                <a:spcPct val="100000"/>
              </a:lnSpc>
              <a:spcBef>
                <a:spcPct val="0"/>
              </a:spcBef>
              <a:buClrTx/>
              <a:buFontTx/>
              <a:buNone/>
            </a:pPr>
            <a:endParaRPr lang="en-GB" altLang="fr-FR"/>
          </a:p>
          <a:p>
            <a:pPr eaLnBrk="1" hangingPunct="1">
              <a:lnSpc>
                <a:spcPct val="100000"/>
              </a:lnSpc>
              <a:spcBef>
                <a:spcPct val="0"/>
              </a:spcBef>
              <a:buClrTx/>
            </a:pPr>
            <a:r>
              <a:rPr lang="en-GB" altLang="fr-FR"/>
              <a:t> </a:t>
            </a:r>
            <a:r>
              <a:rPr lang="en-GB" altLang="fr-FR" sz="1800"/>
              <a:t>Contrôleur Web API 2 Odata : hérite de la classe ODataController</a:t>
            </a:r>
          </a:p>
          <a:p>
            <a:pPr lvl="1" eaLnBrk="1" hangingPunct="1">
              <a:lnSpc>
                <a:spcPct val="100000"/>
              </a:lnSpc>
              <a:spcBef>
                <a:spcPct val="0"/>
              </a:spcBef>
              <a:buClrTx/>
              <a:buFont typeface="Wingdings" panose="05000000000000000000" pitchFamily="2" charset="2"/>
              <a:buChar char="Ø"/>
            </a:pPr>
            <a:r>
              <a:rPr lang="en-GB" altLang="fr-FR" sz="1600"/>
              <a:t> </a:t>
            </a:r>
            <a:r>
              <a:rPr lang="en-GB" altLang="fr-FR"/>
              <a:t>Similaire aux services de données WCF</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6">
            <a:extLst>
              <a:ext uri="{FF2B5EF4-FFF2-40B4-BE49-F238E27FC236}">
                <a16:creationId xmlns:a16="http://schemas.microsoft.com/office/drawing/2014/main" xmlns="" id="{B10F025F-1DE5-16B4-1095-69DD0A6D3D3D}"/>
              </a:ext>
            </a:extLst>
          </p:cNvPr>
          <p:cNvSpPr>
            <a:spLocks noGrp="1"/>
          </p:cNvSpPr>
          <p:nvPr>
            <p:ph type="title"/>
          </p:nvPr>
        </p:nvSpPr>
        <p:spPr/>
        <p:txBody>
          <a:bodyPr/>
          <a:lstStyle/>
          <a:p>
            <a:pPr eaLnBrk="1" hangingPunct="1"/>
            <a:r>
              <a:rPr lang="fr-FR" altLang="fr-FR"/>
              <a:t>Routage</a:t>
            </a:r>
          </a:p>
        </p:txBody>
      </p:sp>
      <p:sp>
        <p:nvSpPr>
          <p:cNvPr id="22531" name="AutoShape 140">
            <a:extLst>
              <a:ext uri="{FF2B5EF4-FFF2-40B4-BE49-F238E27FC236}">
                <a16:creationId xmlns:a16="http://schemas.microsoft.com/office/drawing/2014/main" xmlns="" id="{4E359FB1-8C55-2DB9-1902-15D47643AF96}"/>
              </a:ext>
            </a:extLst>
          </p:cNvPr>
          <p:cNvSpPr>
            <a:spLocks noChangeArrowheads="1"/>
          </p:cNvSpPr>
          <p:nvPr/>
        </p:nvSpPr>
        <p:spPr bwMode="auto">
          <a:xfrm>
            <a:off x="2301939" y="1379031"/>
            <a:ext cx="7727950" cy="3690937"/>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2200"/>
          </a:p>
          <a:p>
            <a:pPr eaLnBrk="1" hangingPunct="1">
              <a:lnSpc>
                <a:spcPct val="100000"/>
              </a:lnSpc>
              <a:spcBef>
                <a:spcPct val="0"/>
              </a:spcBef>
              <a:buClrTx/>
              <a:buSzTx/>
              <a:buFontTx/>
              <a:buNone/>
            </a:pPr>
            <a:endParaRPr lang="en-US" altLang="fr-FR" sz="2200"/>
          </a:p>
          <a:p>
            <a:pPr eaLnBrk="1" hangingPunct="1">
              <a:lnSpc>
                <a:spcPct val="100000"/>
              </a:lnSpc>
              <a:spcBef>
                <a:spcPct val="0"/>
              </a:spcBef>
              <a:buClrTx/>
              <a:buSzTx/>
              <a:buFontTx/>
              <a:buNone/>
            </a:pPr>
            <a:endParaRPr lang="en-US" altLang="fr-FR" sz="2200"/>
          </a:p>
          <a:p>
            <a:pPr eaLnBrk="1" hangingPunct="1">
              <a:lnSpc>
                <a:spcPct val="100000"/>
              </a:lnSpc>
              <a:spcBef>
                <a:spcPct val="0"/>
              </a:spcBef>
              <a:buClrTx/>
              <a:buSzTx/>
              <a:buFontTx/>
              <a:buNone/>
            </a:pPr>
            <a:r>
              <a:rPr lang="en-US" altLang="fr-FR"/>
              <a:t>ApiController:</a:t>
            </a:r>
          </a:p>
          <a:p>
            <a:pPr eaLnBrk="1" hangingPunct="1">
              <a:lnSpc>
                <a:spcPct val="100000"/>
              </a:lnSpc>
              <a:spcBef>
                <a:spcPct val="0"/>
              </a:spcBef>
              <a:buClrTx/>
              <a:buSzTx/>
              <a:buFontTx/>
              <a:buNone/>
            </a:pPr>
            <a:endParaRPr lang="en-US" altLang="fr-FR"/>
          </a:p>
          <a:p>
            <a:pPr eaLnBrk="1" hangingPunct="1">
              <a:lnSpc>
                <a:spcPct val="100000"/>
              </a:lnSpc>
              <a:spcBef>
                <a:spcPct val="0"/>
              </a:spcBef>
              <a:buClrTx/>
              <a:buSzTx/>
              <a:buFontTx/>
              <a:buNone/>
            </a:pPr>
            <a:endParaRPr lang="en-US" altLang="fr-FR"/>
          </a:p>
          <a:p>
            <a:pPr eaLnBrk="1" hangingPunct="1">
              <a:lnSpc>
                <a:spcPct val="100000"/>
              </a:lnSpc>
              <a:spcBef>
                <a:spcPct val="0"/>
              </a:spcBef>
              <a:buClrTx/>
              <a:buSzTx/>
              <a:buFontTx/>
              <a:buNone/>
            </a:pPr>
            <a:endParaRPr lang="en-US" altLang="fr-FR"/>
          </a:p>
          <a:p>
            <a:pPr eaLnBrk="1" hangingPunct="1">
              <a:lnSpc>
                <a:spcPct val="100000"/>
              </a:lnSpc>
              <a:spcBef>
                <a:spcPct val="0"/>
              </a:spcBef>
              <a:buClrTx/>
              <a:buSzTx/>
              <a:buFontTx/>
              <a:buNone/>
            </a:pPr>
            <a:r>
              <a:rPr lang="en-US" altLang="fr-FR"/>
              <a:t>ODataController:</a:t>
            </a:r>
          </a:p>
        </p:txBody>
      </p:sp>
      <p:sp>
        <p:nvSpPr>
          <p:cNvPr id="22532" name="Rounded Rectangle 12">
            <a:extLst>
              <a:ext uri="{FF2B5EF4-FFF2-40B4-BE49-F238E27FC236}">
                <a16:creationId xmlns:a16="http://schemas.microsoft.com/office/drawing/2014/main" xmlns="" id="{507B7D38-AD33-1271-D6E3-62BD0321E0FB}"/>
              </a:ext>
            </a:extLst>
          </p:cNvPr>
          <p:cNvSpPr>
            <a:spLocks noChangeArrowheads="1"/>
          </p:cNvSpPr>
          <p:nvPr/>
        </p:nvSpPr>
        <p:spPr bwMode="auto">
          <a:xfrm>
            <a:off x="2555939" y="1556831"/>
            <a:ext cx="7307262" cy="8032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fr-FR" altLang="fr-FR" sz="1800"/>
              <a:t>Règle définissant quel contrôleur invoquer en fonction de l’adresse demandée par le client</a:t>
            </a:r>
          </a:p>
        </p:txBody>
      </p:sp>
      <p:sp>
        <p:nvSpPr>
          <p:cNvPr id="22533" name="Rounded Rectangle 12">
            <a:extLst>
              <a:ext uri="{FF2B5EF4-FFF2-40B4-BE49-F238E27FC236}">
                <a16:creationId xmlns:a16="http://schemas.microsoft.com/office/drawing/2014/main" xmlns="" id="{FA9A951D-D12A-44E6-F6C2-FDD07067F40E}"/>
              </a:ext>
            </a:extLst>
          </p:cNvPr>
          <p:cNvSpPr>
            <a:spLocks noChangeArrowheads="1"/>
          </p:cNvSpPr>
          <p:nvPr/>
        </p:nvSpPr>
        <p:spPr bwMode="auto">
          <a:xfrm>
            <a:off x="2555939" y="2866517"/>
            <a:ext cx="7307262" cy="749300"/>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GB" altLang="fr-FR" sz="1800"/>
              <a:t>/api/{controller}/id</a:t>
            </a:r>
          </a:p>
        </p:txBody>
      </p:sp>
      <p:sp>
        <p:nvSpPr>
          <p:cNvPr id="22534" name="Rounded Rectangle 12">
            <a:extLst>
              <a:ext uri="{FF2B5EF4-FFF2-40B4-BE49-F238E27FC236}">
                <a16:creationId xmlns:a16="http://schemas.microsoft.com/office/drawing/2014/main" xmlns="" id="{943DCCB9-18AF-1DF5-EB30-5100D7FE942E}"/>
              </a:ext>
            </a:extLst>
          </p:cNvPr>
          <p:cNvSpPr>
            <a:spLocks noChangeArrowheads="1"/>
          </p:cNvSpPr>
          <p:nvPr/>
        </p:nvSpPr>
        <p:spPr bwMode="auto">
          <a:xfrm>
            <a:off x="2555939" y="4120642"/>
            <a:ext cx="7307262" cy="749300"/>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GB" altLang="fr-FR" sz="1800"/>
              <a:t>/odata/entity </a:t>
            </a:r>
          </a:p>
        </p:txBody>
      </p:sp>
      <p:sp>
        <p:nvSpPr>
          <p:cNvPr id="22535" name="Rounded Rectangle 12">
            <a:extLst>
              <a:ext uri="{FF2B5EF4-FFF2-40B4-BE49-F238E27FC236}">
                <a16:creationId xmlns:a16="http://schemas.microsoft.com/office/drawing/2014/main" xmlns="" id="{8E16BE8D-B7AA-BEE1-3509-29A67B9DB765}"/>
              </a:ext>
            </a:extLst>
          </p:cNvPr>
          <p:cNvSpPr>
            <a:spLocks noChangeArrowheads="1"/>
          </p:cNvSpPr>
          <p:nvPr/>
        </p:nvSpPr>
        <p:spPr bwMode="auto">
          <a:xfrm>
            <a:off x="2301939" y="5312855"/>
            <a:ext cx="7727950" cy="1420812"/>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GB" altLang="fr-FR" sz="1800"/>
              <a:t>Le choix de l’action à invoquer est déterminé par des règles de routage spécifique, par un préfixe de nom ou par un attribut </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AutoShape 140">
            <a:extLst>
              <a:ext uri="{FF2B5EF4-FFF2-40B4-BE49-F238E27FC236}">
                <a16:creationId xmlns:a16="http://schemas.microsoft.com/office/drawing/2014/main" xmlns="" id="{275561D7-BA51-3FC8-DCCB-6810B2D001EC}"/>
              </a:ext>
            </a:extLst>
          </p:cNvPr>
          <p:cNvSpPr>
            <a:spLocks noChangeArrowheads="1"/>
          </p:cNvSpPr>
          <p:nvPr/>
        </p:nvSpPr>
        <p:spPr bwMode="auto">
          <a:xfrm>
            <a:off x="2329053" y="1389444"/>
            <a:ext cx="7793038" cy="4056062"/>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2200"/>
          </a:p>
        </p:txBody>
      </p:sp>
      <p:sp>
        <p:nvSpPr>
          <p:cNvPr id="23555" name="Title 6">
            <a:extLst>
              <a:ext uri="{FF2B5EF4-FFF2-40B4-BE49-F238E27FC236}">
                <a16:creationId xmlns:a16="http://schemas.microsoft.com/office/drawing/2014/main" xmlns="" id="{5AFC024A-5D6D-EBE6-56BE-439B7AFE7033}"/>
              </a:ext>
            </a:extLst>
          </p:cNvPr>
          <p:cNvSpPr>
            <a:spLocks noGrp="1"/>
          </p:cNvSpPr>
          <p:nvPr>
            <p:ph type="title"/>
          </p:nvPr>
        </p:nvSpPr>
        <p:spPr/>
        <p:txBody>
          <a:bodyPr/>
          <a:lstStyle/>
          <a:p>
            <a:pPr eaLnBrk="1" hangingPunct="1"/>
            <a:r>
              <a:rPr lang="fr-FR" altLang="fr-FR"/>
              <a:t>Utilisation en application .NET (ApiController)</a:t>
            </a:r>
          </a:p>
        </p:txBody>
      </p:sp>
      <p:sp>
        <p:nvSpPr>
          <p:cNvPr id="23556" name="Rounded Rectangle 24">
            <a:extLst>
              <a:ext uri="{FF2B5EF4-FFF2-40B4-BE49-F238E27FC236}">
                <a16:creationId xmlns:a16="http://schemas.microsoft.com/office/drawing/2014/main" xmlns="" id="{CE97404F-879A-2E23-7DD3-9F66E8D65473}"/>
              </a:ext>
            </a:extLst>
          </p:cNvPr>
          <p:cNvSpPr>
            <a:spLocks noChangeArrowheads="1"/>
          </p:cNvSpPr>
          <p:nvPr/>
        </p:nvSpPr>
        <p:spPr bwMode="auto">
          <a:xfrm>
            <a:off x="2144904" y="1464056"/>
            <a:ext cx="8189913" cy="952500"/>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Il n’existe pas de fichier de définition du service, il n’est donc pas possible d’utiliser les fonctionnalités de génération de proxy de Visual Studio</a:t>
            </a:r>
            <a:endParaRPr lang="en-GB" altLang="fr-FR" sz="1800"/>
          </a:p>
        </p:txBody>
      </p:sp>
      <p:sp>
        <p:nvSpPr>
          <p:cNvPr id="23557" name="Rounded Rectangle 25">
            <a:extLst>
              <a:ext uri="{FF2B5EF4-FFF2-40B4-BE49-F238E27FC236}">
                <a16:creationId xmlns:a16="http://schemas.microsoft.com/office/drawing/2014/main" xmlns="" id="{052193BE-6243-64E2-ADEA-B70638B6952B}"/>
              </a:ext>
            </a:extLst>
          </p:cNvPr>
          <p:cNvSpPr>
            <a:spLocks noChangeArrowheads="1"/>
          </p:cNvSpPr>
          <p:nvPr/>
        </p:nvSpPr>
        <p:spPr bwMode="auto">
          <a:xfrm>
            <a:off x="2144904" y="2575307"/>
            <a:ext cx="8189913" cy="765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Client .NET: utilisation de la bibliothèque Microsoft.AspNet.WebApi.Client</a:t>
            </a:r>
            <a:endParaRPr lang="en-GB" altLang="fr-FR" sz="1800"/>
          </a:p>
        </p:txBody>
      </p:sp>
      <p:sp>
        <p:nvSpPr>
          <p:cNvPr id="23558" name="AutoShape 3">
            <a:extLst>
              <a:ext uri="{FF2B5EF4-FFF2-40B4-BE49-F238E27FC236}">
                <a16:creationId xmlns:a16="http://schemas.microsoft.com/office/drawing/2014/main" xmlns="" id="{1FB8A3D5-9574-341A-C7A2-A6DEAA459FD4}"/>
              </a:ext>
            </a:extLst>
          </p:cNvPr>
          <p:cNvSpPr>
            <a:spLocks noChangeArrowheads="1"/>
          </p:cNvSpPr>
          <p:nvPr/>
        </p:nvSpPr>
        <p:spPr bwMode="auto">
          <a:xfrm>
            <a:off x="2070292" y="3302382"/>
            <a:ext cx="8339137" cy="3171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using (var client = new HttpClient()){</a:t>
            </a:r>
          </a:p>
          <a:p>
            <a:pPr eaLnBrk="1" hangingPunct="1">
              <a:lnSpc>
                <a:spcPct val="100000"/>
              </a:lnSpc>
              <a:spcBef>
                <a:spcPct val="0"/>
              </a:spcBef>
              <a:buClrTx/>
              <a:buSzTx/>
              <a:buFontTx/>
              <a:buNone/>
            </a:pPr>
            <a:r>
              <a:rPr lang="en-US" altLang="fr-FR" sz="1400">
                <a:latin typeface="Lucida Sans Typewriter" panose="020B0509030504030204" pitchFamily="49" charset="0"/>
              </a:rPr>
              <a:t>    client.BaseAddress = new Uri("http://localhost:9000/");</a:t>
            </a:r>
          </a:p>
          <a:p>
            <a:pPr eaLnBrk="1" hangingPunct="1">
              <a:lnSpc>
                <a:spcPct val="100000"/>
              </a:lnSpc>
              <a:spcBef>
                <a:spcPct val="0"/>
              </a:spcBef>
              <a:buClrTx/>
              <a:buSzTx/>
              <a:buFontTx/>
              <a:buNone/>
            </a:pPr>
            <a:r>
              <a:rPr lang="en-US" altLang="fr-FR" sz="1400">
                <a:latin typeface="Lucida Sans Typewriter" panose="020B0509030504030204" pitchFamily="49" charset="0"/>
              </a:rPr>
              <a:t>    client.DefaultRequestHeaders.Accept.Clear();</a:t>
            </a:r>
          </a:p>
          <a:p>
            <a:pPr eaLnBrk="1" hangingPunct="1">
              <a:lnSpc>
                <a:spcPct val="100000"/>
              </a:lnSpc>
              <a:spcBef>
                <a:spcPct val="0"/>
              </a:spcBef>
              <a:buClrTx/>
              <a:buSzTx/>
              <a:buFontTx/>
              <a:buNone/>
            </a:pPr>
            <a:r>
              <a:rPr lang="en-US" altLang="fr-FR" sz="1400">
                <a:latin typeface="Lucida Sans Typewriter" panose="020B0509030504030204" pitchFamily="49" charset="0"/>
              </a:rPr>
              <a:t>    client.DefaultRequestHeaders.Accept.Add(new MediaTypeWithQualityHeaderValue("application/json"));</a:t>
            </a:r>
          </a:p>
          <a:p>
            <a:pPr eaLnBrk="1" hangingPunct="1">
              <a:lnSpc>
                <a:spcPct val="100000"/>
              </a:lnSpc>
              <a:spcBef>
                <a:spcPct val="0"/>
              </a:spcBef>
              <a:buClrTx/>
              <a:buSzTx/>
              <a:buFontTx/>
              <a:buNone/>
            </a:pPr>
            <a:endParaRPr lang="en-US" altLang="fr-FR" sz="1400">
              <a:latin typeface="Lucida Sans Typewriter" panose="020B0509030504030204" pitchFamily="49" charset="0"/>
            </a:endParaRPr>
          </a:p>
          <a:p>
            <a:pPr eaLnBrk="1" hangingPunct="1">
              <a:lnSpc>
                <a:spcPct val="100000"/>
              </a:lnSpc>
              <a:spcBef>
                <a:spcPct val="0"/>
              </a:spcBef>
              <a:buClrTx/>
              <a:buSzTx/>
              <a:buFontTx/>
              <a:buNone/>
            </a:pPr>
            <a:r>
              <a:rPr lang="en-US" altLang="fr-FR" sz="1400">
                <a:latin typeface="Lucida Sans Typewriter" panose="020B0509030504030204" pitchFamily="49" charset="0"/>
              </a:rPr>
              <a:t>    HttpResponseMessage response = await client.GetAsync("api/products/1");</a:t>
            </a:r>
          </a:p>
          <a:p>
            <a:pPr eaLnBrk="1" hangingPunct="1">
              <a:lnSpc>
                <a:spcPct val="100000"/>
              </a:lnSpc>
              <a:spcBef>
                <a:spcPct val="0"/>
              </a:spcBef>
              <a:buClrTx/>
              <a:buSzTx/>
              <a:buFontTx/>
              <a:buNone/>
            </a:pPr>
            <a:r>
              <a:rPr lang="en-US" altLang="fr-FR" sz="1400">
                <a:latin typeface="Lucida Sans Typewriter" panose="020B0509030504030204" pitchFamily="49" charset="0"/>
              </a:rPr>
              <a:t>    if (response.IsSuccessStatusCode){</a:t>
            </a:r>
          </a:p>
          <a:p>
            <a:pPr eaLnBrk="1" hangingPunct="1">
              <a:lnSpc>
                <a:spcPct val="100000"/>
              </a:lnSpc>
              <a:spcBef>
                <a:spcPct val="0"/>
              </a:spcBef>
              <a:buClrTx/>
              <a:buSzTx/>
              <a:buFontTx/>
              <a:buNone/>
            </a:pPr>
            <a:r>
              <a:rPr lang="en-US" altLang="fr-FR" sz="1400">
                <a:latin typeface="Lucida Sans Typewriter" panose="020B0509030504030204" pitchFamily="49" charset="0"/>
              </a:rPr>
              <a:t>        Product product = await response.Content.ReadAsAsync&lt;Product&gt;();</a:t>
            </a:r>
          </a:p>
          <a:p>
            <a:pPr eaLnBrk="1" hangingPunct="1">
              <a:lnSpc>
                <a:spcPct val="100000"/>
              </a:lnSpc>
              <a:spcBef>
                <a:spcPct val="0"/>
              </a:spcBef>
              <a:buClrTx/>
              <a:buSzTx/>
              <a:buFontTx/>
              <a:buNone/>
            </a:pPr>
            <a:r>
              <a:rPr lang="en-US" altLang="fr-FR" sz="1400">
                <a:latin typeface="Lucida Sans Typewriter" panose="020B0509030504030204" pitchFamily="49" charset="0"/>
              </a:rPr>
              <a:t>        Console.WriteLine("{0}\t${1}\t{2}", product.Name, product.Price, product.Category);</a:t>
            </a:r>
          </a:p>
          <a:p>
            <a:pPr eaLnBrk="1" hangingPunct="1">
              <a:lnSpc>
                <a:spcPct val="100000"/>
              </a:lnSpc>
              <a:spcBef>
                <a:spcPct val="0"/>
              </a:spcBef>
              <a:buClrTx/>
              <a:buSzTx/>
              <a:buFontTx/>
              <a:buNone/>
            </a:pPr>
            <a:r>
              <a:rPr lang="en-US" altLang="fr-FR" sz="1400">
                <a:latin typeface="Lucida Sans Typewriter" panose="020B0509030504030204" pitchFamily="49" charset="0"/>
              </a:rPr>
              <a:t>    }</a:t>
            </a:r>
          </a:p>
          <a:p>
            <a:pPr eaLnBrk="1" hangingPunct="1">
              <a:lnSpc>
                <a:spcPct val="100000"/>
              </a:lnSpc>
              <a:spcBef>
                <a:spcPct val="0"/>
              </a:spcBef>
              <a:buClrTx/>
              <a:buSzTx/>
              <a:buFontTx/>
              <a:buNone/>
            </a:pPr>
            <a:r>
              <a:rPr lang="en-US" altLang="fr-FR" sz="1400">
                <a:latin typeface="Lucida Sans Typewriter" panose="020B0509030504030204" pitchFamily="49" charset="0"/>
              </a:rPr>
              <a:t>}</a:t>
            </a:r>
            <a:endParaRPr lang="en-US" altLang="fr-FR" sz="1200">
              <a:latin typeface="Lucida Sans Typewriter" panose="020B0509030504030204" pitchFamily="49"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140">
            <a:extLst>
              <a:ext uri="{FF2B5EF4-FFF2-40B4-BE49-F238E27FC236}">
                <a16:creationId xmlns:a16="http://schemas.microsoft.com/office/drawing/2014/main" xmlns="" id="{4F9D49B5-E13F-18A4-8759-7AE52295735F}"/>
              </a:ext>
            </a:extLst>
          </p:cNvPr>
          <p:cNvSpPr>
            <a:spLocks noChangeArrowheads="1"/>
          </p:cNvSpPr>
          <p:nvPr/>
        </p:nvSpPr>
        <p:spPr bwMode="auto">
          <a:xfrm>
            <a:off x="2283333" y="1652397"/>
            <a:ext cx="7793038" cy="4198938"/>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2200"/>
          </a:p>
        </p:txBody>
      </p:sp>
      <p:sp>
        <p:nvSpPr>
          <p:cNvPr id="24579" name="Title 6">
            <a:extLst>
              <a:ext uri="{FF2B5EF4-FFF2-40B4-BE49-F238E27FC236}">
                <a16:creationId xmlns:a16="http://schemas.microsoft.com/office/drawing/2014/main" xmlns="" id="{21ED40B4-6D23-F828-E5F0-0B1CAA4297F2}"/>
              </a:ext>
            </a:extLst>
          </p:cNvPr>
          <p:cNvSpPr>
            <a:spLocks noGrp="1"/>
          </p:cNvSpPr>
          <p:nvPr>
            <p:ph type="title"/>
          </p:nvPr>
        </p:nvSpPr>
        <p:spPr>
          <a:xfrm>
            <a:off x="1486094" y="600373"/>
            <a:ext cx="10393178" cy="817073"/>
          </a:xfrm>
        </p:spPr>
        <p:txBody>
          <a:bodyPr/>
          <a:lstStyle/>
          <a:p>
            <a:pPr eaLnBrk="1" hangingPunct="1"/>
            <a:r>
              <a:rPr lang="fr-FR" altLang="fr-FR" dirty="0"/>
              <a:t>Utilisation en application .NET (</a:t>
            </a:r>
            <a:r>
              <a:rPr lang="fr-FR" altLang="fr-FR" dirty="0" err="1"/>
              <a:t>ODataController</a:t>
            </a:r>
            <a:r>
              <a:rPr lang="fr-FR" altLang="fr-FR" dirty="0"/>
              <a:t>)</a:t>
            </a:r>
          </a:p>
        </p:txBody>
      </p:sp>
      <p:sp>
        <p:nvSpPr>
          <p:cNvPr id="24580" name="Rounded Rectangle 24">
            <a:extLst>
              <a:ext uri="{FF2B5EF4-FFF2-40B4-BE49-F238E27FC236}">
                <a16:creationId xmlns:a16="http://schemas.microsoft.com/office/drawing/2014/main" xmlns="" id="{8CD38564-CB58-CC92-5958-B6D72DF2FC66}"/>
              </a:ext>
            </a:extLst>
          </p:cNvPr>
          <p:cNvSpPr>
            <a:spLocks noChangeArrowheads="1"/>
          </p:cNvSpPr>
          <p:nvPr/>
        </p:nvSpPr>
        <p:spPr bwMode="auto">
          <a:xfrm>
            <a:off x="2099184" y="1869886"/>
            <a:ext cx="8189913" cy="954087"/>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L’adresse URI </a:t>
            </a:r>
            <a:r>
              <a:rPr lang="en-US" altLang="fr-FR" sz="1800" i="1"/>
              <a:t>http://monsite/odata</a:t>
            </a:r>
            <a:r>
              <a:rPr lang="en-US" altLang="fr-FR" sz="1800"/>
              <a:t> fournit la description du service comme pour un service de données WCF</a:t>
            </a:r>
            <a:endParaRPr lang="en-GB" altLang="fr-FR" sz="1800"/>
          </a:p>
        </p:txBody>
      </p:sp>
      <p:sp>
        <p:nvSpPr>
          <p:cNvPr id="24581" name="Rounded Rectangle 25">
            <a:extLst>
              <a:ext uri="{FF2B5EF4-FFF2-40B4-BE49-F238E27FC236}">
                <a16:creationId xmlns:a16="http://schemas.microsoft.com/office/drawing/2014/main" xmlns="" id="{E1D68AAE-40C7-AB7E-6B1A-8B273D5808E8}"/>
              </a:ext>
            </a:extLst>
          </p:cNvPr>
          <p:cNvSpPr>
            <a:spLocks noChangeArrowheads="1"/>
          </p:cNvSpPr>
          <p:nvPr/>
        </p:nvSpPr>
        <p:spPr bwMode="auto">
          <a:xfrm>
            <a:off x="2099184" y="3058923"/>
            <a:ext cx="8189913" cy="765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Possibilité d’utiliser l’ajout de référence de service</a:t>
            </a:r>
            <a:endParaRPr lang="en-GB" altLang="fr-FR" sz="1800"/>
          </a:p>
        </p:txBody>
      </p:sp>
      <p:sp>
        <p:nvSpPr>
          <p:cNvPr id="24582" name="Rounded Rectangle 25">
            <a:extLst>
              <a:ext uri="{FF2B5EF4-FFF2-40B4-BE49-F238E27FC236}">
                <a16:creationId xmlns:a16="http://schemas.microsoft.com/office/drawing/2014/main" xmlns="" id="{38D52B90-8A52-56A2-2F3F-1CAD4FF8AF13}"/>
              </a:ext>
            </a:extLst>
          </p:cNvPr>
          <p:cNvSpPr>
            <a:spLocks noChangeArrowheads="1"/>
          </p:cNvSpPr>
          <p:nvPr/>
        </p:nvSpPr>
        <p:spPr bwMode="auto">
          <a:xfrm>
            <a:off x="2084896" y="4092386"/>
            <a:ext cx="8189912" cy="1273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Note: Si client et service résident dans la même solution, démarrer le débogage du service et dans le menu Déboguer, choisir l’option Détacher Tout</a:t>
            </a:r>
            <a:endParaRPr lang="en-GB" altLang="fr-FR" sz="180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140">
            <a:extLst>
              <a:ext uri="{FF2B5EF4-FFF2-40B4-BE49-F238E27FC236}">
                <a16:creationId xmlns:a16="http://schemas.microsoft.com/office/drawing/2014/main" xmlns="" id="{33E9E154-2F9E-EC3C-BB30-1FD0EC4FFAFA}"/>
              </a:ext>
            </a:extLst>
          </p:cNvPr>
          <p:cNvSpPr>
            <a:spLocks noChangeArrowheads="1"/>
          </p:cNvSpPr>
          <p:nvPr/>
        </p:nvSpPr>
        <p:spPr bwMode="auto">
          <a:xfrm>
            <a:off x="2219325" y="1338263"/>
            <a:ext cx="7793038" cy="4056062"/>
          </a:xfrm>
          <a:prstGeom prst="roundRect">
            <a:avLst>
              <a:gd name="adj" fmla="val 4167"/>
            </a:avLst>
          </a:prstGeom>
          <a:solidFill>
            <a:srgbClr val="B3C8DF"/>
          </a:solidFill>
          <a:ln w="9525">
            <a:solidFill>
              <a:srgbClr val="4D4D4D"/>
            </a:solidFill>
            <a:round/>
            <a:headEnd/>
            <a:tailEnd/>
          </a:ln>
          <a:effectLst>
            <a:outerShdw dist="35921" dir="2700000" algn="ctr" rotWithShape="0">
              <a:srgbClr val="5F5F5F">
                <a:alpha val="50000"/>
              </a:srgbClr>
            </a:outerShdw>
          </a:effectLst>
        </p:spPr>
        <p:txBody>
          <a:bodyPr/>
          <a:lstStyle>
            <a:lvl1pPr marL="6191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endParaRPr lang="en-US" altLang="fr-FR" sz="2200"/>
          </a:p>
        </p:txBody>
      </p:sp>
      <p:sp>
        <p:nvSpPr>
          <p:cNvPr id="25603" name="Title 6">
            <a:extLst>
              <a:ext uri="{FF2B5EF4-FFF2-40B4-BE49-F238E27FC236}">
                <a16:creationId xmlns:a16="http://schemas.microsoft.com/office/drawing/2014/main" xmlns="" id="{DD138D96-8CB7-F44B-9A78-F0C312101B95}"/>
              </a:ext>
            </a:extLst>
          </p:cNvPr>
          <p:cNvSpPr>
            <a:spLocks noGrp="1"/>
          </p:cNvSpPr>
          <p:nvPr>
            <p:ph type="title"/>
          </p:nvPr>
        </p:nvSpPr>
        <p:spPr/>
        <p:txBody>
          <a:bodyPr/>
          <a:lstStyle/>
          <a:p>
            <a:pPr eaLnBrk="1" hangingPunct="1"/>
            <a:r>
              <a:rPr lang="fr-FR" altLang="fr-FR"/>
              <a:t>Utilisation côté client</a:t>
            </a:r>
          </a:p>
        </p:txBody>
      </p:sp>
      <p:sp>
        <p:nvSpPr>
          <p:cNvPr id="25604" name="Rounded Rectangle 24">
            <a:extLst>
              <a:ext uri="{FF2B5EF4-FFF2-40B4-BE49-F238E27FC236}">
                <a16:creationId xmlns:a16="http://schemas.microsoft.com/office/drawing/2014/main" xmlns="" id="{CA9273EC-5ACD-28DD-D4D1-F8C0E114D493}"/>
              </a:ext>
            </a:extLst>
          </p:cNvPr>
          <p:cNvSpPr>
            <a:spLocks noChangeArrowheads="1"/>
          </p:cNvSpPr>
          <p:nvPr/>
        </p:nvSpPr>
        <p:spPr bwMode="auto">
          <a:xfrm>
            <a:off x="1982788" y="1477964"/>
            <a:ext cx="8189912" cy="765175"/>
          </a:xfrm>
          <a:prstGeom prst="roundRect">
            <a:avLst>
              <a:gd name="adj" fmla="val 4083"/>
            </a:avLst>
          </a:prstGeom>
          <a:gradFill rotWithShape="1">
            <a:gsLst>
              <a:gs pos="0">
                <a:srgbClr val="F0F1E1"/>
              </a:gs>
              <a:gs pos="100000">
                <a:srgbClr val="D5D69C"/>
              </a:gs>
            </a:gsLst>
            <a:lin ang="2700000" scaled="1"/>
          </a:gradFill>
          <a:ln w="9525" algn="ctr">
            <a:solidFill>
              <a:srgbClr val="808080"/>
            </a:solidFill>
            <a:round/>
            <a:headEnd/>
            <a:tailEnd/>
          </a:ln>
          <a:effectLst>
            <a:outerShdw dist="35921" dir="2700000" algn="ctr" rotWithShape="0">
              <a:srgbClr val="AFAFAF"/>
            </a:outerShdw>
          </a:effectLst>
        </p:spPr>
        <p:txBody>
          <a:bodyPr wrap="none" lIns="320040" tIns="36000" bIns="36000" anchor="ctr"/>
          <a:lstStyle>
            <a:lvl1pPr indent="4763"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Pct val="80000"/>
              <a:buFontTx/>
              <a:buNone/>
            </a:pPr>
            <a:r>
              <a:rPr lang="en-US" altLang="fr-FR" sz="1800"/>
              <a:t>Client JavaScript: utilisation de jQuery </a:t>
            </a:r>
            <a:endParaRPr lang="en-GB" altLang="fr-FR" sz="1800"/>
          </a:p>
        </p:txBody>
      </p:sp>
      <p:sp>
        <p:nvSpPr>
          <p:cNvPr id="25605" name="AutoShape 3">
            <a:extLst>
              <a:ext uri="{FF2B5EF4-FFF2-40B4-BE49-F238E27FC236}">
                <a16:creationId xmlns:a16="http://schemas.microsoft.com/office/drawing/2014/main" xmlns="" id="{8DA65042-9174-8B37-2C2A-4232E180EBEB}"/>
              </a:ext>
            </a:extLst>
          </p:cNvPr>
          <p:cNvSpPr>
            <a:spLocks noChangeArrowheads="1"/>
          </p:cNvSpPr>
          <p:nvPr/>
        </p:nvSpPr>
        <p:spPr bwMode="auto">
          <a:xfrm>
            <a:off x="2547938" y="2130425"/>
            <a:ext cx="7135812" cy="3048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lvl1pPr eaLnBrk="0" hangingPunct="0">
              <a:lnSpc>
                <a:spcPct val="90000"/>
              </a:lnSpc>
              <a:spcBef>
                <a:spcPct val="70000"/>
              </a:spcBef>
              <a:buClr>
                <a:schemeClr val="hlink"/>
              </a:buClr>
              <a:buSzPct val="90000"/>
              <a:buChar char="•"/>
              <a:defRPr sz="2000">
                <a:solidFill>
                  <a:schemeClr val="tx1"/>
                </a:solidFill>
                <a:latin typeface="Verdana" panose="020B0604030504040204" pitchFamily="34" charset="0"/>
              </a:defRPr>
            </a:lvl1pPr>
            <a:lvl2pPr marL="742950" indent="-285750" eaLnBrk="0" hangingPunct="0">
              <a:lnSpc>
                <a:spcPct val="90000"/>
              </a:lnSpc>
              <a:spcBef>
                <a:spcPct val="70000"/>
              </a:spcBef>
              <a:buClr>
                <a:schemeClr val="hlink"/>
              </a:buClr>
              <a:buSzPct val="80000"/>
              <a:buFont typeface="Wingdings" panose="05000000000000000000" pitchFamily="2" charset="2"/>
              <a:buChar char="§"/>
              <a:defRPr>
                <a:solidFill>
                  <a:schemeClr val="tx1"/>
                </a:solidFill>
                <a:latin typeface="Verdana" panose="020B0604030504040204" pitchFamily="34" charset="0"/>
              </a:defRPr>
            </a:lvl2pPr>
            <a:lvl3pPr marL="1143000" indent="-228600" eaLnBrk="0" hangingPunct="0">
              <a:lnSpc>
                <a:spcPct val="90000"/>
              </a:lnSpc>
              <a:spcBef>
                <a:spcPct val="70000"/>
              </a:spcBef>
              <a:buClr>
                <a:schemeClr val="bg2"/>
              </a:buClr>
              <a:buSzPct val="80000"/>
              <a:buChar char="•"/>
              <a:defRPr>
                <a:solidFill>
                  <a:schemeClr val="tx1"/>
                </a:solidFill>
                <a:latin typeface="Verdana" panose="020B0604030504040204" pitchFamily="34" charset="0"/>
              </a:defRPr>
            </a:lvl3pPr>
            <a:lvl4pPr marL="1600200" indent="-228600" eaLnBrk="0" hangingPunct="0">
              <a:lnSpc>
                <a:spcPct val="90000"/>
              </a:lnSpc>
              <a:spcBef>
                <a:spcPct val="70000"/>
              </a:spcBef>
              <a:buClr>
                <a:srgbClr val="2D4A6D"/>
              </a:buClr>
              <a:buSzPct val="90000"/>
              <a:buFont typeface="Segoe" pitchFamily="34" charset="0"/>
              <a:buChar char="-"/>
              <a:defRPr sz="1600">
                <a:solidFill>
                  <a:schemeClr val="tx1"/>
                </a:solidFill>
                <a:latin typeface="Verdana" panose="020B0604030504040204" pitchFamily="34" charset="0"/>
              </a:defRPr>
            </a:lvl4pPr>
            <a:lvl5pPr marL="2057400" indent="-228600" eaLnBrk="0" hangingPunct="0">
              <a:lnSpc>
                <a:spcPct val="90000"/>
              </a:lnSpc>
              <a:spcBef>
                <a:spcPct val="70000"/>
              </a:spcBef>
              <a:buClr>
                <a:srgbClr val="2D4A6D"/>
              </a:buClr>
              <a:buSzPct val="90000"/>
              <a:buChar char="•"/>
              <a:defRPr sz="1600">
                <a:solidFill>
                  <a:schemeClr val="tx1"/>
                </a:solidFill>
                <a:latin typeface="Verdana" panose="020B0604030504040204" pitchFamily="34" charset="0"/>
              </a:defRPr>
            </a:lvl5pPr>
            <a:lvl6pPr marL="25146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6pPr>
            <a:lvl7pPr marL="29718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7pPr>
            <a:lvl8pPr marL="34290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8pPr>
            <a:lvl9pPr marL="3886200" indent="-228600" eaLnBrk="0" fontAlgn="base" hangingPunct="0">
              <a:lnSpc>
                <a:spcPct val="90000"/>
              </a:lnSpc>
              <a:spcBef>
                <a:spcPct val="70000"/>
              </a:spcBef>
              <a:spcAft>
                <a:spcPct val="0"/>
              </a:spcAft>
              <a:buClr>
                <a:srgbClr val="2D4A6D"/>
              </a:buClr>
              <a:buSzPct val="90000"/>
              <a:buChar char="•"/>
              <a:defRPr sz="1600">
                <a:solidFill>
                  <a:schemeClr val="tx1"/>
                </a:solidFill>
                <a:latin typeface="Verdana" panose="020B0604030504040204" pitchFamily="34" charset="0"/>
              </a:defRPr>
            </a:lvl9pPr>
          </a:lstStyle>
          <a:p>
            <a:pPr eaLnBrk="1" hangingPunct="1">
              <a:lnSpc>
                <a:spcPct val="100000"/>
              </a:lnSpc>
              <a:spcBef>
                <a:spcPct val="0"/>
              </a:spcBef>
              <a:buClrTx/>
              <a:buSzTx/>
              <a:buFontTx/>
              <a:buNone/>
            </a:pPr>
            <a:r>
              <a:rPr lang="en-US" altLang="fr-FR" sz="1400">
                <a:latin typeface="Lucida Sans Typewriter" panose="020B0509030504030204" pitchFamily="49" charset="0"/>
              </a:rPr>
              <a:t>$(document).ready(function () {</a:t>
            </a:r>
          </a:p>
          <a:p>
            <a:pPr eaLnBrk="1" hangingPunct="1">
              <a:lnSpc>
                <a:spcPct val="100000"/>
              </a:lnSpc>
              <a:spcBef>
                <a:spcPct val="0"/>
              </a:spcBef>
              <a:buClrTx/>
              <a:buSzTx/>
              <a:buFontTx/>
              <a:buNone/>
            </a:pPr>
            <a:r>
              <a:rPr lang="en-US" altLang="fr-FR" sz="1400">
                <a:latin typeface="Lucida Sans Typewriter" panose="020B0509030504030204" pitchFamily="49" charset="0"/>
              </a:rPr>
              <a:t>        $.ajax({</a:t>
            </a:r>
          </a:p>
          <a:p>
            <a:pPr eaLnBrk="1" hangingPunct="1">
              <a:lnSpc>
                <a:spcPct val="100000"/>
              </a:lnSpc>
              <a:spcBef>
                <a:spcPct val="0"/>
              </a:spcBef>
              <a:buClrTx/>
              <a:buSzTx/>
              <a:buFontTx/>
              <a:buNone/>
            </a:pPr>
            <a:r>
              <a:rPr lang="en-US" altLang="fr-FR" sz="1400">
                <a:latin typeface="Lucida Sans Typewriter" panose="020B0509030504030204" pitchFamily="49" charset="0"/>
              </a:rPr>
              <a:t>            url: "http://localhost:49493/api/products",</a:t>
            </a:r>
          </a:p>
          <a:p>
            <a:pPr eaLnBrk="1" hangingPunct="1">
              <a:lnSpc>
                <a:spcPct val="100000"/>
              </a:lnSpc>
              <a:spcBef>
                <a:spcPct val="0"/>
              </a:spcBef>
              <a:buClrTx/>
              <a:buSzTx/>
              <a:buFontTx/>
              <a:buNone/>
            </a:pPr>
            <a:r>
              <a:rPr lang="en-US" altLang="fr-FR" sz="1400">
                <a:latin typeface="Lucida Sans Typewriter" panose="020B0509030504030204" pitchFamily="49" charset="0"/>
              </a:rPr>
              <a:t>            type: "Get",</a:t>
            </a:r>
          </a:p>
          <a:p>
            <a:pPr eaLnBrk="1" hangingPunct="1">
              <a:lnSpc>
                <a:spcPct val="100000"/>
              </a:lnSpc>
              <a:spcBef>
                <a:spcPct val="0"/>
              </a:spcBef>
              <a:buClrTx/>
              <a:buSzTx/>
              <a:buFontTx/>
              <a:buNone/>
            </a:pPr>
            <a:r>
              <a:rPr lang="en-US" altLang="fr-FR" sz="1400">
                <a:latin typeface="Lucida Sans Typewriter" panose="020B0509030504030204" pitchFamily="49" charset="0"/>
              </a:rPr>
              <a:t>            success: function (data) { </a:t>
            </a:r>
          </a:p>
          <a:p>
            <a:pPr eaLnBrk="1" hangingPunct="1">
              <a:lnSpc>
                <a:spcPct val="100000"/>
              </a:lnSpc>
              <a:spcBef>
                <a:spcPct val="0"/>
              </a:spcBef>
              <a:buClrTx/>
              <a:buSzTx/>
              <a:buFontTx/>
              <a:buNone/>
            </a:pPr>
            <a:r>
              <a:rPr lang="en-US" altLang="fr-FR" sz="1400">
                <a:latin typeface="Lucida Sans Typewriter" panose="020B0509030504030204" pitchFamily="49" charset="0"/>
              </a:rPr>
              <a:t>                // Traitement des données                   </a:t>
            </a:r>
          </a:p>
          <a:p>
            <a:pPr eaLnBrk="1" hangingPunct="1">
              <a:lnSpc>
                <a:spcPct val="100000"/>
              </a:lnSpc>
              <a:spcBef>
                <a:spcPct val="0"/>
              </a:spcBef>
              <a:buClrTx/>
              <a:buSzTx/>
              <a:buFontTx/>
              <a:buNone/>
            </a:pPr>
            <a:r>
              <a:rPr lang="en-US" altLang="fr-FR" sz="1400">
                <a:latin typeface="Lucida Sans Typewriter" panose="020B0509030504030204" pitchFamily="49" charset="0"/>
              </a:rPr>
              <a:t>                }</a:t>
            </a:r>
          </a:p>
          <a:p>
            <a:pPr eaLnBrk="1" hangingPunct="1">
              <a:lnSpc>
                <a:spcPct val="100000"/>
              </a:lnSpc>
              <a:spcBef>
                <a:spcPct val="0"/>
              </a:spcBef>
              <a:buClrTx/>
              <a:buSzTx/>
              <a:buFontTx/>
              <a:buNone/>
            </a:pPr>
            <a:r>
              <a:rPr lang="en-US" altLang="fr-FR" sz="1400">
                <a:latin typeface="Lucida Sans Typewriter" panose="020B0509030504030204" pitchFamily="49" charset="0"/>
              </a:rPr>
              <a:t>            },</a:t>
            </a:r>
          </a:p>
          <a:p>
            <a:pPr eaLnBrk="1" hangingPunct="1">
              <a:lnSpc>
                <a:spcPct val="100000"/>
              </a:lnSpc>
              <a:spcBef>
                <a:spcPct val="0"/>
              </a:spcBef>
              <a:buClrTx/>
              <a:buSzTx/>
              <a:buFontTx/>
              <a:buNone/>
            </a:pPr>
            <a:r>
              <a:rPr lang="en-US" altLang="fr-FR" sz="1400">
                <a:latin typeface="Lucida Sans Typewriter" panose="020B0509030504030204" pitchFamily="49" charset="0"/>
              </a:rPr>
              <a:t>            error: function (msg) { </a:t>
            </a:r>
          </a:p>
          <a:p>
            <a:pPr eaLnBrk="1" hangingPunct="1">
              <a:lnSpc>
                <a:spcPct val="100000"/>
              </a:lnSpc>
              <a:spcBef>
                <a:spcPct val="0"/>
              </a:spcBef>
              <a:buClrTx/>
              <a:buSzTx/>
              <a:buFontTx/>
              <a:buNone/>
            </a:pPr>
            <a:r>
              <a:rPr lang="en-US" altLang="fr-FR" sz="1400">
                <a:latin typeface="Lucida Sans Typewriter" panose="020B0509030504030204" pitchFamily="49" charset="0"/>
              </a:rPr>
              <a:t>		// Gestion des erreurs</a:t>
            </a:r>
          </a:p>
          <a:p>
            <a:pPr eaLnBrk="1" hangingPunct="1">
              <a:lnSpc>
                <a:spcPct val="100000"/>
              </a:lnSpc>
              <a:spcBef>
                <a:spcPct val="0"/>
              </a:spcBef>
              <a:buClrTx/>
              <a:buSzTx/>
              <a:buFontTx/>
              <a:buNone/>
            </a:pPr>
            <a:r>
              <a:rPr lang="en-US" altLang="fr-FR" sz="1400">
                <a:latin typeface="Lucida Sans Typewriter" panose="020B0509030504030204" pitchFamily="49" charset="0"/>
              </a:rPr>
              <a:t>	   }</a:t>
            </a:r>
          </a:p>
          <a:p>
            <a:pPr eaLnBrk="1" hangingPunct="1">
              <a:lnSpc>
                <a:spcPct val="100000"/>
              </a:lnSpc>
              <a:spcBef>
                <a:spcPct val="0"/>
              </a:spcBef>
              <a:buClrTx/>
              <a:buSzTx/>
              <a:buFontTx/>
              <a:buNone/>
            </a:pPr>
            <a:r>
              <a:rPr lang="en-US" altLang="fr-FR" sz="1400">
                <a:latin typeface="Lucida Sans Typewriter" panose="020B0509030504030204" pitchFamily="49" charset="0"/>
              </a:rPr>
              <a:t>        });</a:t>
            </a:r>
          </a:p>
          <a:p>
            <a:pPr eaLnBrk="1" hangingPunct="1">
              <a:lnSpc>
                <a:spcPct val="100000"/>
              </a:lnSpc>
              <a:spcBef>
                <a:spcPct val="0"/>
              </a:spcBef>
              <a:buClrTx/>
              <a:buSzTx/>
              <a:buFontTx/>
              <a:buNone/>
            </a:pPr>
            <a:r>
              <a:rPr lang="en-US" altLang="fr-FR" sz="1400">
                <a:latin typeface="Lucida Sans Typewriter" panose="020B0509030504030204" pitchFamily="49" charset="0"/>
              </a:rPr>
              <a:t>    });</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65">
            <a:extLst>
              <a:ext uri="{FF2B5EF4-FFF2-40B4-BE49-F238E27FC236}">
                <a16:creationId xmlns:a16="http://schemas.microsoft.com/office/drawing/2014/main" xmlns="" id="{08D7538E-3AD1-67B1-AB74-E7B4C8BDBF1B}"/>
              </a:ext>
            </a:extLst>
          </p:cNvPr>
          <p:cNvSpPr txBox="1">
            <a:spLocks noChangeArrowheads="1"/>
          </p:cNvSpPr>
          <p:nvPr/>
        </p:nvSpPr>
        <p:spPr bwMode="auto">
          <a:xfrm>
            <a:off x="4365268" y="1235869"/>
            <a:ext cx="7751762" cy="4386262"/>
          </a:xfrm>
          <a:prstGeom prst="rect">
            <a:avLst/>
          </a:prstGeom>
          <a:noFill/>
          <a:ln w="9525">
            <a:noFill/>
            <a:miter lim="800000"/>
            <a:headEnd/>
            <a:tailEnd/>
          </a:ln>
        </p:spPr>
        <p:txBody>
          <a:bodyPr lIns="0" tIns="0" rIns="0" bIns="0"/>
          <a:lstStyle/>
          <a:p>
            <a:pPr marL="174625" indent="-174625">
              <a:lnSpc>
                <a:spcPct val="90000"/>
              </a:lnSpc>
              <a:spcBef>
                <a:spcPct val="70000"/>
              </a:spcBef>
              <a:buClr>
                <a:schemeClr val="hlink"/>
              </a:buClr>
              <a:buSzPct val="90000"/>
              <a:buFontTx/>
              <a:buChar char="•"/>
              <a:defRPr/>
            </a:pPr>
            <a:r>
              <a:rPr lang="fr-FR" sz="2000" kern="0" dirty="0"/>
              <a:t>Exercice 1: </a:t>
            </a:r>
            <a:r>
              <a:rPr lang="fr-FR" sz="2000" dirty="0">
                <a:cs typeface="Arial" charset="0"/>
              </a:rPr>
              <a:t>Service de données WCF</a:t>
            </a:r>
            <a:endParaRPr lang="fr-FR" sz="2000" kern="0" dirty="0"/>
          </a:p>
          <a:p>
            <a:pPr marL="174625" indent="-174625">
              <a:lnSpc>
                <a:spcPct val="90000"/>
              </a:lnSpc>
              <a:spcBef>
                <a:spcPct val="70000"/>
              </a:spcBef>
              <a:buClr>
                <a:schemeClr val="hlink"/>
              </a:buClr>
              <a:buSzPct val="90000"/>
              <a:buFontTx/>
              <a:buChar char="•"/>
              <a:defRPr/>
            </a:pPr>
            <a:r>
              <a:rPr lang="fr-FR" sz="2000" kern="0" dirty="0"/>
              <a:t>Exercice 2: Service Web API</a:t>
            </a:r>
          </a:p>
        </p:txBody>
      </p:sp>
      <p:sp>
        <p:nvSpPr>
          <p:cNvPr id="26627" name="Rectangle 64">
            <a:extLst>
              <a:ext uri="{FF2B5EF4-FFF2-40B4-BE49-F238E27FC236}">
                <a16:creationId xmlns:a16="http://schemas.microsoft.com/office/drawing/2014/main" xmlns="" id="{8B06E552-CD9D-DDD4-FAD1-2D00B9B592E9}"/>
              </a:ext>
            </a:extLst>
          </p:cNvPr>
          <p:cNvSpPr>
            <a:spLocks noGrp="1" noChangeArrowheads="1"/>
          </p:cNvSpPr>
          <p:nvPr>
            <p:ph type="title"/>
          </p:nvPr>
        </p:nvSpPr>
        <p:spPr/>
        <p:txBody>
          <a:bodyPr/>
          <a:lstStyle/>
          <a:p>
            <a:pPr eaLnBrk="1" hangingPunct="1"/>
            <a:r>
              <a:rPr lang="fr-FR" altLang="fr-FR"/>
              <a:t>Atelier </a:t>
            </a:r>
          </a:p>
        </p:txBody>
      </p:sp>
      <p:sp>
        <p:nvSpPr>
          <p:cNvPr id="4" name="Espace réservé du texte 3">
            <a:extLst>
              <a:ext uri="{FF2B5EF4-FFF2-40B4-BE49-F238E27FC236}">
                <a16:creationId xmlns:a16="http://schemas.microsoft.com/office/drawing/2014/main" xmlns="" id="{A7D80840-F721-0349-A30C-791B8F5CE990}"/>
              </a:ext>
            </a:extLst>
          </p:cNvPr>
          <p:cNvSpPr>
            <a:spLocks noGrp="1"/>
          </p:cNvSpPr>
          <p:nvPr>
            <p:ph type="body" sz="quarter" idx="20"/>
          </p:nvPr>
        </p:nvSpPr>
        <p:spPr/>
        <p:txBody>
          <a:bodyPr/>
          <a:lstStyle/>
          <a:p>
            <a:endParaRPr lang="fr-F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hème ib">
  <a:themeElements>
    <a:clrScheme name="SMARTPOCKET 2023 FONCEE">
      <a:dk1>
        <a:srgbClr val="2C0000"/>
      </a:dk1>
      <a:lt1>
        <a:sysClr val="window" lastClr="FFFFFF"/>
      </a:lt1>
      <a:dk2>
        <a:srgbClr val="222B3D"/>
      </a:dk2>
      <a:lt2>
        <a:srgbClr val="733909"/>
      </a:lt2>
      <a:accent1>
        <a:srgbClr val="385438"/>
      </a:accent1>
      <a:accent2>
        <a:srgbClr val="C16F61"/>
      </a:accent2>
      <a:accent3>
        <a:srgbClr val="2D0051"/>
      </a:accent3>
      <a:accent4>
        <a:srgbClr val="876300"/>
      </a:accent4>
      <a:accent5>
        <a:srgbClr val="A50062"/>
      </a:accent5>
      <a:accent6>
        <a:srgbClr val="001B71"/>
      </a:accent6>
      <a:hlink>
        <a:srgbClr val="4A4954"/>
      </a:hlink>
      <a:folHlink>
        <a:srgbClr val="9998A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ème ib" id="{E7882CDC-4233-42FA-9FC0-910D95D1A248}" vid="{D8BA7443-EF3D-4891-AFC3-1104194361F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Thème ib</Template>
  <TotalTime>109</TotalTime>
  <Words>6836</Words>
  <Application>Microsoft Office PowerPoint</Application>
  <PresentationFormat>Grand écran</PresentationFormat>
  <Paragraphs>1718</Paragraphs>
  <Slides>161</Slides>
  <Notes>156</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161</vt:i4>
      </vt:variant>
    </vt:vector>
  </HeadingPairs>
  <TitlesOfParts>
    <vt:vector size="174" baseType="lpstr">
      <vt:lpstr>ＭＳ Ｐゴシック</vt:lpstr>
      <vt:lpstr>Aptos</vt:lpstr>
      <vt:lpstr>Arial</vt:lpstr>
      <vt:lpstr>Arial Narrow</vt:lpstr>
      <vt:lpstr>Calibri</vt:lpstr>
      <vt:lpstr>Courier New</vt:lpstr>
      <vt:lpstr>Lucida Sans Typewriter</vt:lpstr>
      <vt:lpstr>Lucida Sans Unicode</vt:lpstr>
      <vt:lpstr>Segoe UI</vt:lpstr>
      <vt:lpstr>Times New Roman</vt:lpstr>
      <vt:lpstr>Verdana</vt:lpstr>
      <vt:lpstr>Wingdings</vt:lpstr>
      <vt:lpstr>Thème ib</vt:lpstr>
      <vt:lpstr>MS861 L’accès aux données en C# sous Microsoft Visual Studio</vt:lpstr>
      <vt:lpstr>Présentation PowerPoint</vt:lpstr>
      <vt:lpstr>Formateur : Dominique MAURAS</vt:lpstr>
      <vt:lpstr>Logistique</vt:lpstr>
      <vt:lpstr>Plan de cours</vt:lpstr>
      <vt:lpstr>Présentation PowerPoint</vt:lpstr>
      <vt:lpstr>Vue d’ensemble</vt:lpstr>
      <vt:lpstr>Leçon 1: Architecture Client-Serveur</vt:lpstr>
      <vt:lpstr>Présentation</vt:lpstr>
      <vt:lpstr>Avantages</vt:lpstr>
      <vt:lpstr>Inconvénients</vt:lpstr>
      <vt:lpstr>Leçon 2: Architecture n-Tiers</vt:lpstr>
      <vt:lpstr>Présentation</vt:lpstr>
      <vt:lpstr>Avantages</vt:lpstr>
      <vt:lpstr>Inconvénients</vt:lpstr>
      <vt:lpstr>Leçon 3: Architecture Orientée Service</vt:lpstr>
      <vt:lpstr>Présentation</vt:lpstr>
      <vt:lpstr>Avantages</vt:lpstr>
      <vt:lpstr>Leçon 4: Technologies d’accès aux données .NET</vt:lpstr>
      <vt:lpstr>ADO.NET</vt:lpstr>
      <vt:lpstr>Entity Framework</vt:lpstr>
      <vt:lpstr>LINQ</vt:lpstr>
      <vt:lpstr>Architecture orientée service</vt:lpstr>
      <vt:lpstr>Atelier </vt:lpstr>
      <vt:lpstr>Présentation PowerPoint</vt:lpstr>
      <vt:lpstr>Vue d’ensemble</vt:lpstr>
      <vt:lpstr>Leçon 1: System.Data et fournisseurs d’accès aux données</vt:lpstr>
      <vt:lpstr>Fournisseurs d’accès aux données</vt:lpstr>
      <vt:lpstr>L’espace de noms System.Data</vt:lpstr>
      <vt:lpstr>Scénarios connectés</vt:lpstr>
      <vt:lpstr>Scénarios déconnectés</vt:lpstr>
      <vt:lpstr>Leçon 2: Architecture connectée et DbDataReader</vt:lpstr>
      <vt:lpstr>Connexion à la source de données</vt:lpstr>
      <vt:lpstr>Utilisation de l’objet DbCommand</vt:lpstr>
      <vt:lpstr>Parcours des données par DbDataReader</vt:lpstr>
      <vt:lpstr>Utilisation de commandes SQL</vt:lpstr>
      <vt:lpstr>Utilisation de procédures stockées</vt:lpstr>
      <vt:lpstr>Leçon 3: Architecture déconnectée et DbDataAdapter</vt:lpstr>
      <vt:lpstr>Gestion de la connexion</vt:lpstr>
      <vt:lpstr>Création de l’objet DbDataAdapter</vt:lpstr>
      <vt:lpstr>Synchronisation des données</vt:lpstr>
      <vt:lpstr>Gestion des conflits</vt:lpstr>
      <vt:lpstr>Leçon 4: DataSet: typage, sérialisation</vt:lpstr>
      <vt:lpstr>DataSet et DataTable</vt:lpstr>
      <vt:lpstr>Typage</vt:lpstr>
      <vt:lpstr>Mises à jour des données</vt:lpstr>
      <vt:lpstr>Sérialisation</vt:lpstr>
      <vt:lpstr>Atelier </vt:lpstr>
      <vt:lpstr>Atelier – Bilan  </vt:lpstr>
      <vt:lpstr>Présentation PowerPoint</vt:lpstr>
      <vt:lpstr>Vue d’ensemble</vt:lpstr>
      <vt:lpstr>Leçon 1: Intérêt du mappage objet-relationnel</vt:lpstr>
      <vt:lpstr>Approche relationnelle</vt:lpstr>
      <vt:lpstr>Approche Objet-Relationnel</vt:lpstr>
      <vt:lpstr>Avantages</vt:lpstr>
      <vt:lpstr>Entity Framework</vt:lpstr>
      <vt:lpstr>Leçon 2: EDMX: Database First, Model First</vt:lpstr>
      <vt:lpstr>Modèles de conception Entity Framework</vt:lpstr>
      <vt:lpstr>Approches Database First et Model First</vt:lpstr>
      <vt:lpstr>EDMX Designer</vt:lpstr>
      <vt:lpstr>EDMX et classes d’entités</vt:lpstr>
      <vt:lpstr>EDMX, CSDL, SSDL et MSL</vt:lpstr>
      <vt:lpstr>Leçon 3: Entity Framework 7 et l’approche Code First</vt:lpstr>
      <vt:lpstr>Pourquoi l’approche Code First?</vt:lpstr>
      <vt:lpstr>Création de classes d’entité</vt:lpstr>
      <vt:lpstr>Annotations</vt:lpstr>
      <vt:lpstr>Annotations (suite)</vt:lpstr>
      <vt:lpstr>Annotations (suite)</vt:lpstr>
      <vt:lpstr>EF 6: Fluent API</vt:lpstr>
      <vt:lpstr>EF 6: Fluent API (suite)</vt:lpstr>
      <vt:lpstr>EF 6: Fluent API (suite)</vt:lpstr>
      <vt:lpstr>Migrations</vt:lpstr>
      <vt:lpstr>Entity Framework Core (EF 7)</vt:lpstr>
      <vt:lpstr>Leçon 4: L’objet de contexte</vt:lpstr>
      <vt:lpstr>La connexion aux données</vt:lpstr>
      <vt:lpstr>La connexion aux données (suite)</vt:lpstr>
      <vt:lpstr>Le modèle Repository</vt:lpstr>
      <vt:lpstr>Atelier </vt:lpstr>
      <vt:lpstr>Présentation PowerPoint</vt:lpstr>
      <vt:lpstr>Vue d’ensemble</vt:lpstr>
      <vt:lpstr>Leçon 1: Méthodes d’extension, délégués et expressions Lambda</vt:lpstr>
      <vt:lpstr>Typage implicite et types anonymes</vt:lpstr>
      <vt:lpstr>Méthodes d’extension</vt:lpstr>
      <vt:lpstr>Délégués</vt:lpstr>
      <vt:lpstr>Expressions Lambda</vt:lpstr>
      <vt:lpstr>Leçon 2: LINQ To Objects</vt:lpstr>
      <vt:lpstr>Généralités</vt:lpstr>
      <vt:lpstr>Sélection</vt:lpstr>
      <vt:lpstr>Filtrage</vt:lpstr>
      <vt:lpstr>Tri</vt:lpstr>
      <vt:lpstr>Autres opérations</vt:lpstr>
      <vt:lpstr>Leçon 3: LINQ To XML</vt:lpstr>
      <vt:lpstr>Introduction</vt:lpstr>
      <vt:lpstr>Les classes de LINQ To XML</vt:lpstr>
      <vt:lpstr>Sérialisation de données au format XML</vt:lpstr>
      <vt:lpstr>Chargement de données depuis le format XML</vt:lpstr>
      <vt:lpstr>Leçon 4: LINQ To Entities</vt:lpstr>
      <vt:lpstr>Entity Framework et LINQ</vt:lpstr>
      <vt:lpstr>Exécution des requêtes</vt:lpstr>
      <vt:lpstr>Chargement des propriétés enfants</vt:lpstr>
      <vt:lpstr>Chargement des propriétés enfants (suite)</vt:lpstr>
      <vt:lpstr>Suivi des modifications</vt:lpstr>
      <vt:lpstr>Suivi des modifications (suite)</vt:lpstr>
      <vt:lpstr>Atelier </vt:lpstr>
      <vt:lpstr>Présentation PowerPoint</vt:lpstr>
      <vt:lpstr>Vue d’ensemble</vt:lpstr>
      <vt:lpstr>Leçon 1: Insertion, modification et suppression</vt:lpstr>
      <vt:lpstr>Approche connectée</vt:lpstr>
      <vt:lpstr>Mise en œuvre</vt:lpstr>
      <vt:lpstr>Approche déconnectée</vt:lpstr>
      <vt:lpstr>Gestion d’objets détachés</vt:lpstr>
      <vt:lpstr>Ajout</vt:lpstr>
      <vt:lpstr>Mise à jour</vt:lpstr>
      <vt:lpstr>Suppression</vt:lpstr>
      <vt:lpstr>Leçon 2: Scénario multi-utilisateurs</vt:lpstr>
      <vt:lpstr>Problème des accès concurrents</vt:lpstr>
      <vt:lpstr>Gestion de la concurrence</vt:lpstr>
      <vt:lpstr>DbUpdateConcurrencyException</vt:lpstr>
      <vt:lpstr>Résoudre les problèmes de concurrence</vt:lpstr>
      <vt:lpstr>Transactions</vt:lpstr>
      <vt:lpstr>Atelier </vt:lpstr>
      <vt:lpstr>Présentation PowerPoint</vt:lpstr>
      <vt:lpstr>Vue d’ensemble</vt:lpstr>
      <vt:lpstr>Leçon 1: Les différents types de service</vt:lpstr>
      <vt:lpstr>Architecture de service</vt:lpstr>
      <vt:lpstr>Hébergement</vt:lpstr>
      <vt:lpstr>SOA et .NET</vt:lpstr>
      <vt:lpstr>SOA et .NET (suite)</vt:lpstr>
      <vt:lpstr>Leçon 2: Les services WCF</vt:lpstr>
      <vt:lpstr>Définition</vt:lpstr>
      <vt:lpstr>Modèle de communication</vt:lpstr>
      <vt:lpstr>Création</vt:lpstr>
      <vt:lpstr>Rôles d’une classe proxy</vt:lpstr>
      <vt:lpstr>Création d’une classe proxy</vt:lpstr>
      <vt:lpstr>Leçon 3: Les services Cloud</vt:lpstr>
      <vt:lpstr>Le Cloud Computing</vt:lpstr>
      <vt:lpstr>Windows Azure</vt:lpstr>
      <vt:lpstr>Les Services Cloud</vt:lpstr>
      <vt:lpstr>Atelier </vt:lpstr>
      <vt:lpstr>Présentation PowerPoint</vt:lpstr>
      <vt:lpstr>Vue d’ensemble</vt:lpstr>
      <vt:lpstr>Leçon 1: Avantages de l’approche REST</vt:lpstr>
      <vt:lpstr>REST</vt:lpstr>
      <vt:lpstr>RESTful API</vt:lpstr>
      <vt:lpstr>OData</vt:lpstr>
      <vt:lpstr>Bilan</vt:lpstr>
      <vt:lpstr>Leçon 2: Les services de données WCF</vt:lpstr>
      <vt:lpstr>Exposer un modèle Entity Framework</vt:lpstr>
      <vt:lpstr>Interrogation par URI</vt:lpstr>
      <vt:lpstr>Interrogation par URI (suite)</vt:lpstr>
      <vt:lpstr>Interrogation par URI (suite)</vt:lpstr>
      <vt:lpstr>Bibliothèque Cliente</vt:lpstr>
      <vt:lpstr>Données non relationnelles</vt:lpstr>
      <vt:lpstr>Leçon 3: Les services Web API</vt:lpstr>
      <vt:lpstr>ASP.NET Web API</vt:lpstr>
      <vt:lpstr>Création du service Web API</vt:lpstr>
      <vt:lpstr>Routage</vt:lpstr>
      <vt:lpstr>Utilisation en application .NET (ApiController)</vt:lpstr>
      <vt:lpstr>Utilisation en application .NET (ODataController)</vt:lpstr>
      <vt:lpstr>Utilisation côté client</vt:lpstr>
      <vt:lpstr>Atelier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MS861 L’accès aux données en C# sous Microsoft Visual Studio</dc:title>
  <dc:creator>Jérémy  NICON</dc:creator>
  <cp:lastModifiedBy>Dom</cp:lastModifiedBy>
  <cp:revision>2</cp:revision>
  <dcterms:created xsi:type="dcterms:W3CDTF">2024-11-05T10:00:36Z</dcterms:created>
  <dcterms:modified xsi:type="dcterms:W3CDTF">2025-11-17T07:12:14Z</dcterms:modified>
</cp:coreProperties>
</file>